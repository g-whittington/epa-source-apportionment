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83" r:id="rId5"/>
    <p:sldMasterId id="2147483884" r:id="rId6"/>
    <p:sldMasterId id="2147483885" r:id="rId7"/>
    <p:sldMasterId id="2147483886" r:id="rId8"/>
    <p:sldMasterId id="2147483887" r:id="rId9"/>
    <p:sldMasterId id="2147483888" r:id="rId10"/>
    <p:sldMasterId id="2147483889" r:id="rId11"/>
    <p:sldMasterId id="2147483890" r:id="rId12"/>
    <p:sldMasterId id="2147483891"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Lst>
  <p:sldSz cy="5143500" cx="9144000"/>
  <p:notesSz cx="6858000" cy="9144000"/>
  <p:embeddedFontLst>
    <p:embeddedFont>
      <p:font typeface="Spinnaker"/>
      <p:regular r:id="rId35"/>
    </p:embeddedFont>
    <p:embeddedFont>
      <p:font typeface="Unbounded SemiBold"/>
      <p:regular r:id="rId36"/>
      <p:bold r:id="rId37"/>
    </p:embeddedFont>
    <p:embeddedFont>
      <p:font typeface="Anaheim"/>
      <p:regular r:id="rId38"/>
      <p:bold r:id="rId39"/>
    </p:embeddedFont>
    <p:embeddedFont>
      <p:font typeface="Bebas Neue"/>
      <p:regular r:id="rId40"/>
    </p:embeddedFont>
    <p:embeddedFont>
      <p:font typeface="Unbounded ExtraBold"/>
      <p:bold r:id="rId41"/>
    </p:embeddedFont>
    <p:embeddedFont>
      <p:font typeface="Unbounde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C42952-ED6B-4D13-BB8D-E72A7E9434BC}">
  <a:tblStyle styleId="{32C42952-ED6B-4D13-BB8D-E72A7E9434BC}"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04FB986-2032-462D-A75D-4C773D39740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ebasNeue-regular.fntdata"/><Relationship Id="rId20" Type="http://schemas.openxmlformats.org/officeDocument/2006/relationships/slide" Target="slides/slide6.xml"/><Relationship Id="rId42" Type="http://schemas.openxmlformats.org/officeDocument/2006/relationships/font" Target="fonts/Unbounded-regular.fntdata"/><Relationship Id="rId41" Type="http://schemas.openxmlformats.org/officeDocument/2006/relationships/font" Target="fonts/UnboundedExtraBold-bold.fntdata"/><Relationship Id="rId22" Type="http://schemas.openxmlformats.org/officeDocument/2006/relationships/slide" Target="slides/slide8.xml"/><Relationship Id="rId21" Type="http://schemas.openxmlformats.org/officeDocument/2006/relationships/slide" Target="slides/slide7.xml"/><Relationship Id="rId43" Type="http://schemas.openxmlformats.org/officeDocument/2006/relationships/font" Target="fonts/Unbounded-bold.fntdata"/><Relationship Id="rId24" Type="http://schemas.openxmlformats.org/officeDocument/2006/relationships/slide" Target="slides/slide10.xml"/><Relationship Id="rId23" Type="http://schemas.openxmlformats.org/officeDocument/2006/relationships/slide" Target="slides/slide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2.xml"/><Relationship Id="rId25" Type="http://schemas.openxmlformats.org/officeDocument/2006/relationships/slide" Target="slides/slide11.xml"/><Relationship Id="rId28" Type="http://schemas.openxmlformats.org/officeDocument/2006/relationships/slide" Target="slides/slide14.xml"/><Relationship Id="rId27" Type="http://schemas.openxmlformats.org/officeDocument/2006/relationships/slide" Target="slides/slide13.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5.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7.xml"/><Relationship Id="rId30" Type="http://schemas.openxmlformats.org/officeDocument/2006/relationships/slide" Target="slides/slide16.xml"/><Relationship Id="rId11" Type="http://schemas.openxmlformats.org/officeDocument/2006/relationships/slideMaster" Target="slideMasters/slideMaster7.xml"/><Relationship Id="rId33" Type="http://schemas.openxmlformats.org/officeDocument/2006/relationships/slide" Target="slides/slide19.xml"/><Relationship Id="rId10" Type="http://schemas.openxmlformats.org/officeDocument/2006/relationships/slideMaster" Target="slideMasters/slideMaster6.xml"/><Relationship Id="rId32" Type="http://schemas.openxmlformats.org/officeDocument/2006/relationships/slide" Target="slides/slide18.xml"/><Relationship Id="rId13" Type="http://schemas.openxmlformats.org/officeDocument/2006/relationships/slideMaster" Target="slideMasters/slideMaster9.xml"/><Relationship Id="rId35" Type="http://schemas.openxmlformats.org/officeDocument/2006/relationships/font" Target="fonts/Spinnaker-regular.fntdata"/><Relationship Id="rId12" Type="http://schemas.openxmlformats.org/officeDocument/2006/relationships/slideMaster" Target="slideMasters/slideMaster8.xml"/><Relationship Id="rId34" Type="http://schemas.openxmlformats.org/officeDocument/2006/relationships/slide" Target="slides/slide20.xml"/><Relationship Id="rId15" Type="http://schemas.openxmlformats.org/officeDocument/2006/relationships/slide" Target="slides/slide1.xml"/><Relationship Id="rId37" Type="http://schemas.openxmlformats.org/officeDocument/2006/relationships/font" Target="fonts/UnboundedSemiBold-bold.fntdata"/><Relationship Id="rId14" Type="http://schemas.openxmlformats.org/officeDocument/2006/relationships/notesMaster" Target="notesMasters/notesMaster1.xml"/><Relationship Id="rId36" Type="http://schemas.openxmlformats.org/officeDocument/2006/relationships/font" Target="fonts/UnboundedSemiBold-regular.fntdata"/><Relationship Id="rId17" Type="http://schemas.openxmlformats.org/officeDocument/2006/relationships/slide" Target="slides/slide3.xml"/><Relationship Id="rId39" Type="http://schemas.openxmlformats.org/officeDocument/2006/relationships/font" Target="fonts/Anaheim-bold.fntdata"/><Relationship Id="rId16" Type="http://schemas.openxmlformats.org/officeDocument/2006/relationships/slide" Target="slides/slide2.xml"/><Relationship Id="rId38" Type="http://schemas.openxmlformats.org/officeDocument/2006/relationships/font" Target="fonts/Anaheim-regular.fntdata"/><Relationship Id="rId19"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2" name="Shape 3332"/>
        <p:cNvGrpSpPr/>
        <p:nvPr/>
      </p:nvGrpSpPr>
      <p:grpSpPr>
        <a:xfrm>
          <a:off x="0" y="0"/>
          <a:ext cx="0" cy="0"/>
          <a:chOff x="0" y="0"/>
          <a:chExt cx="0" cy="0"/>
        </a:xfrm>
      </p:grpSpPr>
      <p:sp>
        <p:nvSpPr>
          <p:cNvPr id="3333" name="Google Shape;3333;g3a80cef0be3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4" name="Google Shape;3334;g3a80cef0be3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g3a80cef0be3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3" name="Google Shape;3343;g3a80cef0be3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3" name="Shape 3363"/>
        <p:cNvGrpSpPr/>
        <p:nvPr/>
      </p:nvGrpSpPr>
      <p:grpSpPr>
        <a:xfrm>
          <a:off x="0" y="0"/>
          <a:ext cx="0" cy="0"/>
          <a:chOff x="0" y="0"/>
          <a:chExt cx="0" cy="0"/>
        </a:xfrm>
      </p:grpSpPr>
      <p:sp>
        <p:nvSpPr>
          <p:cNvPr id="3364" name="Google Shape;3364;g3a8e3f4be1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5" name="Google Shape;3365;g3a8e3f4be1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1" name="Shape 3371"/>
        <p:cNvGrpSpPr/>
        <p:nvPr/>
      </p:nvGrpSpPr>
      <p:grpSpPr>
        <a:xfrm>
          <a:off x="0" y="0"/>
          <a:ext cx="0" cy="0"/>
          <a:chOff x="0" y="0"/>
          <a:chExt cx="0" cy="0"/>
        </a:xfrm>
      </p:grpSpPr>
      <p:sp>
        <p:nvSpPr>
          <p:cNvPr id="3372" name="Google Shape;3372;g3a8e3f4be1e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3" name="Google Shape;3373;g3a8e3f4be1e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Source apportionment: We have air pollution data with a bunch of different species and their concentrations and we are trying </a:t>
            </a:r>
            <a:r>
              <a:rPr lang="en" sz="1300">
                <a:latin typeface="Spinnaker"/>
                <a:ea typeface="Spinnaker"/>
                <a:cs typeface="Spinnaker"/>
                <a:sym typeface="Spinnaker"/>
              </a:rPr>
              <a:t>to kind of reverse engineer and figure out what the sources are of the pollutants are. Ultimately we want to build some models that will help us create our source profiles but we have just been working on wrapping up EDA this month.</a:t>
            </a:r>
            <a:endParaRPr sz="1400">
              <a:solidFill>
                <a:srgbClr val="395400"/>
              </a:solidFill>
              <a:latin typeface="Spinnaker"/>
              <a:ea typeface="Spinnaker"/>
              <a:cs typeface="Spinnaker"/>
              <a:sym typeface="Spinnaker"/>
            </a:endParaRPr>
          </a:p>
          <a:p>
            <a:pPr indent="0" lvl="0" marL="0" rtl="0" algn="l">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2" name="Shape 3382"/>
        <p:cNvGrpSpPr/>
        <p:nvPr/>
      </p:nvGrpSpPr>
      <p:grpSpPr>
        <a:xfrm>
          <a:off x="0" y="0"/>
          <a:ext cx="0" cy="0"/>
          <a:chOff x="0" y="0"/>
          <a:chExt cx="0" cy="0"/>
        </a:xfrm>
      </p:grpSpPr>
      <p:sp>
        <p:nvSpPr>
          <p:cNvPr id="3383" name="Google Shape;3383;g3a8e3f4be1e_0_3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4" name="Google Shape;3384;g3a8e3f4be1e_0_3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lnSpc>
                <a:spcPct val="115000"/>
              </a:lnSpc>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We have three data sets across three cities. Baltimore and St Louis use particulate matter (PM) while Baton Rouge uses volatile organic compounds.</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g3a8e3f4be1e_0_4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4" name="Google Shape;3444;g3a8e3f4be1e_0_4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395400"/>
                </a:solidFill>
                <a:latin typeface="Spinnaker"/>
                <a:ea typeface="Spinnaker"/>
                <a:cs typeface="Spinnaker"/>
                <a:sym typeface="Spinnaker"/>
              </a:rPr>
              <a:t>Deeya Slide</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Here is a closer look at that data we </a:t>
            </a:r>
            <a:r>
              <a:rPr lang="en" sz="1500">
                <a:solidFill>
                  <a:srgbClr val="395400"/>
                </a:solidFill>
                <a:latin typeface="Spinnaker"/>
                <a:ea typeface="Spinnaker"/>
                <a:cs typeface="Spinnaker"/>
                <a:sym typeface="Spinnaker"/>
              </a:rPr>
              <a:t>just</a:t>
            </a:r>
            <a:r>
              <a:rPr lang="en" sz="1500">
                <a:solidFill>
                  <a:srgbClr val="395400"/>
                </a:solidFill>
                <a:latin typeface="Spinnaker"/>
                <a:ea typeface="Spinnaker"/>
                <a:cs typeface="Spinnaker"/>
                <a:sym typeface="Spinnaker"/>
              </a:rPr>
              <a:t> mentioned. As you can see from this table, we're not measuring the same species in each city, and that's actually really important for our analysis.</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In Baltimore, they measured 17 trace elements like aluminum, lead, zinc, and others. They also captured 5 different ions including ammonium, potassium, and sulfate, plus 6 carbon and mass measurements like elemental carbon and PM2.5 (particulate matter smaller than 2.5 micrograms). So Baltimore gives us a pretty comprehensive picture of lots of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Baton Rouge is pretty different. Here the data focused heavily on volatile organic compounds, or VOCs. They measured 41 different VOCs including BTEX compounds, alkanes, alkenes, and isoprene. Basically, this is a much more chemically specific dataset focused on gaseous pollutants rather than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St. Louis falls somewhere in between. We have 8 trace elements, only 2 ions, and 3 carbon and mass measurements. It's a smaller set overall but still gives us sufficient information to conduct PMF.</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Making a note of these differences helps inform us of what kind of profiles we will probably develop in each city</a:t>
            </a:r>
            <a:r>
              <a:rPr lang="en" sz="1500">
                <a:solidFill>
                  <a:srgbClr val="395400"/>
                </a:solidFill>
                <a:latin typeface="Spinnaker"/>
                <a:ea typeface="Spinnaker"/>
                <a:cs typeface="Spinnaker"/>
                <a:sym typeface="Spinnaker"/>
              </a:rPr>
              <a:t>. For example, the presence of </a:t>
            </a:r>
            <a:r>
              <a:rPr lang="en" sz="1500">
                <a:solidFill>
                  <a:srgbClr val="395400"/>
                </a:solidFill>
                <a:latin typeface="Spinnaker"/>
                <a:ea typeface="Spinnaker"/>
                <a:cs typeface="Spinnaker"/>
                <a:sym typeface="Spinnaker"/>
              </a:rPr>
              <a:t>VOCs tips us off that we are likely picking up on things like vehicle emissions and industrial solvents, while the trace elements possibly indicate  road dust and combustion. </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Looking ahead, the types of source profiles we develop will look different in each city because each dataset is a unique environments.</a:t>
            </a:r>
            <a:endParaRPr sz="15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500">
              <a:solidFill>
                <a:srgbClr val="395400"/>
              </a:solidFill>
              <a:latin typeface="Spinnaker"/>
              <a:ea typeface="Spinnaker"/>
              <a:cs typeface="Spinnaker"/>
              <a:sym typeface="Spinnake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9" name="Shape 3449"/>
        <p:cNvGrpSpPr/>
        <p:nvPr/>
      </p:nvGrpSpPr>
      <p:grpSpPr>
        <a:xfrm>
          <a:off x="0" y="0"/>
          <a:ext cx="0" cy="0"/>
          <a:chOff x="0" y="0"/>
          <a:chExt cx="0" cy="0"/>
        </a:xfrm>
      </p:grpSpPr>
      <p:sp>
        <p:nvSpPr>
          <p:cNvPr id="3450" name="Google Shape;3450;g3a8e3f4be1e_0_2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1" name="Google Shape;3451;g3a8e3f4be1e_0_2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g3c243d3e95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8" name="Google Shape;3458;g3c243d3e95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a lot of data so we needed to look at each dataset big picture and address any concerns. Right off the bat all three of our datasets had gaps where we we did not have data for weeks at a time. We began by splitting the datasets up into more continuous pieces. So Baton Rouge was split into 2 pieces and then split again after we saw those chunks also had week long gaps in them. St. Louis was split into the 3 chunks you can visually see above and those 3 were pretty continuous. Since Baton Rouge data was time stamped and either collected at 3am or 6am, we also separated out the Baton Rouge data into 2 time series of data collected at 3am and 6am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3" name="Shape 3463"/>
        <p:cNvGrpSpPr/>
        <p:nvPr/>
      </p:nvGrpSpPr>
      <p:grpSpPr>
        <a:xfrm>
          <a:off x="0" y="0"/>
          <a:ext cx="0" cy="0"/>
          <a:chOff x="0" y="0"/>
          <a:chExt cx="0" cy="0"/>
        </a:xfrm>
      </p:grpSpPr>
      <p:sp>
        <p:nvSpPr>
          <p:cNvPr id="3464" name="Google Shape;3464;g3c243d3e9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5" name="Google Shape;3465;g3c243d3e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our third dataset, Baltimore. Baltimore is the longest spanning of our datasets so it was the one we had to break up the most. In the top left you can see the original plot that had a big gap in the middle. We split it into two and then realized that the first half had many gaps in data collection longer than 7 days, so that first left half was broken into 9 pieces. The half on the right had pretty regular data collection so we did not need to split it up further. We decided to use Period 10 as a starting point for our actual analysis since it was a section of our data that was regularly measured and had a large amount of observations.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1" name="Shape 3471"/>
        <p:cNvGrpSpPr/>
        <p:nvPr/>
      </p:nvGrpSpPr>
      <p:grpSpPr>
        <a:xfrm>
          <a:off x="0" y="0"/>
          <a:ext cx="0" cy="0"/>
          <a:chOff x="0" y="0"/>
          <a:chExt cx="0" cy="0"/>
        </a:xfrm>
      </p:grpSpPr>
      <p:sp>
        <p:nvSpPr>
          <p:cNvPr id="3472" name="Google Shape;3472;g3c243d3e95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3" name="Google Shape;3473;g3c243d3e95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wanted to look at periodic trends within the data. One thing we were really interested in was if there was </a:t>
            </a:r>
            <a:r>
              <a:rPr lang="en" sz="1300">
                <a:solidFill>
                  <a:schemeClr val="dk1"/>
                </a:solidFill>
                <a:latin typeface="Times New Roman"/>
                <a:ea typeface="Times New Roman"/>
                <a:cs typeface="Times New Roman"/>
                <a:sym typeface="Times New Roman"/>
              </a:rPr>
              <a:t>any weekday effects resulting from something like maybe traffic spiking on Mondays and bottoming out on weekends. For this data we found no significant weekly trend.</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All species show flat profiles across Monday-Sunday with no weekend effect and then we also did</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Statistical tests (t-tests) confirmed no significant weekday vs. weekend differences (all p &gt; 0.12)</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We did see some significant seasonal differences </a:t>
            </a:r>
            <a:r>
              <a:rPr lang="en" sz="1300">
                <a:solidFill>
                  <a:schemeClr val="dk1"/>
                </a:solidFill>
                <a:latin typeface="Times New Roman"/>
                <a:ea typeface="Times New Roman"/>
                <a:cs typeface="Times New Roman"/>
                <a:sym typeface="Times New Roman"/>
              </a:rPr>
              <a:t>between</a:t>
            </a:r>
            <a:r>
              <a:rPr lang="en" sz="1300">
                <a:solidFill>
                  <a:schemeClr val="dk1"/>
                </a:solidFill>
                <a:latin typeface="Times New Roman"/>
                <a:ea typeface="Times New Roman"/>
                <a:cs typeface="Times New Roman"/>
                <a:sym typeface="Times New Roman"/>
              </a:rPr>
              <a:t> winter and summer though.</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We can see that in the lollipop chart on </a:t>
            </a:r>
            <a:r>
              <a:rPr lang="en" sz="1300">
                <a:solidFill>
                  <a:schemeClr val="dk1"/>
                </a:solidFill>
                <a:latin typeface="Times New Roman"/>
                <a:ea typeface="Times New Roman"/>
                <a:cs typeface="Times New Roman"/>
                <a:sym typeface="Times New Roman"/>
              </a:rPr>
              <a:t>the</a:t>
            </a:r>
            <a:r>
              <a:rPr lang="en" sz="1300">
                <a:solidFill>
                  <a:schemeClr val="dk1"/>
                </a:solidFill>
                <a:latin typeface="Times New Roman"/>
                <a:ea typeface="Times New Roman"/>
                <a:cs typeface="Times New Roman"/>
                <a:sym typeface="Times New Roman"/>
              </a:rPr>
              <a:t> right.</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Winter: nitrate 59% higher than in summer , elemental carbon 30% higher, potassium 28% higher</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Summer: sulfate 43% higher than in winter, ammonium 12% higher</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Seasonal ANOVA showed highly significant differences (p &lt; 0.0001) for all those species except ammonium p = 0.06</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Iron, oc, sodium ion, pm2.5 did not have signifiant change</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8" name="Shape 3478"/>
        <p:cNvGrpSpPr/>
        <p:nvPr/>
      </p:nvGrpSpPr>
      <p:grpSpPr>
        <a:xfrm>
          <a:off x="0" y="0"/>
          <a:ext cx="0" cy="0"/>
          <a:chOff x="0" y="0"/>
          <a:chExt cx="0" cy="0"/>
        </a:xfrm>
      </p:grpSpPr>
      <p:sp>
        <p:nvSpPr>
          <p:cNvPr id="3479" name="Google Shape;3479;g3c243d3e95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0" name="Google Shape;3480;g3c243d3e95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 the right we have the ACF plot for the top 5 species in the Baltimore Period 10 Data.</a:t>
            </a:r>
            <a:endParaRPr>
              <a:solidFill>
                <a:schemeClr val="dk1"/>
              </a:solidFill>
            </a:endParaRPr>
          </a:p>
          <a:p>
            <a:pPr indent="0" lvl="0" marL="0" rtl="0" algn="l">
              <a:spcBef>
                <a:spcPts val="0"/>
              </a:spcBef>
              <a:spcAft>
                <a:spcPts val="0"/>
              </a:spcAft>
              <a:buNone/>
            </a:pPr>
            <a:r>
              <a:rPr lang="en">
                <a:solidFill>
                  <a:schemeClr val="dk1"/>
                </a:solidFill>
              </a:rPr>
              <a:t>The ACF plot measures autocorrelation which is  how well past values predict current values at different time lags. I have it set to 3.5 days per lag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see Nitrate (purple) has the longest memory, staying correlated at 10+ lags. Sulfate shows moderate 2-3 week persistence, while PM2.5, organic carbon, and ammonium lose correlation within days. Most importantly, no species shows peaks at lags 2-3 which is the one-week mark supporting our finding that there's no weekend effect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Moving forward we want to extend all this analysis to the other periods of Baltimore and then hopefully repeat the same process with the other regions to wrap up time series EDA.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Total Nitrate (Purple):</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Concentrations stay strongly correlated for over a month, with values from 36+ days ago still helping predict today's levels.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Sulfate (Blue):</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Shows moderate but erratic persistence, with correlations oscillating between 0.1 and 0.3 for about 2-3 weeks before fading.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PM2.5 (Teal):</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Starts with weak correlation around 0.2 and smoothly declines to near-zero within 10-14 days.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Organic Carbon (Yellow):</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Displays minimal correlation, dropping rapidly below 0.2 within 2-3 weeks and oscillating near zero afterward.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Ammonium Ion (Red):</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Shows almost no correlation at any lag, hovering near zero throughout with no discernible pattern or persistence.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g3a90e8b5c67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6" name="Google Shape;3486;g3a90e8b5c6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George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g3c24e4ec2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3" name="Google Shape;3493;g3c24e4ec2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Data Redundancy: </a:t>
            </a:r>
            <a:r>
              <a:rPr lang="en" sz="1400">
                <a:solidFill>
                  <a:srgbClr val="395400"/>
                </a:solidFill>
                <a:latin typeface="Spinnaker"/>
                <a:ea typeface="Spinnaker"/>
                <a:cs typeface="Spinnaker"/>
                <a:sym typeface="Spinnaker"/>
              </a:rPr>
              <a:t>First, 'Organic Matter' and 'Organic Carbon' merge at near-zero distance. While they aren't chemically identical, they are statistically indistinguishable in this dataset. We removed Organic Matter to prevent collinearity issues in the model.</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Secondary Aerosols: </a:t>
            </a:r>
            <a:r>
              <a:rPr lang="en" sz="1400">
                <a:solidFill>
                  <a:srgbClr val="395400"/>
                </a:solidFill>
                <a:latin typeface="Spinnaker"/>
                <a:ea typeface="Spinnaker"/>
                <a:cs typeface="Spinnaker"/>
                <a:sym typeface="Spinnaker"/>
              </a:rPr>
              <a:t>We see Sulfate and Ammonium forming a tight sub-cluster with PM2.5. This aligns with atmospheric theory, suggesting that Secondary Inorganic Aerosols—pollution formed in the atmosphere rather than emitted directly—are a major driver of total mass here.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Industrial Sources:</a:t>
            </a:r>
            <a:r>
              <a:rPr lang="en" sz="1400">
                <a:solidFill>
                  <a:srgbClr val="395400"/>
                </a:solidFill>
                <a:latin typeface="Spinnaker"/>
                <a:ea typeface="Spinnaker"/>
                <a:cs typeface="Spinnaker"/>
                <a:sym typeface="Spinnaker"/>
              </a:rPr>
              <a:t> Finally, Chromium and Nickel form a distinct pair, separate from the road dust elements. This indicates a specific industrial or metallurgical source, likely fuel-oil combustion or metal processing, distinct from general traffic."</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3c24e4ec28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1" name="Google Shape;3501;g3c24e4ec28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Traffic Signal: </a:t>
            </a:r>
            <a:r>
              <a:rPr lang="en" sz="1400">
                <a:solidFill>
                  <a:srgbClr val="395400"/>
                </a:solidFill>
                <a:latin typeface="Spinnaker"/>
                <a:ea typeface="Spinnaker"/>
                <a:cs typeface="Spinnaker"/>
                <a:sym typeface="Spinnaker"/>
              </a:rPr>
              <a:t>We see a grouping of aromatic hydrocarbons, including Toluene and Xylenes. These are chemically associated with traffic emissions and solvents.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Industrial Signal:</a:t>
            </a:r>
            <a:r>
              <a:rPr lang="en" sz="1400">
                <a:solidFill>
                  <a:srgbClr val="395400"/>
                </a:solidFill>
                <a:latin typeface="Spinnaker"/>
                <a:ea typeface="Spinnaker"/>
                <a:cs typeface="Spinnaker"/>
                <a:sym typeface="Spinnaker"/>
              </a:rPr>
              <a:t> Crucially, the Light Alkanes—specifically Ethane and Propane—form a separate cluster from those aromatics.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The Takeaway: </a:t>
            </a:r>
            <a:r>
              <a:rPr lang="en" sz="1400">
                <a:solidFill>
                  <a:srgbClr val="395400"/>
                </a:solidFill>
                <a:latin typeface="Spinnaker"/>
                <a:ea typeface="Spinnaker"/>
                <a:cs typeface="Spinnaker"/>
                <a:sym typeface="Spinnaker"/>
              </a:rPr>
              <a:t>This structural separation is a strong indicator that the model can distinguish between petrochemical or natural gas signatures and standard urban traffic. It suggests we will be able to resolve these as distinct sources in the final apportionment."</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8" name="Shape 3508"/>
        <p:cNvGrpSpPr/>
        <p:nvPr/>
      </p:nvGrpSpPr>
      <p:grpSpPr>
        <a:xfrm>
          <a:off x="0" y="0"/>
          <a:ext cx="0" cy="0"/>
          <a:chOff x="0" y="0"/>
          <a:chExt cx="0" cy="0"/>
        </a:xfrm>
      </p:grpSpPr>
      <p:sp>
        <p:nvSpPr>
          <p:cNvPr id="3509" name="Google Shape;3509;g3c24e4ec28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0" name="Google Shape;3510;g3c24e4ec28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Carbon Cluster:</a:t>
            </a:r>
            <a:r>
              <a:rPr lang="en" sz="1400">
                <a:solidFill>
                  <a:srgbClr val="395400"/>
                </a:solidFill>
                <a:latin typeface="Spinnaker"/>
                <a:ea typeface="Spinnaker"/>
                <a:cs typeface="Spinnaker"/>
                <a:sym typeface="Spinnaker"/>
              </a:rPr>
              <a:t> Elemental Carbon and Organic Carbon cluster tightly together. This indicates that combustion sources are releasing these pollutants simultaneously.</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Coal Fingerprint:</a:t>
            </a:r>
            <a:r>
              <a:rPr lang="en" sz="1400">
                <a:solidFill>
                  <a:srgbClr val="395400"/>
                </a:solidFill>
                <a:latin typeface="Spinnaker"/>
                <a:ea typeface="Spinnaker"/>
                <a:cs typeface="Spinnaker"/>
                <a:sym typeface="Spinnaker"/>
              </a:rPr>
              <a:t> The most significant finding is that Sulfate groups specifically with Selenium.</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Why that matters: </a:t>
            </a:r>
            <a:r>
              <a:rPr lang="en" sz="1400">
                <a:solidFill>
                  <a:srgbClr val="395400"/>
                </a:solidFill>
                <a:latin typeface="Spinnaker"/>
                <a:ea typeface="Spinnaker"/>
                <a:cs typeface="Spinnaker"/>
                <a:sym typeface="Spinnaker"/>
              </a:rPr>
              <a:t>Selenium is a known tracer for coal impurities. Finding it linked with Sulfate is consistent with the signature of regional coal-fired power plants, allowing us to differentiate regional power generation from local urban pollution.</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7" name="Shape 3517"/>
        <p:cNvGrpSpPr/>
        <p:nvPr/>
      </p:nvGrpSpPr>
      <p:grpSpPr>
        <a:xfrm>
          <a:off x="0" y="0"/>
          <a:ext cx="0" cy="0"/>
          <a:chOff x="0" y="0"/>
          <a:chExt cx="0" cy="0"/>
        </a:xfrm>
      </p:grpSpPr>
      <p:sp>
        <p:nvSpPr>
          <p:cNvPr id="3518" name="Google Shape;3518;g3a90e8b5c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9" name="Google Shape;3519;g3a90e8b5c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4" name="Shape 3524"/>
        <p:cNvGrpSpPr/>
        <p:nvPr/>
      </p:nvGrpSpPr>
      <p:grpSpPr>
        <a:xfrm>
          <a:off x="0" y="0"/>
          <a:ext cx="0" cy="0"/>
          <a:chOff x="0" y="0"/>
          <a:chExt cx="0" cy="0"/>
        </a:xfrm>
      </p:grpSpPr>
      <p:sp>
        <p:nvSpPr>
          <p:cNvPr id="3525" name="Google Shape;3525;g3c22eaa28e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6" name="Google Shape;3526;g3c22eaa28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fit PCA to try and find sources of variation. The scree plots show how variance is distributed across principal components for each city. Baton Rouge has a lot of PCs which suggests there are </a:t>
            </a:r>
            <a:r>
              <a:rPr b="1" lang="en">
                <a:solidFill>
                  <a:schemeClr val="dk1"/>
                </a:solidFill>
              </a:rPr>
              <a:t>multiple distinct sources of variability</a:t>
            </a:r>
            <a:r>
              <a:rPr lang="en">
                <a:solidFill>
                  <a:schemeClr val="dk1"/>
                </a:solidFill>
              </a:rPr>
              <a:t> compared to St louis which has fewer components and a steeper decline.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of the number of PCs, we used a cumulative variance threshold of 70-80% instead of the elbow method giving us 8 PCs for baltimore, 5 for baton rouge, and 6 for st louis</a:t>
            </a:r>
            <a:endParaRPr>
              <a:solidFill>
                <a:schemeClr val="dk1"/>
              </a:solidFill>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2" name="Shape 3532"/>
        <p:cNvGrpSpPr/>
        <p:nvPr/>
      </p:nvGrpSpPr>
      <p:grpSpPr>
        <a:xfrm>
          <a:off x="0" y="0"/>
          <a:ext cx="0" cy="0"/>
          <a:chOff x="0" y="0"/>
          <a:chExt cx="0" cy="0"/>
        </a:xfrm>
      </p:grpSpPr>
      <p:sp>
        <p:nvSpPr>
          <p:cNvPr id="3533" name="Google Shape;3533;g3c22eaa28e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4" name="Google Shape;3534;g3c22eaa28e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95400"/>
                </a:solidFill>
                <a:latin typeface="Spinnaker"/>
                <a:ea typeface="Spinnaker"/>
                <a:cs typeface="Spinnaker"/>
                <a:sym typeface="Spinnaker"/>
              </a:rPr>
              <a:t>This figure shows the observations in a PC1 PC2 space. </a:t>
            </a:r>
            <a:r>
              <a:rPr lang="en">
                <a:solidFill>
                  <a:schemeClr val="dk1"/>
                </a:solidFill>
              </a:rPr>
              <a:t> </a:t>
            </a:r>
            <a:r>
              <a:rPr b="1" lang="en" sz="1400">
                <a:solidFill>
                  <a:schemeClr val="dk2"/>
                </a:solidFill>
                <a:latin typeface="Spinnaker"/>
                <a:ea typeface="Spinnaker"/>
                <a:cs typeface="Spinnaker"/>
                <a:sym typeface="Spinnaker"/>
              </a:rPr>
              <a:t>Baton Rouge exhibits the greatest spread</a:t>
            </a:r>
            <a:r>
              <a:rPr lang="en" sz="1400">
                <a:solidFill>
                  <a:schemeClr val="dk2"/>
                </a:solidFill>
                <a:latin typeface="Spinnaker"/>
                <a:ea typeface="Spinnaker"/>
                <a:cs typeface="Spinnaker"/>
                <a:sym typeface="Spinnaker"/>
              </a:rPr>
              <a:t>, indicating substantially higher variability captured by the first two components while St louis and Baltimore form more compact clusters showing the dominant variability is </a:t>
            </a:r>
            <a:r>
              <a:rPr lang="en" sz="1400">
                <a:solidFill>
                  <a:schemeClr val="dk2"/>
                </a:solidFill>
                <a:latin typeface="Spinnaker"/>
                <a:ea typeface="Spinnaker"/>
                <a:cs typeface="Spinnaker"/>
                <a:sym typeface="Spinnaker"/>
              </a:rPr>
              <a:t>more constrained among the first two components. Using this we can look at the factor loadings in a new perspective.</a:t>
            </a:r>
            <a:endParaRPr sz="1700">
              <a:solidFill>
                <a:schemeClr val="dk2"/>
              </a:solidFill>
              <a:latin typeface="Spinnaker"/>
              <a:ea typeface="Spinnaker"/>
              <a:cs typeface="Spinnaker"/>
              <a:sym typeface="Spinnake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0" name="Shape 3540"/>
        <p:cNvGrpSpPr/>
        <p:nvPr/>
      </p:nvGrpSpPr>
      <p:grpSpPr>
        <a:xfrm>
          <a:off x="0" y="0"/>
          <a:ext cx="0" cy="0"/>
          <a:chOff x="0" y="0"/>
          <a:chExt cx="0" cy="0"/>
        </a:xfrm>
      </p:grpSpPr>
      <p:sp>
        <p:nvSpPr>
          <p:cNvPr id="3541" name="Google Shape;3541;g3c22eaa28e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2" name="Google Shape;3542;g3c22eaa28e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summarizes the first principal component, which captures the dominant covariance structure in each city. Some factor loadings are positive and negative which shows groups of chemical species that increase and decrease with others.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Baltimore</a:t>
            </a:r>
            <a:r>
              <a:rPr lang="en">
                <a:solidFill>
                  <a:schemeClr val="dk1"/>
                </a:solidFill>
              </a:rPr>
              <a:t>, PC1 separates combustion metals and from marine species, suggesting a contrast between urban emissions and coastal influence. This makes sense location wise.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Baton Rouge</a:t>
            </a:r>
            <a:r>
              <a:rPr lang="en">
                <a:solidFill>
                  <a:schemeClr val="dk1"/>
                </a:solidFill>
              </a:rPr>
              <a:t>, PC1 is driven by industrial fuel VOCs contrasted with biogenic hydrocarbons. This points to strong industrial versus natural emission dynamics.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in </a:t>
            </a:r>
            <a:r>
              <a:rPr b="1" lang="en">
                <a:solidFill>
                  <a:schemeClr val="dk1"/>
                </a:solidFill>
              </a:rPr>
              <a:t>St. Louis</a:t>
            </a:r>
            <a:r>
              <a:rPr lang="en">
                <a:solidFill>
                  <a:schemeClr val="dk1"/>
                </a:solidFill>
              </a:rPr>
              <a:t>, PC1 contrasts trace metals with primary metal emissions.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only PC1 is shown but we can look at the factor loadings for other PCs as well to get more information.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covariance structure tells us how many factors we expect and how we can potentially interpret them in the source apportionment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 </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g3a956b3e48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0" name="Google Shape;3550;g3a956b3e4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4.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2.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6.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 name="Google Shape;56;p14"/>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7" name="Google Shape;57;p14"/>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8" name="Google Shape;58;p14"/>
          <p:cNvGrpSpPr/>
          <p:nvPr/>
        </p:nvGrpSpPr>
        <p:grpSpPr>
          <a:xfrm>
            <a:off x="-421050" y="-872075"/>
            <a:ext cx="10524450" cy="6436800"/>
            <a:chOff x="-421050" y="-872075"/>
            <a:chExt cx="10524450" cy="6436800"/>
          </a:xfrm>
        </p:grpSpPr>
        <p:sp>
          <p:nvSpPr>
            <p:cNvPr id="59" name="Google Shape;59;p1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0" name="Google Shape;60;p14"/>
            <p:cNvGrpSpPr/>
            <p:nvPr/>
          </p:nvGrpSpPr>
          <p:grpSpPr>
            <a:xfrm>
              <a:off x="6148925" y="-872075"/>
              <a:ext cx="2489300" cy="1740000"/>
              <a:chOff x="6148925" y="-872075"/>
              <a:chExt cx="2489300" cy="1740000"/>
            </a:xfrm>
          </p:grpSpPr>
          <p:sp>
            <p:nvSpPr>
              <p:cNvPr id="61" name="Google Shape;61;p1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2" name="Google Shape;62;p1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3" name="Google Shape;63;p1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 name="Google Shape;64;p1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5" name="Google Shape;65;p14"/>
          <p:cNvGrpSpPr/>
          <p:nvPr/>
        </p:nvGrpSpPr>
        <p:grpSpPr>
          <a:xfrm>
            <a:off x="-148218" y="81904"/>
            <a:ext cx="10251619" cy="5069347"/>
            <a:chOff x="-148218" y="81904"/>
            <a:chExt cx="10251619" cy="5069347"/>
          </a:xfrm>
        </p:grpSpPr>
        <p:pic>
          <p:nvPicPr>
            <p:cNvPr id="66" name="Google Shape;66;p1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67" name="Google Shape;67;p14"/>
            <p:cNvGrpSpPr/>
            <p:nvPr/>
          </p:nvGrpSpPr>
          <p:grpSpPr>
            <a:xfrm>
              <a:off x="359837" y="4401391"/>
              <a:ext cx="1102438" cy="577167"/>
              <a:chOff x="359837" y="4401391"/>
              <a:chExt cx="1102438" cy="577167"/>
            </a:xfrm>
          </p:grpSpPr>
          <p:pic>
            <p:nvPicPr>
              <p:cNvPr id="68" name="Google Shape;68;p1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 name="Google Shape;69;p1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70" name="Google Shape;70;p14"/>
            <p:cNvGrpSpPr/>
            <p:nvPr/>
          </p:nvGrpSpPr>
          <p:grpSpPr>
            <a:xfrm>
              <a:off x="-148218" y="81904"/>
              <a:ext cx="1188426" cy="1227668"/>
              <a:chOff x="-7843" y="83454"/>
              <a:chExt cx="1188426" cy="1227668"/>
            </a:xfrm>
          </p:grpSpPr>
          <p:pic>
            <p:nvPicPr>
              <p:cNvPr id="71" name="Google Shape;71;p1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72" name="Google Shape;72;p1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73" name="Google Shape;73;p1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74" name="Google Shape;74;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pic>
        <p:nvPicPr>
          <p:cNvPr id="76" name="Google Shape;76;p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7" name="Google Shape;77;p15"/>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 name="Google Shape;78;p15"/>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79" name="Google Shape;79;p15"/>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0" name="Google Shape;80;p15"/>
          <p:cNvGrpSpPr/>
          <p:nvPr/>
        </p:nvGrpSpPr>
        <p:grpSpPr>
          <a:xfrm>
            <a:off x="8206512" y="4230524"/>
            <a:ext cx="848365" cy="950159"/>
            <a:chOff x="41662" y="277999"/>
            <a:chExt cx="848365" cy="950159"/>
          </a:xfrm>
        </p:grpSpPr>
        <p:pic>
          <p:nvPicPr>
            <p:cNvPr id="81" name="Google Shape;81;p1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2" name="Google Shape;82;p1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 name="Google Shape;83;p1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84" name="Google Shape;84;p15"/>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85" name="Google Shape;85;p15"/>
          <p:cNvGrpSpPr/>
          <p:nvPr/>
        </p:nvGrpSpPr>
        <p:grpSpPr>
          <a:xfrm>
            <a:off x="-601700" y="-872075"/>
            <a:ext cx="10705100" cy="5548225"/>
            <a:chOff x="-601700" y="-872075"/>
            <a:chExt cx="10705100" cy="5548225"/>
          </a:xfrm>
        </p:grpSpPr>
        <p:sp>
          <p:nvSpPr>
            <p:cNvPr id="86" name="Google Shape;86;p1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7" name="Google Shape;87;p15"/>
            <p:cNvGrpSpPr/>
            <p:nvPr/>
          </p:nvGrpSpPr>
          <p:grpSpPr>
            <a:xfrm rot="5400000">
              <a:off x="-2006450" y="1404750"/>
              <a:ext cx="4014600" cy="1205100"/>
              <a:chOff x="150" y="4543750"/>
              <a:chExt cx="4014600" cy="1205100"/>
            </a:xfrm>
          </p:grpSpPr>
          <p:sp>
            <p:nvSpPr>
              <p:cNvPr id="88" name="Google Shape;88;p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9" name="Google Shape;89;p15"/>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0" name="Google Shape;90;p15"/>
            <p:cNvGrpSpPr/>
            <p:nvPr/>
          </p:nvGrpSpPr>
          <p:grpSpPr>
            <a:xfrm>
              <a:off x="6148925" y="-872075"/>
              <a:ext cx="2489300" cy="1740000"/>
              <a:chOff x="6148925" y="-872075"/>
              <a:chExt cx="2489300" cy="1740000"/>
            </a:xfrm>
          </p:grpSpPr>
          <p:sp>
            <p:nvSpPr>
              <p:cNvPr id="91" name="Google Shape;91;p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2" name="Google Shape;92;p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pic>
        <p:nvPicPr>
          <p:cNvPr id="94" name="Google Shape;94;p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 name="Google Shape;9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6" name="Google Shape;96;p16"/>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7" name="Google Shape;97;p16"/>
          <p:cNvGrpSpPr/>
          <p:nvPr/>
        </p:nvGrpSpPr>
        <p:grpSpPr>
          <a:xfrm>
            <a:off x="150" y="2779250"/>
            <a:ext cx="10103250" cy="2785475"/>
            <a:chOff x="150" y="2779250"/>
            <a:chExt cx="10103250" cy="2785475"/>
          </a:xfrm>
        </p:grpSpPr>
        <p:sp>
          <p:nvSpPr>
            <p:cNvPr id="98" name="Google Shape;98;p1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 name="Google Shape;99;p1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0" name="Google Shape;100;p16"/>
          <p:cNvGrpSpPr/>
          <p:nvPr/>
        </p:nvGrpSpPr>
        <p:grpSpPr>
          <a:xfrm>
            <a:off x="2" y="156617"/>
            <a:ext cx="1462273" cy="4821940"/>
            <a:chOff x="2" y="156617"/>
            <a:chExt cx="1462273" cy="4821940"/>
          </a:xfrm>
        </p:grpSpPr>
        <p:grpSp>
          <p:nvGrpSpPr>
            <p:cNvPr id="101" name="Google Shape;101;p16"/>
            <p:cNvGrpSpPr/>
            <p:nvPr/>
          </p:nvGrpSpPr>
          <p:grpSpPr>
            <a:xfrm>
              <a:off x="2" y="156617"/>
              <a:ext cx="719987" cy="944360"/>
              <a:chOff x="2" y="156617"/>
              <a:chExt cx="719987" cy="944360"/>
            </a:xfrm>
          </p:grpSpPr>
          <p:pic>
            <p:nvPicPr>
              <p:cNvPr id="102" name="Google Shape;102;p1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03" name="Google Shape;103;p1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04" name="Google Shape;104;p16"/>
            <p:cNvGrpSpPr/>
            <p:nvPr/>
          </p:nvGrpSpPr>
          <p:grpSpPr>
            <a:xfrm>
              <a:off x="359837" y="4401391"/>
              <a:ext cx="1102438" cy="577167"/>
              <a:chOff x="359837" y="4401391"/>
              <a:chExt cx="1102438" cy="577167"/>
            </a:xfrm>
          </p:grpSpPr>
          <p:pic>
            <p:nvPicPr>
              <p:cNvPr id="105" name="Google Shape;105;p1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06" name="Google Shape;106;p1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pic>
        <p:nvPicPr>
          <p:cNvPr id="108" name="Google Shape;108;p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 name="Google Shape;10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 name="Google Shape;110;p17"/>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1" name="Google Shape;111;p17"/>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2" name="Google Shape;112;p17"/>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 name="Google Shape;113;p17"/>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4" name="Google Shape;114;p17"/>
          <p:cNvGrpSpPr/>
          <p:nvPr/>
        </p:nvGrpSpPr>
        <p:grpSpPr>
          <a:xfrm>
            <a:off x="150" y="2779250"/>
            <a:ext cx="10103250" cy="2785475"/>
            <a:chOff x="150" y="2779250"/>
            <a:chExt cx="10103250" cy="2785475"/>
          </a:xfrm>
        </p:grpSpPr>
        <p:sp>
          <p:nvSpPr>
            <p:cNvPr id="115" name="Google Shape;115;p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6" name="Google Shape;116;p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7" name="Google Shape;117;p17"/>
          <p:cNvGrpSpPr/>
          <p:nvPr/>
        </p:nvGrpSpPr>
        <p:grpSpPr>
          <a:xfrm>
            <a:off x="2" y="156617"/>
            <a:ext cx="10103400" cy="4994633"/>
            <a:chOff x="2" y="156617"/>
            <a:chExt cx="10103400" cy="4994633"/>
          </a:xfrm>
        </p:grpSpPr>
        <p:grpSp>
          <p:nvGrpSpPr>
            <p:cNvPr id="118" name="Google Shape;118;p17"/>
            <p:cNvGrpSpPr/>
            <p:nvPr/>
          </p:nvGrpSpPr>
          <p:grpSpPr>
            <a:xfrm>
              <a:off x="2" y="156617"/>
              <a:ext cx="719987" cy="944360"/>
              <a:chOff x="2" y="156617"/>
              <a:chExt cx="719987" cy="944360"/>
            </a:xfrm>
          </p:grpSpPr>
          <p:pic>
            <p:nvPicPr>
              <p:cNvPr id="119" name="Google Shape;119;p17"/>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20" name="Google Shape;120;p17"/>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21" name="Google Shape;121;p17"/>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2" name="Google Shape;122;p17"/>
            <p:cNvGrpSpPr/>
            <p:nvPr/>
          </p:nvGrpSpPr>
          <p:grpSpPr>
            <a:xfrm>
              <a:off x="359837" y="4401391"/>
              <a:ext cx="1102438" cy="577167"/>
              <a:chOff x="359837" y="4401391"/>
              <a:chExt cx="1102438" cy="577167"/>
            </a:xfrm>
          </p:grpSpPr>
          <p:pic>
            <p:nvPicPr>
              <p:cNvPr id="123" name="Google Shape;123;p17"/>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4" name="Google Shape;124;p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pic>
        <p:nvPicPr>
          <p:cNvPr id="126" name="Google Shape;126;p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7" name="Google Shape;12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8" name="Google Shape;128;p18"/>
          <p:cNvGrpSpPr/>
          <p:nvPr/>
        </p:nvGrpSpPr>
        <p:grpSpPr>
          <a:xfrm>
            <a:off x="5129400" y="4543750"/>
            <a:ext cx="4014600" cy="1205100"/>
            <a:chOff x="5129400" y="4543750"/>
            <a:chExt cx="4014600" cy="1205100"/>
          </a:xfrm>
        </p:grpSpPr>
        <p:sp>
          <p:nvSpPr>
            <p:cNvPr id="129" name="Google Shape;129;p18"/>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0" name="Google Shape;130;p18"/>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1" name="Google Shape;131;p18"/>
          <p:cNvGrpSpPr/>
          <p:nvPr/>
        </p:nvGrpSpPr>
        <p:grpSpPr>
          <a:xfrm>
            <a:off x="2" y="156617"/>
            <a:ext cx="9296400" cy="4986881"/>
            <a:chOff x="2" y="156617"/>
            <a:chExt cx="9296400" cy="4986881"/>
          </a:xfrm>
        </p:grpSpPr>
        <p:grpSp>
          <p:nvGrpSpPr>
            <p:cNvPr id="132" name="Google Shape;132;p18"/>
            <p:cNvGrpSpPr/>
            <p:nvPr/>
          </p:nvGrpSpPr>
          <p:grpSpPr>
            <a:xfrm>
              <a:off x="2" y="156617"/>
              <a:ext cx="719987" cy="944360"/>
              <a:chOff x="2" y="156617"/>
              <a:chExt cx="719987" cy="944360"/>
            </a:xfrm>
          </p:grpSpPr>
          <p:pic>
            <p:nvPicPr>
              <p:cNvPr id="133" name="Google Shape;133;p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4" name="Google Shape;134;p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5" name="Google Shape;135;p18"/>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pic>
        <p:nvPicPr>
          <p:cNvPr id="137" name="Google Shape;137;p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 name="Google Shape;138;p19"/>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9" name="Google Shape;139;p19"/>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40" name="Google Shape;140;p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 name="Google Shape;141;p19"/>
          <p:cNvGrpSpPr/>
          <p:nvPr/>
        </p:nvGrpSpPr>
        <p:grpSpPr>
          <a:xfrm>
            <a:off x="2" y="156617"/>
            <a:ext cx="1462273" cy="4821940"/>
            <a:chOff x="2" y="156617"/>
            <a:chExt cx="1462273" cy="4821940"/>
          </a:xfrm>
        </p:grpSpPr>
        <p:grpSp>
          <p:nvGrpSpPr>
            <p:cNvPr id="142" name="Google Shape;142;p19"/>
            <p:cNvGrpSpPr/>
            <p:nvPr/>
          </p:nvGrpSpPr>
          <p:grpSpPr>
            <a:xfrm>
              <a:off x="2" y="156617"/>
              <a:ext cx="719987" cy="944360"/>
              <a:chOff x="2" y="156617"/>
              <a:chExt cx="719987" cy="944360"/>
            </a:xfrm>
          </p:grpSpPr>
          <p:pic>
            <p:nvPicPr>
              <p:cNvPr id="143" name="Google Shape;143;p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4" name="Google Shape;144;p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 name="Google Shape;145;p19"/>
            <p:cNvGrpSpPr/>
            <p:nvPr/>
          </p:nvGrpSpPr>
          <p:grpSpPr>
            <a:xfrm>
              <a:off x="359837" y="4401391"/>
              <a:ext cx="1102438" cy="577167"/>
              <a:chOff x="359837" y="4401391"/>
              <a:chExt cx="1102438" cy="577167"/>
            </a:xfrm>
          </p:grpSpPr>
          <p:pic>
            <p:nvPicPr>
              <p:cNvPr id="146" name="Google Shape;146;p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47" name="Google Shape;147;p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8" name="Shape 148"/>
        <p:cNvGrpSpPr/>
        <p:nvPr/>
      </p:nvGrpSpPr>
      <p:grpSpPr>
        <a:xfrm>
          <a:off x="0" y="0"/>
          <a:ext cx="0" cy="0"/>
          <a:chOff x="0" y="0"/>
          <a:chExt cx="0" cy="0"/>
        </a:xfrm>
      </p:grpSpPr>
      <p:pic>
        <p:nvPicPr>
          <p:cNvPr id="149" name="Google Shape;149;p2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0" name="Google Shape;150;p20"/>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51" name="Google Shape;151;p20"/>
          <p:cNvGrpSpPr/>
          <p:nvPr/>
        </p:nvGrpSpPr>
        <p:grpSpPr>
          <a:xfrm>
            <a:off x="-421050" y="0"/>
            <a:ext cx="10524450" cy="5564725"/>
            <a:chOff x="-421050" y="0"/>
            <a:chExt cx="10524450" cy="5564725"/>
          </a:xfrm>
        </p:grpSpPr>
        <p:sp>
          <p:nvSpPr>
            <p:cNvPr id="152" name="Google Shape;152;p2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3" name="Google Shape;153;p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 name="Google Shape;154;p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 name="Google Shape;155;p20"/>
          <p:cNvGrpSpPr/>
          <p:nvPr/>
        </p:nvGrpSpPr>
        <p:grpSpPr>
          <a:xfrm>
            <a:off x="-148218" y="81904"/>
            <a:ext cx="10251619" cy="5069347"/>
            <a:chOff x="-148218" y="81904"/>
            <a:chExt cx="10251619" cy="5069347"/>
          </a:xfrm>
        </p:grpSpPr>
        <p:pic>
          <p:nvPicPr>
            <p:cNvPr id="156" name="Google Shape;156;p2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57" name="Google Shape;157;p20"/>
            <p:cNvGrpSpPr/>
            <p:nvPr/>
          </p:nvGrpSpPr>
          <p:grpSpPr>
            <a:xfrm>
              <a:off x="359837" y="4401391"/>
              <a:ext cx="1102438" cy="577167"/>
              <a:chOff x="359837" y="4401391"/>
              <a:chExt cx="1102438" cy="577167"/>
            </a:xfrm>
          </p:grpSpPr>
          <p:pic>
            <p:nvPicPr>
              <p:cNvPr id="158" name="Google Shape;158;p2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9" name="Google Shape;159;p2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0" name="Google Shape;160;p20"/>
            <p:cNvGrpSpPr/>
            <p:nvPr/>
          </p:nvGrpSpPr>
          <p:grpSpPr>
            <a:xfrm>
              <a:off x="-148218" y="81904"/>
              <a:ext cx="1188426" cy="1227668"/>
              <a:chOff x="-7843" y="83454"/>
              <a:chExt cx="1188426" cy="1227668"/>
            </a:xfrm>
          </p:grpSpPr>
          <p:pic>
            <p:nvPicPr>
              <p:cNvPr id="161" name="Google Shape;161;p2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2" name="Google Shape;162;p2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3" name="Google Shape;163;p2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4" name="Shape 164"/>
        <p:cNvGrpSpPr/>
        <p:nvPr/>
      </p:nvGrpSpPr>
      <p:grpSpPr>
        <a:xfrm>
          <a:off x="0" y="0"/>
          <a:ext cx="0" cy="0"/>
          <a:chOff x="0" y="0"/>
          <a:chExt cx="0" cy="0"/>
        </a:xfrm>
      </p:grpSpPr>
      <p:pic>
        <p:nvPicPr>
          <p:cNvPr id="165" name="Google Shape;165;p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6" name="Google Shape;166;p21"/>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67" name="Google Shape;167;p21"/>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8" name="Google Shape;168;p21"/>
          <p:cNvGrpSpPr/>
          <p:nvPr/>
        </p:nvGrpSpPr>
        <p:grpSpPr>
          <a:xfrm>
            <a:off x="0" y="-859375"/>
            <a:ext cx="9504775" cy="6608225"/>
            <a:chOff x="0" y="-859375"/>
            <a:chExt cx="9504775" cy="6608225"/>
          </a:xfrm>
        </p:grpSpPr>
        <p:grpSp>
          <p:nvGrpSpPr>
            <p:cNvPr id="169" name="Google Shape;169;p21"/>
            <p:cNvGrpSpPr/>
            <p:nvPr/>
          </p:nvGrpSpPr>
          <p:grpSpPr>
            <a:xfrm flipH="1">
              <a:off x="5129400" y="4543750"/>
              <a:ext cx="4014600" cy="1205100"/>
              <a:chOff x="150" y="4543750"/>
              <a:chExt cx="4014600" cy="1205100"/>
            </a:xfrm>
          </p:grpSpPr>
          <p:sp>
            <p:nvSpPr>
              <p:cNvPr id="170" name="Google Shape;170;p21"/>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1" name="Google Shape;171;p21"/>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2" name="Google Shape;172;p21"/>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3" name="Google Shape;173;p21"/>
            <p:cNvGrpSpPr/>
            <p:nvPr/>
          </p:nvGrpSpPr>
          <p:grpSpPr>
            <a:xfrm flipH="1">
              <a:off x="0" y="-859375"/>
              <a:ext cx="2489300" cy="1740000"/>
              <a:chOff x="6148925" y="-872075"/>
              <a:chExt cx="2489300" cy="1740000"/>
            </a:xfrm>
          </p:grpSpPr>
          <p:sp>
            <p:nvSpPr>
              <p:cNvPr id="174" name="Google Shape;174;p2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 name="Google Shape;175;p2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76" name="Google Shape;176;p21"/>
          <p:cNvGrpSpPr/>
          <p:nvPr/>
        </p:nvGrpSpPr>
        <p:grpSpPr>
          <a:xfrm>
            <a:off x="-736999" y="-445900"/>
            <a:ext cx="10033401" cy="5589398"/>
            <a:chOff x="-736999" y="-445900"/>
            <a:chExt cx="10033401" cy="5589398"/>
          </a:xfrm>
        </p:grpSpPr>
        <p:pic>
          <p:nvPicPr>
            <p:cNvPr id="177" name="Google Shape;177;p2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78" name="Google Shape;178;p21"/>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p22"/>
          <p:cNvSpPr/>
          <p:nvPr>
            <p:ph idx="2" type="pic"/>
          </p:nvPr>
        </p:nvSpPr>
        <p:spPr>
          <a:xfrm>
            <a:off x="-25" y="-13725"/>
            <a:ext cx="9144000" cy="5157300"/>
          </a:xfrm>
          <a:prstGeom prst="rect">
            <a:avLst/>
          </a:prstGeom>
          <a:noFill/>
          <a:ln>
            <a:noFill/>
          </a:ln>
        </p:spPr>
      </p:sp>
      <p:sp>
        <p:nvSpPr>
          <p:cNvPr id="181" name="Google Shape;181;p22"/>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pic>
        <p:nvPicPr>
          <p:cNvPr id="183" name="Google Shape;183;p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4" name="Google Shape;184;p23"/>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5" name="Google Shape;185;p23"/>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6" name="Google Shape;186;p23"/>
          <p:cNvGrpSpPr/>
          <p:nvPr/>
        </p:nvGrpSpPr>
        <p:grpSpPr>
          <a:xfrm>
            <a:off x="-601700" y="-872075"/>
            <a:ext cx="10705100" cy="5548225"/>
            <a:chOff x="-601700" y="-872075"/>
            <a:chExt cx="10705100" cy="5548225"/>
          </a:xfrm>
        </p:grpSpPr>
        <p:sp>
          <p:nvSpPr>
            <p:cNvPr id="187" name="Google Shape;187;p2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8" name="Google Shape;188;p23"/>
            <p:cNvGrpSpPr/>
            <p:nvPr/>
          </p:nvGrpSpPr>
          <p:grpSpPr>
            <a:xfrm rot="5400000">
              <a:off x="-2006450" y="1404750"/>
              <a:ext cx="4014600" cy="1205100"/>
              <a:chOff x="150" y="4543750"/>
              <a:chExt cx="4014600" cy="1205100"/>
            </a:xfrm>
          </p:grpSpPr>
          <p:sp>
            <p:nvSpPr>
              <p:cNvPr id="189" name="Google Shape;189;p2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 name="Google Shape;190;p2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 name="Google Shape;191;p23"/>
            <p:cNvGrpSpPr/>
            <p:nvPr/>
          </p:nvGrpSpPr>
          <p:grpSpPr>
            <a:xfrm>
              <a:off x="6148925" y="-872075"/>
              <a:ext cx="2489300" cy="1740000"/>
              <a:chOff x="6148925" y="-872075"/>
              <a:chExt cx="2489300" cy="1740000"/>
            </a:xfrm>
          </p:grpSpPr>
          <p:sp>
            <p:nvSpPr>
              <p:cNvPr id="192" name="Google Shape;192;p2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 name="Google Shape;193;p2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4" name="Google Shape;194;p23"/>
          <p:cNvGrpSpPr/>
          <p:nvPr/>
        </p:nvGrpSpPr>
        <p:grpSpPr>
          <a:xfrm>
            <a:off x="-100888" y="2838714"/>
            <a:ext cx="9155766" cy="2341969"/>
            <a:chOff x="-100888" y="2838714"/>
            <a:chExt cx="9155766" cy="2341969"/>
          </a:xfrm>
        </p:grpSpPr>
        <p:grpSp>
          <p:nvGrpSpPr>
            <p:cNvPr id="195" name="Google Shape;195;p23"/>
            <p:cNvGrpSpPr/>
            <p:nvPr/>
          </p:nvGrpSpPr>
          <p:grpSpPr>
            <a:xfrm>
              <a:off x="8206512" y="4230524"/>
              <a:ext cx="848365" cy="950159"/>
              <a:chOff x="41662" y="277999"/>
              <a:chExt cx="848365" cy="950159"/>
            </a:xfrm>
          </p:grpSpPr>
          <p:pic>
            <p:nvPicPr>
              <p:cNvPr id="196" name="Google Shape;196;p2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7" name="Google Shape;197;p2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8" name="Google Shape;198;p2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99" name="Google Shape;199;p23"/>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00" name="Shape 20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01" name="Shape 201"/>
        <p:cNvGrpSpPr/>
        <p:nvPr/>
      </p:nvGrpSpPr>
      <p:grpSpPr>
        <a:xfrm>
          <a:off x="0" y="0"/>
          <a:ext cx="0" cy="0"/>
          <a:chOff x="0" y="0"/>
          <a:chExt cx="0" cy="0"/>
        </a:xfrm>
      </p:grpSpPr>
      <p:pic>
        <p:nvPicPr>
          <p:cNvPr id="202" name="Google Shape;202;p2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3" name="Google Shape;203;p25"/>
          <p:cNvGrpSpPr/>
          <p:nvPr/>
        </p:nvGrpSpPr>
        <p:grpSpPr>
          <a:xfrm>
            <a:off x="7033266" y="-738725"/>
            <a:ext cx="2110732" cy="1475400"/>
            <a:chOff x="7033266" y="-738725"/>
            <a:chExt cx="2110732" cy="1475400"/>
          </a:xfrm>
        </p:grpSpPr>
        <p:sp>
          <p:nvSpPr>
            <p:cNvPr id="204" name="Google Shape;204;p25"/>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5" name="Google Shape;205;p25"/>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6" name="Google Shape;20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7" name="Google Shape;207;p25"/>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08" name="Google Shape;208;p25"/>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09" name="Google Shape;209;p25"/>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0" name="Google Shape;210;p25"/>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1" name="Google Shape;211;p25"/>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2" name="Google Shape;212;p25"/>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3" name="Google Shape;213;p25"/>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4" name="Google Shape;214;p25"/>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5" name="Google Shape;215;p25"/>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6" name="Google Shape;216;p25"/>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7" name="Google Shape;217;p25"/>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8" name="Google Shape;218;p25"/>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19" name="Google Shape;219;p25"/>
          <p:cNvGrpSpPr/>
          <p:nvPr/>
        </p:nvGrpSpPr>
        <p:grpSpPr>
          <a:xfrm>
            <a:off x="2" y="156617"/>
            <a:ext cx="9096298" cy="4929890"/>
            <a:chOff x="2" y="156617"/>
            <a:chExt cx="9096298" cy="4929890"/>
          </a:xfrm>
        </p:grpSpPr>
        <p:grpSp>
          <p:nvGrpSpPr>
            <p:cNvPr id="220" name="Google Shape;220;p25"/>
            <p:cNvGrpSpPr/>
            <p:nvPr/>
          </p:nvGrpSpPr>
          <p:grpSpPr>
            <a:xfrm>
              <a:off x="2" y="156617"/>
              <a:ext cx="719987" cy="944360"/>
              <a:chOff x="2" y="156617"/>
              <a:chExt cx="719987" cy="944360"/>
            </a:xfrm>
          </p:grpSpPr>
          <p:pic>
            <p:nvPicPr>
              <p:cNvPr id="221" name="Google Shape;221;p2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2" name="Google Shape;222;p2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3" name="Google Shape;223;p25"/>
            <p:cNvGrpSpPr/>
            <p:nvPr/>
          </p:nvGrpSpPr>
          <p:grpSpPr>
            <a:xfrm>
              <a:off x="7993862" y="4509341"/>
              <a:ext cx="1102438" cy="577167"/>
              <a:chOff x="7993862" y="4509341"/>
              <a:chExt cx="1102438" cy="577167"/>
            </a:xfrm>
          </p:grpSpPr>
          <p:pic>
            <p:nvPicPr>
              <p:cNvPr id="224" name="Google Shape;224;p25"/>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5" name="Google Shape;225;p25"/>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6" name="Shape 226"/>
        <p:cNvGrpSpPr/>
        <p:nvPr/>
      </p:nvGrpSpPr>
      <p:grpSpPr>
        <a:xfrm>
          <a:off x="0" y="0"/>
          <a:ext cx="0" cy="0"/>
          <a:chOff x="0" y="0"/>
          <a:chExt cx="0" cy="0"/>
        </a:xfrm>
      </p:grpSpPr>
      <p:pic>
        <p:nvPicPr>
          <p:cNvPr id="227" name="Google Shape;227;p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8" name="Google Shape;228;p26"/>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9" name="Google Shape;229;p26"/>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30" name="Google Shape;230;p2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31" name="Google Shape;231;p26"/>
          <p:cNvGrpSpPr/>
          <p:nvPr/>
        </p:nvGrpSpPr>
        <p:grpSpPr>
          <a:xfrm>
            <a:off x="0" y="-859375"/>
            <a:ext cx="9755475" cy="6421100"/>
            <a:chOff x="0" y="-859375"/>
            <a:chExt cx="9755475" cy="6421100"/>
          </a:xfrm>
        </p:grpSpPr>
        <p:sp>
          <p:nvSpPr>
            <p:cNvPr id="232" name="Google Shape;232;p2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3" name="Google Shape;233;p26"/>
            <p:cNvGrpSpPr/>
            <p:nvPr/>
          </p:nvGrpSpPr>
          <p:grpSpPr>
            <a:xfrm flipH="1">
              <a:off x="0" y="-859375"/>
              <a:ext cx="2489300" cy="1740000"/>
              <a:chOff x="6148925" y="-872075"/>
              <a:chExt cx="2489300" cy="1740000"/>
            </a:xfrm>
          </p:grpSpPr>
          <p:sp>
            <p:nvSpPr>
              <p:cNvPr id="234" name="Google Shape;234;p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5" name="Google Shape;235;p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6" name="Google Shape;236;p2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37" name="Shape 237"/>
        <p:cNvGrpSpPr/>
        <p:nvPr/>
      </p:nvGrpSpPr>
      <p:grpSpPr>
        <a:xfrm>
          <a:off x="0" y="0"/>
          <a:ext cx="0" cy="0"/>
          <a:chOff x="0" y="0"/>
          <a:chExt cx="0" cy="0"/>
        </a:xfrm>
      </p:grpSpPr>
      <p:pic>
        <p:nvPicPr>
          <p:cNvPr id="238" name="Google Shape;238;p2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 name="Google Shape;239;p27"/>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0" name="Google Shape;240;p27"/>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 name="Google Shape;241;p27"/>
          <p:cNvSpPr/>
          <p:nvPr>
            <p:ph idx="2" type="pic"/>
          </p:nvPr>
        </p:nvSpPr>
        <p:spPr>
          <a:xfrm>
            <a:off x="4898950" y="533875"/>
            <a:ext cx="3489000" cy="4075800"/>
          </a:xfrm>
          <a:prstGeom prst="roundRect">
            <a:avLst>
              <a:gd fmla="val 18268" name="adj"/>
            </a:avLst>
          </a:prstGeom>
          <a:noFill/>
          <a:ln>
            <a:noFill/>
          </a:ln>
        </p:spPr>
      </p:sp>
      <p:grpSp>
        <p:nvGrpSpPr>
          <p:cNvPr id="242" name="Google Shape;242;p27"/>
          <p:cNvGrpSpPr/>
          <p:nvPr/>
        </p:nvGrpSpPr>
        <p:grpSpPr>
          <a:xfrm rot="5400000">
            <a:off x="-2006450" y="1404750"/>
            <a:ext cx="4014600" cy="1205100"/>
            <a:chOff x="150" y="4543750"/>
            <a:chExt cx="4014600" cy="1205100"/>
          </a:xfrm>
        </p:grpSpPr>
        <p:sp>
          <p:nvSpPr>
            <p:cNvPr id="243" name="Google Shape;243;p2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 name="Google Shape;244;p2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45" name="Shape 245"/>
        <p:cNvGrpSpPr/>
        <p:nvPr/>
      </p:nvGrpSpPr>
      <p:grpSpPr>
        <a:xfrm>
          <a:off x="0" y="0"/>
          <a:ext cx="0" cy="0"/>
          <a:chOff x="0" y="0"/>
          <a:chExt cx="0" cy="0"/>
        </a:xfrm>
      </p:grpSpPr>
      <p:pic>
        <p:nvPicPr>
          <p:cNvPr id="246" name="Google Shape;246;p2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7" name="Google Shape;247;p28"/>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8" name="Google Shape;248;p28"/>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49" name="Google Shape;249;p28"/>
          <p:cNvGrpSpPr/>
          <p:nvPr/>
        </p:nvGrpSpPr>
        <p:grpSpPr>
          <a:xfrm>
            <a:off x="0" y="-859375"/>
            <a:ext cx="9755475" cy="6421100"/>
            <a:chOff x="0" y="-859375"/>
            <a:chExt cx="9755475" cy="6421100"/>
          </a:xfrm>
        </p:grpSpPr>
        <p:sp>
          <p:nvSpPr>
            <p:cNvPr id="250" name="Google Shape;250;p28"/>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1" name="Google Shape;251;p28"/>
            <p:cNvGrpSpPr/>
            <p:nvPr/>
          </p:nvGrpSpPr>
          <p:grpSpPr>
            <a:xfrm flipH="1">
              <a:off x="0" y="-859375"/>
              <a:ext cx="2489300" cy="1740000"/>
              <a:chOff x="6148925" y="-872075"/>
              <a:chExt cx="2489300" cy="1740000"/>
            </a:xfrm>
          </p:grpSpPr>
          <p:sp>
            <p:nvSpPr>
              <p:cNvPr id="252" name="Google Shape;252;p2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3" name="Google Shape;253;p2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4" name="Google Shape;254;p28"/>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55" name="Shape 255"/>
        <p:cNvGrpSpPr/>
        <p:nvPr/>
      </p:nvGrpSpPr>
      <p:grpSpPr>
        <a:xfrm>
          <a:off x="0" y="0"/>
          <a:ext cx="0" cy="0"/>
          <a:chOff x="0" y="0"/>
          <a:chExt cx="0" cy="0"/>
        </a:xfrm>
      </p:grpSpPr>
      <p:pic>
        <p:nvPicPr>
          <p:cNvPr id="256" name="Google Shape;256;p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7" name="Google Shape;257;p29"/>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8" name="Google Shape;258;p29"/>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9" name="Google Shape;259;p29"/>
          <p:cNvGrpSpPr/>
          <p:nvPr/>
        </p:nvGrpSpPr>
        <p:grpSpPr>
          <a:xfrm>
            <a:off x="-601700" y="0"/>
            <a:ext cx="10705100" cy="4676150"/>
            <a:chOff x="-601700" y="0"/>
            <a:chExt cx="10705100" cy="4676150"/>
          </a:xfrm>
        </p:grpSpPr>
        <p:sp>
          <p:nvSpPr>
            <p:cNvPr id="260" name="Google Shape;260;p2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1" name="Google Shape;261;p29"/>
            <p:cNvGrpSpPr/>
            <p:nvPr/>
          </p:nvGrpSpPr>
          <p:grpSpPr>
            <a:xfrm rot="5400000">
              <a:off x="-2006450" y="1404750"/>
              <a:ext cx="4014600" cy="1205100"/>
              <a:chOff x="150" y="4543750"/>
              <a:chExt cx="4014600" cy="1205100"/>
            </a:xfrm>
          </p:grpSpPr>
          <p:sp>
            <p:nvSpPr>
              <p:cNvPr id="262" name="Google Shape;262;p2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 name="Google Shape;263;p2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4" name="Google Shape;264;p29"/>
          <p:cNvGrpSpPr/>
          <p:nvPr/>
        </p:nvGrpSpPr>
        <p:grpSpPr>
          <a:xfrm>
            <a:off x="8206512" y="4230524"/>
            <a:ext cx="848365" cy="950159"/>
            <a:chOff x="41662" y="277999"/>
            <a:chExt cx="848365" cy="950159"/>
          </a:xfrm>
        </p:grpSpPr>
        <p:pic>
          <p:nvPicPr>
            <p:cNvPr id="265" name="Google Shape;265;p2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6" name="Google Shape;266;p2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7" name="Google Shape;267;p2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68" name="Shape 268"/>
        <p:cNvGrpSpPr/>
        <p:nvPr/>
      </p:nvGrpSpPr>
      <p:grpSpPr>
        <a:xfrm>
          <a:off x="0" y="0"/>
          <a:ext cx="0" cy="0"/>
          <a:chOff x="0" y="0"/>
          <a:chExt cx="0" cy="0"/>
        </a:xfrm>
      </p:grpSpPr>
      <p:pic>
        <p:nvPicPr>
          <p:cNvPr id="269" name="Google Shape;269;p3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0" name="Google Shape;270;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 name="Google Shape;271;p30"/>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 name="Google Shape;272;p30"/>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 name="Google Shape;273;p30"/>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4" name="Google Shape;274;p30"/>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5" name="Google Shape;275;p30"/>
          <p:cNvGrpSpPr/>
          <p:nvPr/>
        </p:nvGrpSpPr>
        <p:grpSpPr>
          <a:xfrm>
            <a:off x="-501600" y="128825"/>
            <a:ext cx="10252550" cy="5418500"/>
            <a:chOff x="-501600" y="128825"/>
            <a:chExt cx="10252550" cy="5418500"/>
          </a:xfrm>
        </p:grpSpPr>
        <p:sp>
          <p:nvSpPr>
            <p:cNvPr id="276" name="Google Shape;276;p3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 name="Google Shape;277;p3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 name="Google Shape;278;p3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9" name="Google Shape;279;p30"/>
          <p:cNvGrpSpPr/>
          <p:nvPr/>
        </p:nvGrpSpPr>
        <p:grpSpPr>
          <a:xfrm>
            <a:off x="2" y="156617"/>
            <a:ext cx="9088698" cy="4882915"/>
            <a:chOff x="2" y="156617"/>
            <a:chExt cx="9088698" cy="4882915"/>
          </a:xfrm>
        </p:grpSpPr>
        <p:grpSp>
          <p:nvGrpSpPr>
            <p:cNvPr id="280" name="Google Shape;280;p30"/>
            <p:cNvGrpSpPr/>
            <p:nvPr/>
          </p:nvGrpSpPr>
          <p:grpSpPr>
            <a:xfrm>
              <a:off x="2" y="156617"/>
              <a:ext cx="719987" cy="944360"/>
              <a:chOff x="2" y="156617"/>
              <a:chExt cx="719987" cy="944360"/>
            </a:xfrm>
          </p:grpSpPr>
          <p:pic>
            <p:nvPicPr>
              <p:cNvPr id="281" name="Google Shape;281;p3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 name="Google Shape;282;p3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3" name="Google Shape;283;p30"/>
            <p:cNvGrpSpPr/>
            <p:nvPr/>
          </p:nvGrpSpPr>
          <p:grpSpPr>
            <a:xfrm>
              <a:off x="7986262" y="4462366"/>
              <a:ext cx="1102438" cy="577167"/>
              <a:chOff x="359837" y="4401391"/>
              <a:chExt cx="1102438" cy="577167"/>
            </a:xfrm>
          </p:grpSpPr>
          <p:pic>
            <p:nvPicPr>
              <p:cNvPr id="284" name="Google Shape;284;p3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 name="Google Shape;285;p3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86" name="Shape 286"/>
        <p:cNvGrpSpPr/>
        <p:nvPr/>
      </p:nvGrpSpPr>
      <p:grpSpPr>
        <a:xfrm>
          <a:off x="0" y="0"/>
          <a:ext cx="0" cy="0"/>
          <a:chOff x="0" y="0"/>
          <a:chExt cx="0" cy="0"/>
        </a:xfrm>
      </p:grpSpPr>
      <p:pic>
        <p:nvPicPr>
          <p:cNvPr id="287" name="Google Shape;287;p3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8" name="Google Shape;28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9" name="Google Shape;289;p31"/>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31"/>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1" name="Google Shape;291;p31"/>
          <p:cNvGrpSpPr/>
          <p:nvPr/>
        </p:nvGrpSpPr>
        <p:grpSpPr>
          <a:xfrm>
            <a:off x="275000" y="0"/>
            <a:ext cx="9374500" cy="5748850"/>
            <a:chOff x="275000" y="0"/>
            <a:chExt cx="9374500" cy="5748850"/>
          </a:xfrm>
        </p:grpSpPr>
        <p:sp>
          <p:nvSpPr>
            <p:cNvPr id="292" name="Google Shape;292;p3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 name="Google Shape;293;p31"/>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4" name="Google Shape;294;p3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5" name="Google Shape;295;p31"/>
          <p:cNvGrpSpPr/>
          <p:nvPr/>
        </p:nvGrpSpPr>
        <p:grpSpPr>
          <a:xfrm>
            <a:off x="2" y="156617"/>
            <a:ext cx="9088698" cy="4882915"/>
            <a:chOff x="2" y="156617"/>
            <a:chExt cx="9088698" cy="4882915"/>
          </a:xfrm>
        </p:grpSpPr>
        <p:grpSp>
          <p:nvGrpSpPr>
            <p:cNvPr id="296" name="Google Shape;296;p31"/>
            <p:cNvGrpSpPr/>
            <p:nvPr/>
          </p:nvGrpSpPr>
          <p:grpSpPr>
            <a:xfrm>
              <a:off x="2" y="156617"/>
              <a:ext cx="719987" cy="944360"/>
              <a:chOff x="2" y="156617"/>
              <a:chExt cx="719987" cy="944360"/>
            </a:xfrm>
          </p:grpSpPr>
          <p:pic>
            <p:nvPicPr>
              <p:cNvPr id="297" name="Google Shape;297;p3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98" name="Google Shape;298;p3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99" name="Google Shape;299;p31"/>
            <p:cNvGrpSpPr/>
            <p:nvPr/>
          </p:nvGrpSpPr>
          <p:grpSpPr>
            <a:xfrm>
              <a:off x="7986262" y="4462366"/>
              <a:ext cx="1102438" cy="577167"/>
              <a:chOff x="359837" y="4401391"/>
              <a:chExt cx="1102438" cy="577167"/>
            </a:xfrm>
          </p:grpSpPr>
          <p:pic>
            <p:nvPicPr>
              <p:cNvPr id="300" name="Google Shape;300;p3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 name="Google Shape;301;p3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2" name="Shape 302"/>
        <p:cNvGrpSpPr/>
        <p:nvPr/>
      </p:nvGrpSpPr>
      <p:grpSpPr>
        <a:xfrm>
          <a:off x="0" y="0"/>
          <a:ext cx="0" cy="0"/>
          <a:chOff x="0" y="0"/>
          <a:chExt cx="0" cy="0"/>
        </a:xfrm>
      </p:grpSpPr>
      <p:pic>
        <p:nvPicPr>
          <p:cNvPr id="303" name="Google Shape;303;p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4" name="Google Shape;30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5" name="Google Shape;305;p32"/>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32"/>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32"/>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8" name="Google Shape;308;p32"/>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9" name="Google Shape;309;p32"/>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0" name="Google Shape;310;p32"/>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1" name="Google Shape;311;p32"/>
          <p:cNvGrpSpPr/>
          <p:nvPr/>
        </p:nvGrpSpPr>
        <p:grpSpPr>
          <a:xfrm>
            <a:off x="-601700" y="0"/>
            <a:ext cx="10705100" cy="4676150"/>
            <a:chOff x="-601700" y="0"/>
            <a:chExt cx="10705100" cy="4676150"/>
          </a:xfrm>
        </p:grpSpPr>
        <p:sp>
          <p:nvSpPr>
            <p:cNvPr id="312" name="Google Shape;312;p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 name="Google Shape;313;p32"/>
            <p:cNvGrpSpPr/>
            <p:nvPr/>
          </p:nvGrpSpPr>
          <p:grpSpPr>
            <a:xfrm rot="5400000">
              <a:off x="-2006450" y="1404750"/>
              <a:ext cx="4014600" cy="1205100"/>
              <a:chOff x="150" y="4543750"/>
              <a:chExt cx="4014600" cy="1205100"/>
            </a:xfrm>
          </p:grpSpPr>
          <p:sp>
            <p:nvSpPr>
              <p:cNvPr id="314" name="Google Shape;314;p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5" name="Google Shape;315;p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6" name="Google Shape;316;p32"/>
          <p:cNvGrpSpPr/>
          <p:nvPr/>
        </p:nvGrpSpPr>
        <p:grpSpPr>
          <a:xfrm>
            <a:off x="2" y="156617"/>
            <a:ext cx="9054876" cy="5024066"/>
            <a:chOff x="2" y="156617"/>
            <a:chExt cx="9054876" cy="5024066"/>
          </a:xfrm>
        </p:grpSpPr>
        <p:grpSp>
          <p:nvGrpSpPr>
            <p:cNvPr id="317" name="Google Shape;317;p32"/>
            <p:cNvGrpSpPr/>
            <p:nvPr/>
          </p:nvGrpSpPr>
          <p:grpSpPr>
            <a:xfrm>
              <a:off x="8206512" y="4230524"/>
              <a:ext cx="848365" cy="950159"/>
              <a:chOff x="41662" y="277999"/>
              <a:chExt cx="848365" cy="950159"/>
            </a:xfrm>
          </p:grpSpPr>
          <p:pic>
            <p:nvPicPr>
              <p:cNvPr id="318" name="Google Shape;318;p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9" name="Google Shape;319;p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0" name="Google Shape;320;p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21" name="Google Shape;321;p32"/>
            <p:cNvGrpSpPr/>
            <p:nvPr/>
          </p:nvGrpSpPr>
          <p:grpSpPr>
            <a:xfrm>
              <a:off x="2" y="156617"/>
              <a:ext cx="719987" cy="944360"/>
              <a:chOff x="2" y="156617"/>
              <a:chExt cx="719987" cy="944360"/>
            </a:xfrm>
          </p:grpSpPr>
          <p:pic>
            <p:nvPicPr>
              <p:cNvPr id="322" name="Google Shape;322;p3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 name="Google Shape;323;p3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24" name="Shape 324"/>
        <p:cNvGrpSpPr/>
        <p:nvPr/>
      </p:nvGrpSpPr>
      <p:grpSpPr>
        <a:xfrm>
          <a:off x="0" y="0"/>
          <a:ext cx="0" cy="0"/>
          <a:chOff x="0" y="0"/>
          <a:chExt cx="0" cy="0"/>
        </a:xfrm>
      </p:grpSpPr>
      <p:pic>
        <p:nvPicPr>
          <p:cNvPr id="325" name="Google Shape;325;p3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6" name="Google Shape;326;p33"/>
          <p:cNvGrpSpPr/>
          <p:nvPr/>
        </p:nvGrpSpPr>
        <p:grpSpPr>
          <a:xfrm>
            <a:off x="5129400" y="0"/>
            <a:ext cx="4520100" cy="5547325"/>
            <a:chOff x="5129400" y="0"/>
            <a:chExt cx="4520100" cy="5547325"/>
          </a:xfrm>
        </p:grpSpPr>
        <p:sp>
          <p:nvSpPr>
            <p:cNvPr id="327" name="Google Shape;327;p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8" name="Google Shape;328;p33"/>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9" name="Google Shape;329;p33"/>
          <p:cNvGrpSpPr/>
          <p:nvPr/>
        </p:nvGrpSpPr>
        <p:grpSpPr>
          <a:xfrm>
            <a:off x="2" y="156617"/>
            <a:ext cx="9088698" cy="4882915"/>
            <a:chOff x="2" y="156617"/>
            <a:chExt cx="9088698" cy="4882915"/>
          </a:xfrm>
        </p:grpSpPr>
        <p:grpSp>
          <p:nvGrpSpPr>
            <p:cNvPr id="330" name="Google Shape;330;p33"/>
            <p:cNvGrpSpPr/>
            <p:nvPr/>
          </p:nvGrpSpPr>
          <p:grpSpPr>
            <a:xfrm>
              <a:off x="2" y="156617"/>
              <a:ext cx="719987" cy="944360"/>
              <a:chOff x="2" y="156617"/>
              <a:chExt cx="719987" cy="944360"/>
            </a:xfrm>
          </p:grpSpPr>
          <p:pic>
            <p:nvPicPr>
              <p:cNvPr id="331" name="Google Shape;331;p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32" name="Google Shape;332;p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33" name="Google Shape;333;p33"/>
            <p:cNvGrpSpPr/>
            <p:nvPr/>
          </p:nvGrpSpPr>
          <p:grpSpPr>
            <a:xfrm>
              <a:off x="7986262" y="4462366"/>
              <a:ext cx="1102438" cy="577167"/>
              <a:chOff x="359837" y="4401391"/>
              <a:chExt cx="1102438" cy="577167"/>
            </a:xfrm>
          </p:grpSpPr>
          <p:pic>
            <p:nvPicPr>
              <p:cNvPr id="334" name="Google Shape;334;p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5" name="Google Shape;335;p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36" name="Google Shape;33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7" name="Google Shape;337;p33"/>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8" name="Google Shape;338;p33"/>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9" name="Google Shape;339;p33"/>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0" name="Google Shape;340;p33"/>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1" name="Google Shape;341;p33"/>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2" name="Google Shape;342;p33"/>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3" name="Google Shape;343;p33"/>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4" name="Google Shape;344;p33"/>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45" name="Shape 345"/>
        <p:cNvGrpSpPr/>
        <p:nvPr/>
      </p:nvGrpSpPr>
      <p:grpSpPr>
        <a:xfrm>
          <a:off x="0" y="0"/>
          <a:ext cx="0" cy="0"/>
          <a:chOff x="0" y="0"/>
          <a:chExt cx="0" cy="0"/>
        </a:xfrm>
      </p:grpSpPr>
      <p:pic>
        <p:nvPicPr>
          <p:cNvPr id="346" name="Google Shape;346;p3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7" name="Google Shape;347;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48" name="Google Shape;348;p34"/>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9" name="Google Shape;349;p34"/>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0" name="Google Shape;350;p34"/>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1" name="Google Shape;351;p34"/>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 name="Google Shape;352;p34"/>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3" name="Google Shape;353;p34"/>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4" name="Google Shape;354;p34"/>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5" name="Google Shape;355;p34"/>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6" name="Google Shape;356;p34"/>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7" name="Google Shape;357;p34"/>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58" name="Google Shape;358;p34"/>
          <p:cNvGrpSpPr/>
          <p:nvPr/>
        </p:nvGrpSpPr>
        <p:grpSpPr>
          <a:xfrm>
            <a:off x="2" y="156617"/>
            <a:ext cx="719987" cy="944360"/>
            <a:chOff x="2" y="156617"/>
            <a:chExt cx="719987" cy="944360"/>
          </a:xfrm>
        </p:grpSpPr>
        <p:pic>
          <p:nvPicPr>
            <p:cNvPr id="359" name="Google Shape;359;p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0" name="Google Shape;360;p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1" name="Google Shape;361;p34"/>
          <p:cNvGrpSpPr/>
          <p:nvPr/>
        </p:nvGrpSpPr>
        <p:grpSpPr>
          <a:xfrm>
            <a:off x="0" y="2817900"/>
            <a:ext cx="9640900" cy="2932900"/>
            <a:chOff x="0" y="2817900"/>
            <a:chExt cx="9640900" cy="2932900"/>
          </a:xfrm>
        </p:grpSpPr>
        <p:sp>
          <p:nvSpPr>
            <p:cNvPr id="362" name="Google Shape;362;p34"/>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3" name="Google Shape;363;p34"/>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4" name="Google Shape;364;p34"/>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5" name="Shape 365"/>
        <p:cNvGrpSpPr/>
        <p:nvPr/>
      </p:nvGrpSpPr>
      <p:grpSpPr>
        <a:xfrm>
          <a:off x="0" y="0"/>
          <a:ext cx="0" cy="0"/>
          <a:chOff x="0" y="0"/>
          <a:chExt cx="0" cy="0"/>
        </a:xfrm>
      </p:grpSpPr>
      <p:pic>
        <p:nvPicPr>
          <p:cNvPr id="366" name="Google Shape;366;p3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67" name="Google Shape;36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8" name="Google Shape;368;p35"/>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9" name="Google Shape;369;p35"/>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0" name="Google Shape;370;p35"/>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1" name="Google Shape;371;p35"/>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2" name="Google Shape;372;p35"/>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3" name="Google Shape;373;p35"/>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4" name="Google Shape;374;p35"/>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5" name="Google Shape;375;p35"/>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6" name="Google Shape;376;p35"/>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7" name="Google Shape;377;p35"/>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8" name="Google Shape;378;p35"/>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9" name="Google Shape;379;p35"/>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80" name="Google Shape;380;p35"/>
          <p:cNvGrpSpPr/>
          <p:nvPr/>
        </p:nvGrpSpPr>
        <p:grpSpPr>
          <a:xfrm>
            <a:off x="-501600" y="128825"/>
            <a:ext cx="10252550" cy="5418500"/>
            <a:chOff x="-501600" y="128825"/>
            <a:chExt cx="10252550" cy="5418500"/>
          </a:xfrm>
        </p:grpSpPr>
        <p:sp>
          <p:nvSpPr>
            <p:cNvPr id="381" name="Google Shape;381;p3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2" name="Google Shape;382;p3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3" name="Google Shape;383;p3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4" name="Google Shape;384;p35"/>
          <p:cNvGrpSpPr/>
          <p:nvPr/>
        </p:nvGrpSpPr>
        <p:grpSpPr>
          <a:xfrm>
            <a:off x="2" y="156617"/>
            <a:ext cx="9088698" cy="4882915"/>
            <a:chOff x="2" y="156617"/>
            <a:chExt cx="9088698" cy="4882915"/>
          </a:xfrm>
        </p:grpSpPr>
        <p:grpSp>
          <p:nvGrpSpPr>
            <p:cNvPr id="385" name="Google Shape;385;p35"/>
            <p:cNvGrpSpPr/>
            <p:nvPr/>
          </p:nvGrpSpPr>
          <p:grpSpPr>
            <a:xfrm>
              <a:off x="2" y="156617"/>
              <a:ext cx="719987" cy="944360"/>
              <a:chOff x="2" y="156617"/>
              <a:chExt cx="719987" cy="944360"/>
            </a:xfrm>
          </p:grpSpPr>
          <p:pic>
            <p:nvPicPr>
              <p:cNvPr id="386" name="Google Shape;386;p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87" name="Google Shape;387;p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88" name="Google Shape;388;p35"/>
            <p:cNvGrpSpPr/>
            <p:nvPr/>
          </p:nvGrpSpPr>
          <p:grpSpPr>
            <a:xfrm>
              <a:off x="7986262" y="4462366"/>
              <a:ext cx="1102438" cy="577167"/>
              <a:chOff x="359837" y="4401391"/>
              <a:chExt cx="1102438" cy="577167"/>
            </a:xfrm>
          </p:grpSpPr>
          <p:pic>
            <p:nvPicPr>
              <p:cNvPr id="389" name="Google Shape;389;p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0" name="Google Shape;390;p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91" name="Shape 391"/>
        <p:cNvGrpSpPr/>
        <p:nvPr/>
      </p:nvGrpSpPr>
      <p:grpSpPr>
        <a:xfrm>
          <a:off x="0" y="0"/>
          <a:ext cx="0" cy="0"/>
          <a:chOff x="0" y="0"/>
          <a:chExt cx="0" cy="0"/>
        </a:xfrm>
      </p:grpSpPr>
      <p:pic>
        <p:nvPicPr>
          <p:cNvPr id="392" name="Google Shape;392;p3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3" name="Google Shape;39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94" name="Google Shape;394;p36"/>
          <p:cNvGrpSpPr/>
          <p:nvPr/>
        </p:nvGrpSpPr>
        <p:grpSpPr>
          <a:xfrm>
            <a:off x="2" y="156617"/>
            <a:ext cx="719987" cy="944360"/>
            <a:chOff x="2" y="156617"/>
            <a:chExt cx="719987" cy="944360"/>
          </a:xfrm>
        </p:grpSpPr>
        <p:pic>
          <p:nvPicPr>
            <p:cNvPr id="395" name="Google Shape;395;p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6" name="Google Shape;396;p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7" name="Google Shape;397;p36"/>
          <p:cNvGrpSpPr/>
          <p:nvPr/>
        </p:nvGrpSpPr>
        <p:grpSpPr>
          <a:xfrm>
            <a:off x="0" y="0"/>
            <a:ext cx="9569050" cy="5569647"/>
            <a:chOff x="0" y="0"/>
            <a:chExt cx="9569050" cy="5569647"/>
          </a:xfrm>
        </p:grpSpPr>
        <p:sp>
          <p:nvSpPr>
            <p:cNvPr id="398" name="Google Shape;398;p3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9" name="Google Shape;399;p3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00" name="Shape 400"/>
        <p:cNvGrpSpPr/>
        <p:nvPr/>
      </p:nvGrpSpPr>
      <p:grpSpPr>
        <a:xfrm>
          <a:off x="0" y="0"/>
          <a:ext cx="0" cy="0"/>
          <a:chOff x="0" y="0"/>
          <a:chExt cx="0" cy="0"/>
        </a:xfrm>
      </p:grpSpPr>
      <p:pic>
        <p:nvPicPr>
          <p:cNvPr id="401" name="Google Shape;401;p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02" name="Google Shape;40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03" name="Google Shape;403;p37"/>
          <p:cNvGrpSpPr/>
          <p:nvPr/>
        </p:nvGrpSpPr>
        <p:grpSpPr>
          <a:xfrm>
            <a:off x="2" y="156617"/>
            <a:ext cx="719987" cy="944360"/>
            <a:chOff x="2" y="156617"/>
            <a:chExt cx="719987" cy="944360"/>
          </a:xfrm>
        </p:grpSpPr>
        <p:pic>
          <p:nvPicPr>
            <p:cNvPr id="404" name="Google Shape;404;p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5" name="Google Shape;405;p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6" name="Google Shape;406;p37"/>
          <p:cNvGrpSpPr/>
          <p:nvPr/>
        </p:nvGrpSpPr>
        <p:grpSpPr>
          <a:xfrm>
            <a:off x="0" y="0"/>
            <a:ext cx="9569050" cy="5569647"/>
            <a:chOff x="0" y="0"/>
            <a:chExt cx="9569050" cy="5569647"/>
          </a:xfrm>
        </p:grpSpPr>
        <p:sp>
          <p:nvSpPr>
            <p:cNvPr id="407" name="Google Shape;407;p37"/>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8" name="Google Shape;408;p37"/>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09" name="Shape 409"/>
        <p:cNvGrpSpPr/>
        <p:nvPr/>
      </p:nvGrpSpPr>
      <p:grpSpPr>
        <a:xfrm>
          <a:off x="0" y="0"/>
          <a:ext cx="0" cy="0"/>
          <a:chOff x="0" y="0"/>
          <a:chExt cx="0" cy="0"/>
        </a:xfrm>
      </p:grpSpPr>
      <p:pic>
        <p:nvPicPr>
          <p:cNvPr id="410" name="Google Shape;410;p3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11" name="Google Shape;411;p38"/>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2" name="Google Shape;412;p38"/>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3" name="Google Shape;413;p38"/>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4" name="Google Shape;414;p38"/>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5" name="Google Shape;415;p38"/>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6" name="Google Shape;416;p38"/>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417" name="Google Shape;417;p38"/>
          <p:cNvGrpSpPr/>
          <p:nvPr/>
        </p:nvGrpSpPr>
        <p:grpSpPr>
          <a:xfrm>
            <a:off x="-601700" y="0"/>
            <a:ext cx="10705100" cy="4676150"/>
            <a:chOff x="-601700" y="0"/>
            <a:chExt cx="10705100" cy="4676150"/>
          </a:xfrm>
        </p:grpSpPr>
        <p:sp>
          <p:nvSpPr>
            <p:cNvPr id="418" name="Google Shape;418;p3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19" name="Google Shape;419;p38"/>
            <p:cNvGrpSpPr/>
            <p:nvPr/>
          </p:nvGrpSpPr>
          <p:grpSpPr>
            <a:xfrm rot="5400000">
              <a:off x="-2006450" y="1404750"/>
              <a:ext cx="4014600" cy="1205100"/>
              <a:chOff x="150" y="4543750"/>
              <a:chExt cx="4014600" cy="1205100"/>
            </a:xfrm>
          </p:grpSpPr>
          <p:sp>
            <p:nvSpPr>
              <p:cNvPr id="420" name="Google Shape;420;p3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1" name="Google Shape;421;p3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422" name="Google Shape;422;p38"/>
          <p:cNvGrpSpPr/>
          <p:nvPr/>
        </p:nvGrpSpPr>
        <p:grpSpPr>
          <a:xfrm>
            <a:off x="8206512" y="4230524"/>
            <a:ext cx="848365" cy="950159"/>
            <a:chOff x="41662" y="277999"/>
            <a:chExt cx="848365" cy="950159"/>
          </a:xfrm>
        </p:grpSpPr>
        <p:pic>
          <p:nvPicPr>
            <p:cNvPr id="423" name="Google Shape;423;p3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24" name="Google Shape;424;p3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25" name="Google Shape;425;p3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26" name="Shape 426"/>
        <p:cNvGrpSpPr/>
        <p:nvPr/>
      </p:nvGrpSpPr>
      <p:grpSpPr>
        <a:xfrm>
          <a:off x="0" y="0"/>
          <a:ext cx="0" cy="0"/>
          <a:chOff x="0" y="0"/>
          <a:chExt cx="0" cy="0"/>
        </a:xfrm>
      </p:grpSpPr>
      <p:pic>
        <p:nvPicPr>
          <p:cNvPr id="427" name="Google Shape;427;p3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28" name="Google Shape;428;p39"/>
          <p:cNvGrpSpPr/>
          <p:nvPr/>
        </p:nvGrpSpPr>
        <p:grpSpPr>
          <a:xfrm>
            <a:off x="-962824" y="-872075"/>
            <a:ext cx="10524450" cy="6436800"/>
            <a:chOff x="-962824" y="-872075"/>
            <a:chExt cx="10524450" cy="6436800"/>
          </a:xfrm>
        </p:grpSpPr>
        <p:sp>
          <p:nvSpPr>
            <p:cNvPr id="429" name="Google Shape;429;p39"/>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30" name="Google Shape;430;p39"/>
            <p:cNvGrpSpPr/>
            <p:nvPr/>
          </p:nvGrpSpPr>
          <p:grpSpPr>
            <a:xfrm flipH="1">
              <a:off x="502351" y="-872075"/>
              <a:ext cx="2489300" cy="1740000"/>
              <a:chOff x="6148925" y="-872075"/>
              <a:chExt cx="2489300" cy="1740000"/>
            </a:xfrm>
          </p:grpSpPr>
          <p:sp>
            <p:nvSpPr>
              <p:cNvPr id="431" name="Google Shape;431;p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2" name="Google Shape;432;p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33" name="Google Shape;433;p39"/>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4" name="Google Shape;434;p39"/>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35" name="Google Shape;435;p39"/>
          <p:cNvGrpSpPr/>
          <p:nvPr/>
        </p:nvGrpSpPr>
        <p:grpSpPr>
          <a:xfrm>
            <a:off x="-962825" y="81904"/>
            <a:ext cx="10251619" cy="5069347"/>
            <a:chOff x="-962825" y="81904"/>
            <a:chExt cx="10251619" cy="5069347"/>
          </a:xfrm>
        </p:grpSpPr>
        <p:pic>
          <p:nvPicPr>
            <p:cNvPr id="436" name="Google Shape;436;p39"/>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37" name="Google Shape;437;p39"/>
            <p:cNvGrpSpPr/>
            <p:nvPr/>
          </p:nvGrpSpPr>
          <p:grpSpPr>
            <a:xfrm flipH="1">
              <a:off x="7678302" y="4401391"/>
              <a:ext cx="1102438" cy="577167"/>
              <a:chOff x="359837" y="4401391"/>
              <a:chExt cx="1102438" cy="577167"/>
            </a:xfrm>
          </p:grpSpPr>
          <p:pic>
            <p:nvPicPr>
              <p:cNvPr id="438" name="Google Shape;438;p3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39" name="Google Shape;439;p3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40" name="Google Shape;440;p39"/>
            <p:cNvGrpSpPr/>
            <p:nvPr/>
          </p:nvGrpSpPr>
          <p:grpSpPr>
            <a:xfrm flipH="1">
              <a:off x="8100369" y="81904"/>
              <a:ext cx="1188426" cy="1227668"/>
              <a:chOff x="-7843" y="83454"/>
              <a:chExt cx="1188426" cy="1227668"/>
            </a:xfrm>
          </p:grpSpPr>
          <p:pic>
            <p:nvPicPr>
              <p:cNvPr id="441" name="Google Shape;441;p3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42" name="Google Shape;442;p3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43" name="Google Shape;443;p3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444" name="Google Shape;444;p39"/>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5" name="Google Shape;445;p39"/>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6" name="Google Shape;446;p39"/>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47" name="Shape 447"/>
        <p:cNvGrpSpPr/>
        <p:nvPr/>
      </p:nvGrpSpPr>
      <p:grpSpPr>
        <a:xfrm>
          <a:off x="0" y="0"/>
          <a:ext cx="0" cy="0"/>
          <a:chOff x="0" y="0"/>
          <a:chExt cx="0" cy="0"/>
        </a:xfrm>
      </p:grpSpPr>
      <p:pic>
        <p:nvPicPr>
          <p:cNvPr id="448" name="Google Shape;448;p4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49" name="Google Shape;449;p40"/>
          <p:cNvGrpSpPr/>
          <p:nvPr/>
        </p:nvGrpSpPr>
        <p:grpSpPr>
          <a:xfrm>
            <a:off x="0" y="-613825"/>
            <a:ext cx="9564675" cy="6140950"/>
            <a:chOff x="0" y="-613825"/>
            <a:chExt cx="9564675" cy="6140950"/>
          </a:xfrm>
        </p:grpSpPr>
        <p:sp>
          <p:nvSpPr>
            <p:cNvPr id="450" name="Google Shape;450;p40"/>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1" name="Google Shape;451;p40"/>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2" name="Google Shape;452;p40"/>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53" name="Shape 453"/>
        <p:cNvGrpSpPr/>
        <p:nvPr/>
      </p:nvGrpSpPr>
      <p:grpSpPr>
        <a:xfrm>
          <a:off x="0" y="0"/>
          <a:ext cx="0" cy="0"/>
          <a:chOff x="0" y="0"/>
          <a:chExt cx="0" cy="0"/>
        </a:xfrm>
      </p:grpSpPr>
      <p:pic>
        <p:nvPicPr>
          <p:cNvPr id="454" name="Google Shape;454;p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55" name="Google Shape;455;p41"/>
          <p:cNvGrpSpPr/>
          <p:nvPr/>
        </p:nvGrpSpPr>
        <p:grpSpPr>
          <a:xfrm>
            <a:off x="-601700" y="0"/>
            <a:ext cx="10358225" cy="5143500"/>
            <a:chOff x="-601700" y="0"/>
            <a:chExt cx="10358225" cy="5143500"/>
          </a:xfrm>
        </p:grpSpPr>
        <p:grpSp>
          <p:nvGrpSpPr>
            <p:cNvPr id="456" name="Google Shape;456;p41"/>
            <p:cNvGrpSpPr/>
            <p:nvPr/>
          </p:nvGrpSpPr>
          <p:grpSpPr>
            <a:xfrm rot="5400000">
              <a:off x="-2006450" y="1404750"/>
              <a:ext cx="4014600" cy="1205100"/>
              <a:chOff x="150" y="4543750"/>
              <a:chExt cx="4014600" cy="1205100"/>
            </a:xfrm>
          </p:grpSpPr>
          <p:sp>
            <p:nvSpPr>
              <p:cNvPr id="457" name="Google Shape;457;p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8" name="Google Shape;458;p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59" name="Google Shape;459;p41"/>
            <p:cNvGrpSpPr/>
            <p:nvPr/>
          </p:nvGrpSpPr>
          <p:grpSpPr>
            <a:xfrm rot="-5400000">
              <a:off x="7146675" y="2533650"/>
              <a:ext cx="4014600" cy="1205100"/>
              <a:chOff x="150" y="4543750"/>
              <a:chExt cx="4014600" cy="1205100"/>
            </a:xfrm>
          </p:grpSpPr>
          <p:sp>
            <p:nvSpPr>
              <p:cNvPr id="460" name="Google Shape;460;p41"/>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61" name="Google Shape;461;p41"/>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67" name="Google Shape;467;p43"/>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68" name="Google Shape;468;p43"/>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69" name="Google Shape;469;p43"/>
          <p:cNvGrpSpPr/>
          <p:nvPr/>
        </p:nvGrpSpPr>
        <p:grpSpPr>
          <a:xfrm>
            <a:off x="-421050" y="-872075"/>
            <a:ext cx="10524450" cy="6436800"/>
            <a:chOff x="-421050" y="-872075"/>
            <a:chExt cx="10524450" cy="6436800"/>
          </a:xfrm>
        </p:grpSpPr>
        <p:sp>
          <p:nvSpPr>
            <p:cNvPr id="470" name="Google Shape;470;p4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71" name="Google Shape;471;p43"/>
            <p:cNvGrpSpPr/>
            <p:nvPr/>
          </p:nvGrpSpPr>
          <p:grpSpPr>
            <a:xfrm>
              <a:off x="6148925" y="-872075"/>
              <a:ext cx="2489300" cy="1740000"/>
              <a:chOff x="6148925" y="-872075"/>
              <a:chExt cx="2489300" cy="1740000"/>
            </a:xfrm>
          </p:grpSpPr>
          <p:sp>
            <p:nvSpPr>
              <p:cNvPr id="472" name="Google Shape;472;p4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3" name="Google Shape;473;p4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74" name="Google Shape;474;p4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5" name="Google Shape;475;p4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76" name="Google Shape;476;p43"/>
          <p:cNvGrpSpPr/>
          <p:nvPr/>
        </p:nvGrpSpPr>
        <p:grpSpPr>
          <a:xfrm>
            <a:off x="-148218" y="81904"/>
            <a:ext cx="10251619" cy="5069347"/>
            <a:chOff x="-148218" y="81904"/>
            <a:chExt cx="10251619" cy="5069347"/>
          </a:xfrm>
        </p:grpSpPr>
        <p:pic>
          <p:nvPicPr>
            <p:cNvPr id="477" name="Google Shape;477;p4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78" name="Google Shape;478;p43"/>
            <p:cNvGrpSpPr/>
            <p:nvPr/>
          </p:nvGrpSpPr>
          <p:grpSpPr>
            <a:xfrm>
              <a:off x="359837" y="4401391"/>
              <a:ext cx="1102438" cy="577167"/>
              <a:chOff x="359837" y="4401391"/>
              <a:chExt cx="1102438" cy="577167"/>
            </a:xfrm>
          </p:grpSpPr>
          <p:pic>
            <p:nvPicPr>
              <p:cNvPr id="479" name="Google Shape;479;p4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80" name="Google Shape;480;p4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81" name="Google Shape;481;p43"/>
            <p:cNvGrpSpPr/>
            <p:nvPr/>
          </p:nvGrpSpPr>
          <p:grpSpPr>
            <a:xfrm>
              <a:off x="-148218" y="81904"/>
              <a:ext cx="1188426" cy="1227668"/>
              <a:chOff x="-7843" y="83454"/>
              <a:chExt cx="1188426" cy="1227668"/>
            </a:xfrm>
          </p:grpSpPr>
          <p:pic>
            <p:nvPicPr>
              <p:cNvPr id="482" name="Google Shape;482;p4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83" name="Google Shape;483;p4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84" name="Google Shape;484;p4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5" name="Shape 485"/>
        <p:cNvGrpSpPr/>
        <p:nvPr/>
      </p:nvGrpSpPr>
      <p:grpSpPr>
        <a:xfrm>
          <a:off x="0" y="0"/>
          <a:ext cx="0" cy="0"/>
          <a:chOff x="0" y="0"/>
          <a:chExt cx="0" cy="0"/>
        </a:xfrm>
      </p:grpSpPr>
      <p:pic>
        <p:nvPicPr>
          <p:cNvPr id="486" name="Google Shape;486;p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87" name="Google Shape;487;p44"/>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88" name="Google Shape;488;p44"/>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489" name="Google Shape;489;p44"/>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90" name="Google Shape;490;p44"/>
          <p:cNvGrpSpPr/>
          <p:nvPr/>
        </p:nvGrpSpPr>
        <p:grpSpPr>
          <a:xfrm>
            <a:off x="8206512" y="4230524"/>
            <a:ext cx="848365" cy="950159"/>
            <a:chOff x="41662" y="277999"/>
            <a:chExt cx="848365" cy="950159"/>
          </a:xfrm>
        </p:grpSpPr>
        <p:pic>
          <p:nvPicPr>
            <p:cNvPr id="491" name="Google Shape;491;p4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92" name="Google Shape;492;p4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93" name="Google Shape;493;p4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494" name="Google Shape;494;p44"/>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495" name="Google Shape;495;p44"/>
          <p:cNvGrpSpPr/>
          <p:nvPr/>
        </p:nvGrpSpPr>
        <p:grpSpPr>
          <a:xfrm>
            <a:off x="-601700" y="-872075"/>
            <a:ext cx="10705100" cy="5548225"/>
            <a:chOff x="-601700" y="-872075"/>
            <a:chExt cx="10705100" cy="5548225"/>
          </a:xfrm>
        </p:grpSpPr>
        <p:sp>
          <p:nvSpPr>
            <p:cNvPr id="496" name="Google Shape;496;p4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97" name="Google Shape;497;p44"/>
            <p:cNvGrpSpPr/>
            <p:nvPr/>
          </p:nvGrpSpPr>
          <p:grpSpPr>
            <a:xfrm rot="5400000">
              <a:off x="-2006450" y="1404750"/>
              <a:ext cx="4014600" cy="1205100"/>
              <a:chOff x="150" y="4543750"/>
              <a:chExt cx="4014600" cy="1205100"/>
            </a:xfrm>
          </p:grpSpPr>
          <p:sp>
            <p:nvSpPr>
              <p:cNvPr id="498" name="Google Shape;498;p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99" name="Google Shape;499;p44"/>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00" name="Google Shape;500;p44"/>
            <p:cNvGrpSpPr/>
            <p:nvPr/>
          </p:nvGrpSpPr>
          <p:grpSpPr>
            <a:xfrm>
              <a:off x="6148925" y="-872075"/>
              <a:ext cx="2489300" cy="1740000"/>
              <a:chOff x="6148925" y="-872075"/>
              <a:chExt cx="2489300" cy="1740000"/>
            </a:xfrm>
          </p:grpSpPr>
          <p:sp>
            <p:nvSpPr>
              <p:cNvPr id="501" name="Google Shape;501;p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2" name="Google Shape;502;p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3" name="Shape 503"/>
        <p:cNvGrpSpPr/>
        <p:nvPr/>
      </p:nvGrpSpPr>
      <p:grpSpPr>
        <a:xfrm>
          <a:off x="0" y="0"/>
          <a:ext cx="0" cy="0"/>
          <a:chOff x="0" y="0"/>
          <a:chExt cx="0" cy="0"/>
        </a:xfrm>
      </p:grpSpPr>
      <p:pic>
        <p:nvPicPr>
          <p:cNvPr id="504" name="Google Shape;504;p4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05" name="Google Shape;50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6" name="Google Shape;506;p45"/>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507" name="Google Shape;507;p45"/>
          <p:cNvGrpSpPr/>
          <p:nvPr/>
        </p:nvGrpSpPr>
        <p:grpSpPr>
          <a:xfrm>
            <a:off x="150" y="2779250"/>
            <a:ext cx="10103250" cy="2785475"/>
            <a:chOff x="150" y="2779250"/>
            <a:chExt cx="10103250" cy="2785475"/>
          </a:xfrm>
        </p:grpSpPr>
        <p:sp>
          <p:nvSpPr>
            <p:cNvPr id="508" name="Google Shape;508;p4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9" name="Google Shape;509;p4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10" name="Google Shape;510;p45"/>
          <p:cNvGrpSpPr/>
          <p:nvPr/>
        </p:nvGrpSpPr>
        <p:grpSpPr>
          <a:xfrm>
            <a:off x="2" y="156617"/>
            <a:ext cx="1462273" cy="4821940"/>
            <a:chOff x="2" y="156617"/>
            <a:chExt cx="1462273" cy="4821940"/>
          </a:xfrm>
        </p:grpSpPr>
        <p:grpSp>
          <p:nvGrpSpPr>
            <p:cNvPr id="511" name="Google Shape;511;p45"/>
            <p:cNvGrpSpPr/>
            <p:nvPr/>
          </p:nvGrpSpPr>
          <p:grpSpPr>
            <a:xfrm>
              <a:off x="2" y="156617"/>
              <a:ext cx="719987" cy="944360"/>
              <a:chOff x="2" y="156617"/>
              <a:chExt cx="719987" cy="944360"/>
            </a:xfrm>
          </p:grpSpPr>
          <p:pic>
            <p:nvPicPr>
              <p:cNvPr id="512" name="Google Shape;512;p4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13" name="Google Shape;513;p4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514" name="Google Shape;514;p45"/>
            <p:cNvGrpSpPr/>
            <p:nvPr/>
          </p:nvGrpSpPr>
          <p:grpSpPr>
            <a:xfrm>
              <a:off x="359837" y="4401391"/>
              <a:ext cx="1102438" cy="577167"/>
              <a:chOff x="359837" y="4401391"/>
              <a:chExt cx="1102438" cy="577167"/>
            </a:xfrm>
          </p:grpSpPr>
          <p:pic>
            <p:nvPicPr>
              <p:cNvPr id="515" name="Google Shape;515;p4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16" name="Google Shape;516;p4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7" name="Shape 517"/>
        <p:cNvGrpSpPr/>
        <p:nvPr/>
      </p:nvGrpSpPr>
      <p:grpSpPr>
        <a:xfrm>
          <a:off x="0" y="0"/>
          <a:ext cx="0" cy="0"/>
          <a:chOff x="0" y="0"/>
          <a:chExt cx="0" cy="0"/>
        </a:xfrm>
      </p:grpSpPr>
      <p:pic>
        <p:nvPicPr>
          <p:cNvPr id="518" name="Google Shape;518;p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19" name="Google Shape;51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20" name="Google Shape;520;p46"/>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1" name="Google Shape;521;p46"/>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2" name="Google Shape;522;p46"/>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523" name="Google Shape;523;p46"/>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524" name="Google Shape;524;p46"/>
          <p:cNvGrpSpPr/>
          <p:nvPr/>
        </p:nvGrpSpPr>
        <p:grpSpPr>
          <a:xfrm>
            <a:off x="150" y="2779250"/>
            <a:ext cx="10103250" cy="2785475"/>
            <a:chOff x="150" y="2779250"/>
            <a:chExt cx="10103250" cy="2785475"/>
          </a:xfrm>
        </p:grpSpPr>
        <p:sp>
          <p:nvSpPr>
            <p:cNvPr id="525" name="Google Shape;525;p4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26" name="Google Shape;526;p4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27" name="Google Shape;527;p46"/>
          <p:cNvGrpSpPr/>
          <p:nvPr/>
        </p:nvGrpSpPr>
        <p:grpSpPr>
          <a:xfrm>
            <a:off x="2" y="156617"/>
            <a:ext cx="10103400" cy="4994633"/>
            <a:chOff x="2" y="156617"/>
            <a:chExt cx="10103400" cy="4994633"/>
          </a:xfrm>
        </p:grpSpPr>
        <p:grpSp>
          <p:nvGrpSpPr>
            <p:cNvPr id="528" name="Google Shape;528;p46"/>
            <p:cNvGrpSpPr/>
            <p:nvPr/>
          </p:nvGrpSpPr>
          <p:grpSpPr>
            <a:xfrm>
              <a:off x="2" y="156617"/>
              <a:ext cx="719987" cy="944360"/>
              <a:chOff x="2" y="156617"/>
              <a:chExt cx="719987" cy="944360"/>
            </a:xfrm>
          </p:grpSpPr>
          <p:pic>
            <p:nvPicPr>
              <p:cNvPr id="529" name="Google Shape;529;p4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30" name="Google Shape;530;p4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531" name="Google Shape;531;p46"/>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32" name="Google Shape;532;p46"/>
            <p:cNvGrpSpPr/>
            <p:nvPr/>
          </p:nvGrpSpPr>
          <p:grpSpPr>
            <a:xfrm>
              <a:off x="359837" y="4401391"/>
              <a:ext cx="1102438" cy="577167"/>
              <a:chOff x="359837" y="4401391"/>
              <a:chExt cx="1102438" cy="577167"/>
            </a:xfrm>
          </p:grpSpPr>
          <p:pic>
            <p:nvPicPr>
              <p:cNvPr id="533" name="Google Shape;533;p46"/>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34" name="Google Shape;534;p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5" name="Shape 535"/>
        <p:cNvGrpSpPr/>
        <p:nvPr/>
      </p:nvGrpSpPr>
      <p:grpSpPr>
        <a:xfrm>
          <a:off x="0" y="0"/>
          <a:ext cx="0" cy="0"/>
          <a:chOff x="0" y="0"/>
          <a:chExt cx="0" cy="0"/>
        </a:xfrm>
      </p:grpSpPr>
      <p:pic>
        <p:nvPicPr>
          <p:cNvPr id="536" name="Google Shape;536;p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37" name="Google Shape;537;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538" name="Google Shape;538;p47"/>
          <p:cNvGrpSpPr/>
          <p:nvPr/>
        </p:nvGrpSpPr>
        <p:grpSpPr>
          <a:xfrm>
            <a:off x="5129400" y="4543750"/>
            <a:ext cx="4014600" cy="1205100"/>
            <a:chOff x="5129400" y="4543750"/>
            <a:chExt cx="4014600" cy="1205100"/>
          </a:xfrm>
        </p:grpSpPr>
        <p:sp>
          <p:nvSpPr>
            <p:cNvPr id="539" name="Google Shape;539;p47"/>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40" name="Google Shape;540;p47"/>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41" name="Google Shape;541;p47"/>
          <p:cNvGrpSpPr/>
          <p:nvPr/>
        </p:nvGrpSpPr>
        <p:grpSpPr>
          <a:xfrm>
            <a:off x="2" y="156617"/>
            <a:ext cx="9296400" cy="4986881"/>
            <a:chOff x="2" y="156617"/>
            <a:chExt cx="9296400" cy="4986881"/>
          </a:xfrm>
        </p:grpSpPr>
        <p:grpSp>
          <p:nvGrpSpPr>
            <p:cNvPr id="542" name="Google Shape;542;p47"/>
            <p:cNvGrpSpPr/>
            <p:nvPr/>
          </p:nvGrpSpPr>
          <p:grpSpPr>
            <a:xfrm>
              <a:off x="2" y="156617"/>
              <a:ext cx="719987" cy="944360"/>
              <a:chOff x="2" y="156617"/>
              <a:chExt cx="719987" cy="944360"/>
            </a:xfrm>
          </p:grpSpPr>
          <p:pic>
            <p:nvPicPr>
              <p:cNvPr id="543" name="Google Shape;543;p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44" name="Google Shape;544;p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545" name="Google Shape;545;p47"/>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6" name="Shape 546"/>
        <p:cNvGrpSpPr/>
        <p:nvPr/>
      </p:nvGrpSpPr>
      <p:grpSpPr>
        <a:xfrm>
          <a:off x="0" y="0"/>
          <a:ext cx="0" cy="0"/>
          <a:chOff x="0" y="0"/>
          <a:chExt cx="0" cy="0"/>
        </a:xfrm>
      </p:grpSpPr>
      <p:pic>
        <p:nvPicPr>
          <p:cNvPr id="547" name="Google Shape;547;p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48" name="Google Shape;548;p4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49" name="Google Shape;549;p48"/>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550" name="Google Shape;550;p4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51" name="Google Shape;551;p48"/>
          <p:cNvGrpSpPr/>
          <p:nvPr/>
        </p:nvGrpSpPr>
        <p:grpSpPr>
          <a:xfrm>
            <a:off x="2" y="156617"/>
            <a:ext cx="1462273" cy="4821940"/>
            <a:chOff x="2" y="156617"/>
            <a:chExt cx="1462273" cy="4821940"/>
          </a:xfrm>
        </p:grpSpPr>
        <p:grpSp>
          <p:nvGrpSpPr>
            <p:cNvPr id="552" name="Google Shape;552;p48"/>
            <p:cNvGrpSpPr/>
            <p:nvPr/>
          </p:nvGrpSpPr>
          <p:grpSpPr>
            <a:xfrm>
              <a:off x="2" y="156617"/>
              <a:ext cx="719987" cy="944360"/>
              <a:chOff x="2" y="156617"/>
              <a:chExt cx="719987" cy="944360"/>
            </a:xfrm>
          </p:grpSpPr>
          <p:pic>
            <p:nvPicPr>
              <p:cNvPr id="553" name="Google Shape;553;p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54" name="Google Shape;554;p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555" name="Google Shape;555;p48"/>
            <p:cNvGrpSpPr/>
            <p:nvPr/>
          </p:nvGrpSpPr>
          <p:grpSpPr>
            <a:xfrm>
              <a:off x="359837" y="4401391"/>
              <a:ext cx="1102438" cy="577167"/>
              <a:chOff x="359837" y="4401391"/>
              <a:chExt cx="1102438" cy="577167"/>
            </a:xfrm>
          </p:grpSpPr>
          <p:pic>
            <p:nvPicPr>
              <p:cNvPr id="556" name="Google Shape;556;p4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57" name="Google Shape;557;p4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8" name="Shape 558"/>
        <p:cNvGrpSpPr/>
        <p:nvPr/>
      </p:nvGrpSpPr>
      <p:grpSpPr>
        <a:xfrm>
          <a:off x="0" y="0"/>
          <a:ext cx="0" cy="0"/>
          <a:chOff x="0" y="0"/>
          <a:chExt cx="0" cy="0"/>
        </a:xfrm>
      </p:grpSpPr>
      <p:pic>
        <p:nvPicPr>
          <p:cNvPr id="559" name="Google Shape;559;p4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0" name="Google Shape;560;p49"/>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61" name="Google Shape;561;p49"/>
          <p:cNvGrpSpPr/>
          <p:nvPr/>
        </p:nvGrpSpPr>
        <p:grpSpPr>
          <a:xfrm>
            <a:off x="-421050" y="0"/>
            <a:ext cx="10524450" cy="5564725"/>
            <a:chOff x="-421050" y="0"/>
            <a:chExt cx="10524450" cy="5564725"/>
          </a:xfrm>
        </p:grpSpPr>
        <p:sp>
          <p:nvSpPr>
            <p:cNvPr id="562" name="Google Shape;562;p4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3" name="Google Shape;563;p4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4" name="Google Shape;564;p4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65" name="Google Shape;565;p49"/>
          <p:cNvGrpSpPr/>
          <p:nvPr/>
        </p:nvGrpSpPr>
        <p:grpSpPr>
          <a:xfrm>
            <a:off x="-148218" y="81904"/>
            <a:ext cx="10251619" cy="5069347"/>
            <a:chOff x="-148218" y="81904"/>
            <a:chExt cx="10251619" cy="5069347"/>
          </a:xfrm>
        </p:grpSpPr>
        <p:pic>
          <p:nvPicPr>
            <p:cNvPr id="566" name="Google Shape;566;p4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67" name="Google Shape;567;p49"/>
            <p:cNvGrpSpPr/>
            <p:nvPr/>
          </p:nvGrpSpPr>
          <p:grpSpPr>
            <a:xfrm>
              <a:off x="359837" y="4401391"/>
              <a:ext cx="1102438" cy="577167"/>
              <a:chOff x="359837" y="4401391"/>
              <a:chExt cx="1102438" cy="577167"/>
            </a:xfrm>
          </p:grpSpPr>
          <p:pic>
            <p:nvPicPr>
              <p:cNvPr id="568" name="Google Shape;568;p4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69" name="Google Shape;569;p4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570" name="Google Shape;570;p49"/>
            <p:cNvGrpSpPr/>
            <p:nvPr/>
          </p:nvGrpSpPr>
          <p:grpSpPr>
            <a:xfrm>
              <a:off x="-148218" y="81904"/>
              <a:ext cx="1188426" cy="1227668"/>
              <a:chOff x="-7843" y="83454"/>
              <a:chExt cx="1188426" cy="1227668"/>
            </a:xfrm>
          </p:grpSpPr>
          <p:pic>
            <p:nvPicPr>
              <p:cNvPr id="571" name="Google Shape;571;p4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572" name="Google Shape;572;p4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573" name="Google Shape;573;p4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4" name="Shape 574"/>
        <p:cNvGrpSpPr/>
        <p:nvPr/>
      </p:nvGrpSpPr>
      <p:grpSpPr>
        <a:xfrm>
          <a:off x="0" y="0"/>
          <a:ext cx="0" cy="0"/>
          <a:chOff x="0" y="0"/>
          <a:chExt cx="0" cy="0"/>
        </a:xfrm>
      </p:grpSpPr>
      <p:pic>
        <p:nvPicPr>
          <p:cNvPr id="575" name="Google Shape;575;p5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76" name="Google Shape;576;p50"/>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577" name="Google Shape;577;p50"/>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78" name="Google Shape;578;p50"/>
          <p:cNvGrpSpPr/>
          <p:nvPr/>
        </p:nvGrpSpPr>
        <p:grpSpPr>
          <a:xfrm>
            <a:off x="0" y="-859375"/>
            <a:ext cx="9504775" cy="6608225"/>
            <a:chOff x="0" y="-859375"/>
            <a:chExt cx="9504775" cy="6608225"/>
          </a:xfrm>
        </p:grpSpPr>
        <p:grpSp>
          <p:nvGrpSpPr>
            <p:cNvPr id="579" name="Google Shape;579;p50"/>
            <p:cNvGrpSpPr/>
            <p:nvPr/>
          </p:nvGrpSpPr>
          <p:grpSpPr>
            <a:xfrm flipH="1">
              <a:off x="5129400" y="4543750"/>
              <a:ext cx="4014600" cy="1205100"/>
              <a:chOff x="150" y="4543750"/>
              <a:chExt cx="4014600" cy="1205100"/>
            </a:xfrm>
          </p:grpSpPr>
          <p:sp>
            <p:nvSpPr>
              <p:cNvPr id="580" name="Google Shape;580;p50"/>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1" name="Google Shape;581;p50"/>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582" name="Google Shape;582;p50"/>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83" name="Google Shape;583;p50"/>
            <p:cNvGrpSpPr/>
            <p:nvPr/>
          </p:nvGrpSpPr>
          <p:grpSpPr>
            <a:xfrm flipH="1">
              <a:off x="0" y="-859375"/>
              <a:ext cx="2489300" cy="1740000"/>
              <a:chOff x="6148925" y="-872075"/>
              <a:chExt cx="2489300" cy="1740000"/>
            </a:xfrm>
          </p:grpSpPr>
          <p:sp>
            <p:nvSpPr>
              <p:cNvPr id="584" name="Google Shape;584;p5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5" name="Google Shape;585;p5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586" name="Google Shape;586;p50"/>
          <p:cNvGrpSpPr/>
          <p:nvPr/>
        </p:nvGrpSpPr>
        <p:grpSpPr>
          <a:xfrm>
            <a:off x="-736999" y="-445900"/>
            <a:ext cx="10033401" cy="5589398"/>
            <a:chOff x="-736999" y="-445900"/>
            <a:chExt cx="10033401" cy="5589398"/>
          </a:xfrm>
        </p:grpSpPr>
        <p:pic>
          <p:nvPicPr>
            <p:cNvPr id="587" name="Google Shape;587;p5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588" name="Google Shape;588;p50"/>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9" name="Shape 589"/>
        <p:cNvGrpSpPr/>
        <p:nvPr/>
      </p:nvGrpSpPr>
      <p:grpSpPr>
        <a:xfrm>
          <a:off x="0" y="0"/>
          <a:ext cx="0" cy="0"/>
          <a:chOff x="0" y="0"/>
          <a:chExt cx="0" cy="0"/>
        </a:xfrm>
      </p:grpSpPr>
      <p:sp>
        <p:nvSpPr>
          <p:cNvPr id="590" name="Google Shape;590;p51"/>
          <p:cNvSpPr/>
          <p:nvPr>
            <p:ph idx="2" type="pic"/>
          </p:nvPr>
        </p:nvSpPr>
        <p:spPr>
          <a:xfrm>
            <a:off x="-25" y="-13725"/>
            <a:ext cx="9144000" cy="5157300"/>
          </a:xfrm>
          <a:prstGeom prst="rect">
            <a:avLst/>
          </a:prstGeom>
          <a:noFill/>
          <a:ln>
            <a:noFill/>
          </a:ln>
        </p:spPr>
      </p:sp>
      <p:sp>
        <p:nvSpPr>
          <p:cNvPr id="591" name="Google Shape;591;p51"/>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2" name="Shape 592"/>
        <p:cNvGrpSpPr/>
        <p:nvPr/>
      </p:nvGrpSpPr>
      <p:grpSpPr>
        <a:xfrm>
          <a:off x="0" y="0"/>
          <a:ext cx="0" cy="0"/>
          <a:chOff x="0" y="0"/>
          <a:chExt cx="0" cy="0"/>
        </a:xfrm>
      </p:grpSpPr>
      <p:pic>
        <p:nvPicPr>
          <p:cNvPr id="593" name="Google Shape;593;p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94" name="Google Shape;594;p52"/>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95" name="Google Shape;595;p52"/>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596" name="Google Shape;596;p52"/>
          <p:cNvGrpSpPr/>
          <p:nvPr/>
        </p:nvGrpSpPr>
        <p:grpSpPr>
          <a:xfrm>
            <a:off x="-601700" y="-872075"/>
            <a:ext cx="10705100" cy="5548225"/>
            <a:chOff x="-601700" y="-872075"/>
            <a:chExt cx="10705100" cy="5548225"/>
          </a:xfrm>
        </p:grpSpPr>
        <p:sp>
          <p:nvSpPr>
            <p:cNvPr id="597" name="Google Shape;597;p5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98" name="Google Shape;598;p52"/>
            <p:cNvGrpSpPr/>
            <p:nvPr/>
          </p:nvGrpSpPr>
          <p:grpSpPr>
            <a:xfrm rot="5400000">
              <a:off x="-2006450" y="1404750"/>
              <a:ext cx="4014600" cy="1205100"/>
              <a:chOff x="150" y="4543750"/>
              <a:chExt cx="4014600" cy="1205100"/>
            </a:xfrm>
          </p:grpSpPr>
          <p:sp>
            <p:nvSpPr>
              <p:cNvPr id="599" name="Google Shape;599;p5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0" name="Google Shape;600;p5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01" name="Google Shape;601;p52"/>
            <p:cNvGrpSpPr/>
            <p:nvPr/>
          </p:nvGrpSpPr>
          <p:grpSpPr>
            <a:xfrm>
              <a:off x="6148925" y="-872075"/>
              <a:ext cx="2489300" cy="1740000"/>
              <a:chOff x="6148925" y="-872075"/>
              <a:chExt cx="2489300" cy="1740000"/>
            </a:xfrm>
          </p:grpSpPr>
          <p:sp>
            <p:nvSpPr>
              <p:cNvPr id="602" name="Google Shape;602;p5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3" name="Google Shape;603;p5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04" name="Google Shape;604;p52"/>
          <p:cNvGrpSpPr/>
          <p:nvPr/>
        </p:nvGrpSpPr>
        <p:grpSpPr>
          <a:xfrm>
            <a:off x="-100888" y="2838714"/>
            <a:ext cx="9155766" cy="2341969"/>
            <a:chOff x="-100888" y="2838714"/>
            <a:chExt cx="9155766" cy="2341969"/>
          </a:xfrm>
        </p:grpSpPr>
        <p:grpSp>
          <p:nvGrpSpPr>
            <p:cNvPr id="605" name="Google Shape;605;p52"/>
            <p:cNvGrpSpPr/>
            <p:nvPr/>
          </p:nvGrpSpPr>
          <p:grpSpPr>
            <a:xfrm>
              <a:off x="8206512" y="4230524"/>
              <a:ext cx="848365" cy="950159"/>
              <a:chOff x="41662" y="277999"/>
              <a:chExt cx="848365" cy="950159"/>
            </a:xfrm>
          </p:grpSpPr>
          <p:pic>
            <p:nvPicPr>
              <p:cNvPr id="606" name="Google Shape;606;p5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07" name="Google Shape;607;p5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08" name="Google Shape;608;p5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609" name="Google Shape;609;p52"/>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10" name="Shape 610"/>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11" name="Shape 611"/>
        <p:cNvGrpSpPr/>
        <p:nvPr/>
      </p:nvGrpSpPr>
      <p:grpSpPr>
        <a:xfrm>
          <a:off x="0" y="0"/>
          <a:ext cx="0" cy="0"/>
          <a:chOff x="0" y="0"/>
          <a:chExt cx="0" cy="0"/>
        </a:xfrm>
      </p:grpSpPr>
      <p:pic>
        <p:nvPicPr>
          <p:cNvPr id="612" name="Google Shape;612;p5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613" name="Google Shape;613;p54"/>
          <p:cNvGrpSpPr/>
          <p:nvPr/>
        </p:nvGrpSpPr>
        <p:grpSpPr>
          <a:xfrm>
            <a:off x="7033266" y="-738725"/>
            <a:ext cx="2110732" cy="1475400"/>
            <a:chOff x="7033266" y="-738725"/>
            <a:chExt cx="2110732" cy="1475400"/>
          </a:xfrm>
        </p:grpSpPr>
        <p:sp>
          <p:nvSpPr>
            <p:cNvPr id="614" name="Google Shape;614;p54"/>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15" name="Google Shape;615;p54"/>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16" name="Google Shape;61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17" name="Google Shape;617;p54"/>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8" name="Google Shape;618;p54"/>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19" name="Google Shape;619;p54"/>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0" name="Google Shape;620;p54"/>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1" name="Google Shape;621;p54"/>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2" name="Google Shape;622;p54"/>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3" name="Google Shape;623;p54"/>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4" name="Google Shape;624;p54"/>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5" name="Google Shape;625;p54"/>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6" name="Google Shape;626;p54"/>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7" name="Google Shape;627;p54"/>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8" name="Google Shape;628;p54"/>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629" name="Google Shape;629;p54"/>
          <p:cNvGrpSpPr/>
          <p:nvPr/>
        </p:nvGrpSpPr>
        <p:grpSpPr>
          <a:xfrm>
            <a:off x="2" y="156617"/>
            <a:ext cx="9096298" cy="4929890"/>
            <a:chOff x="2" y="156617"/>
            <a:chExt cx="9096298" cy="4929890"/>
          </a:xfrm>
        </p:grpSpPr>
        <p:grpSp>
          <p:nvGrpSpPr>
            <p:cNvPr id="630" name="Google Shape;630;p54"/>
            <p:cNvGrpSpPr/>
            <p:nvPr/>
          </p:nvGrpSpPr>
          <p:grpSpPr>
            <a:xfrm>
              <a:off x="2" y="156617"/>
              <a:ext cx="719987" cy="944360"/>
              <a:chOff x="2" y="156617"/>
              <a:chExt cx="719987" cy="944360"/>
            </a:xfrm>
          </p:grpSpPr>
          <p:pic>
            <p:nvPicPr>
              <p:cNvPr id="631" name="Google Shape;631;p5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32" name="Google Shape;632;p5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33" name="Google Shape;633;p54"/>
            <p:cNvGrpSpPr/>
            <p:nvPr/>
          </p:nvGrpSpPr>
          <p:grpSpPr>
            <a:xfrm>
              <a:off x="7993862" y="4509341"/>
              <a:ext cx="1102438" cy="577167"/>
              <a:chOff x="7993862" y="4509341"/>
              <a:chExt cx="1102438" cy="577167"/>
            </a:xfrm>
          </p:grpSpPr>
          <p:pic>
            <p:nvPicPr>
              <p:cNvPr id="634" name="Google Shape;634;p54"/>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635" name="Google Shape;635;p54"/>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36" name="Shape 636"/>
        <p:cNvGrpSpPr/>
        <p:nvPr/>
      </p:nvGrpSpPr>
      <p:grpSpPr>
        <a:xfrm>
          <a:off x="0" y="0"/>
          <a:ext cx="0" cy="0"/>
          <a:chOff x="0" y="0"/>
          <a:chExt cx="0" cy="0"/>
        </a:xfrm>
      </p:grpSpPr>
      <p:pic>
        <p:nvPicPr>
          <p:cNvPr id="637" name="Google Shape;637;p5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38" name="Google Shape;638;p55"/>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639" name="Google Shape;639;p55"/>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640" name="Google Shape;640;p5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641" name="Google Shape;641;p55"/>
          <p:cNvGrpSpPr/>
          <p:nvPr/>
        </p:nvGrpSpPr>
        <p:grpSpPr>
          <a:xfrm>
            <a:off x="0" y="-859375"/>
            <a:ext cx="9755475" cy="6421100"/>
            <a:chOff x="0" y="-859375"/>
            <a:chExt cx="9755475" cy="6421100"/>
          </a:xfrm>
        </p:grpSpPr>
        <p:sp>
          <p:nvSpPr>
            <p:cNvPr id="642" name="Google Shape;642;p5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43" name="Google Shape;643;p55"/>
            <p:cNvGrpSpPr/>
            <p:nvPr/>
          </p:nvGrpSpPr>
          <p:grpSpPr>
            <a:xfrm flipH="1">
              <a:off x="0" y="-859375"/>
              <a:ext cx="2489300" cy="1740000"/>
              <a:chOff x="6148925" y="-872075"/>
              <a:chExt cx="2489300" cy="1740000"/>
            </a:xfrm>
          </p:grpSpPr>
          <p:sp>
            <p:nvSpPr>
              <p:cNvPr id="644" name="Google Shape;644;p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5" name="Google Shape;645;p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46" name="Google Shape;646;p5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47" name="Shape 647"/>
        <p:cNvGrpSpPr/>
        <p:nvPr/>
      </p:nvGrpSpPr>
      <p:grpSpPr>
        <a:xfrm>
          <a:off x="0" y="0"/>
          <a:ext cx="0" cy="0"/>
          <a:chOff x="0" y="0"/>
          <a:chExt cx="0" cy="0"/>
        </a:xfrm>
      </p:grpSpPr>
      <p:pic>
        <p:nvPicPr>
          <p:cNvPr id="648" name="Google Shape;648;p5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49" name="Google Shape;649;p56"/>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0" name="Google Shape;650;p56"/>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1" name="Google Shape;651;p56"/>
          <p:cNvSpPr/>
          <p:nvPr>
            <p:ph idx="2" type="pic"/>
          </p:nvPr>
        </p:nvSpPr>
        <p:spPr>
          <a:xfrm>
            <a:off x="4898950" y="533875"/>
            <a:ext cx="3489000" cy="4075800"/>
          </a:xfrm>
          <a:prstGeom prst="roundRect">
            <a:avLst>
              <a:gd fmla="val 18268" name="adj"/>
            </a:avLst>
          </a:prstGeom>
          <a:noFill/>
          <a:ln>
            <a:noFill/>
          </a:ln>
        </p:spPr>
      </p:sp>
      <p:grpSp>
        <p:nvGrpSpPr>
          <p:cNvPr id="652" name="Google Shape;652;p56"/>
          <p:cNvGrpSpPr/>
          <p:nvPr/>
        </p:nvGrpSpPr>
        <p:grpSpPr>
          <a:xfrm rot="5400000">
            <a:off x="-2006450" y="1404750"/>
            <a:ext cx="4014600" cy="1205100"/>
            <a:chOff x="150" y="4543750"/>
            <a:chExt cx="4014600" cy="1205100"/>
          </a:xfrm>
        </p:grpSpPr>
        <p:sp>
          <p:nvSpPr>
            <p:cNvPr id="653" name="Google Shape;653;p5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54" name="Google Shape;654;p5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55" name="Shape 655"/>
        <p:cNvGrpSpPr/>
        <p:nvPr/>
      </p:nvGrpSpPr>
      <p:grpSpPr>
        <a:xfrm>
          <a:off x="0" y="0"/>
          <a:ext cx="0" cy="0"/>
          <a:chOff x="0" y="0"/>
          <a:chExt cx="0" cy="0"/>
        </a:xfrm>
      </p:grpSpPr>
      <p:pic>
        <p:nvPicPr>
          <p:cNvPr id="656" name="Google Shape;656;p5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57" name="Google Shape;657;p57"/>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8" name="Google Shape;658;p57"/>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59" name="Google Shape;659;p57"/>
          <p:cNvGrpSpPr/>
          <p:nvPr/>
        </p:nvGrpSpPr>
        <p:grpSpPr>
          <a:xfrm>
            <a:off x="0" y="-859375"/>
            <a:ext cx="9755475" cy="6421100"/>
            <a:chOff x="0" y="-859375"/>
            <a:chExt cx="9755475" cy="6421100"/>
          </a:xfrm>
        </p:grpSpPr>
        <p:sp>
          <p:nvSpPr>
            <p:cNvPr id="660" name="Google Shape;660;p57"/>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61" name="Google Shape;661;p57"/>
            <p:cNvGrpSpPr/>
            <p:nvPr/>
          </p:nvGrpSpPr>
          <p:grpSpPr>
            <a:xfrm flipH="1">
              <a:off x="0" y="-859375"/>
              <a:ext cx="2489300" cy="1740000"/>
              <a:chOff x="6148925" y="-872075"/>
              <a:chExt cx="2489300" cy="1740000"/>
            </a:xfrm>
          </p:grpSpPr>
          <p:sp>
            <p:nvSpPr>
              <p:cNvPr id="662" name="Google Shape;662;p5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63" name="Google Shape;663;p5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64" name="Google Shape;664;p57"/>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5" name="Shape 665"/>
        <p:cNvGrpSpPr/>
        <p:nvPr/>
      </p:nvGrpSpPr>
      <p:grpSpPr>
        <a:xfrm>
          <a:off x="0" y="0"/>
          <a:ext cx="0" cy="0"/>
          <a:chOff x="0" y="0"/>
          <a:chExt cx="0" cy="0"/>
        </a:xfrm>
      </p:grpSpPr>
      <p:pic>
        <p:nvPicPr>
          <p:cNvPr id="666" name="Google Shape;666;p5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67" name="Google Shape;667;p58"/>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68" name="Google Shape;668;p58"/>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69" name="Google Shape;669;p58"/>
          <p:cNvGrpSpPr/>
          <p:nvPr/>
        </p:nvGrpSpPr>
        <p:grpSpPr>
          <a:xfrm>
            <a:off x="-601700" y="0"/>
            <a:ext cx="10705100" cy="4676150"/>
            <a:chOff x="-601700" y="0"/>
            <a:chExt cx="10705100" cy="4676150"/>
          </a:xfrm>
        </p:grpSpPr>
        <p:sp>
          <p:nvSpPr>
            <p:cNvPr id="670" name="Google Shape;670;p5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71" name="Google Shape;671;p58"/>
            <p:cNvGrpSpPr/>
            <p:nvPr/>
          </p:nvGrpSpPr>
          <p:grpSpPr>
            <a:xfrm rot="5400000">
              <a:off x="-2006450" y="1404750"/>
              <a:ext cx="4014600" cy="1205100"/>
              <a:chOff x="150" y="4543750"/>
              <a:chExt cx="4014600" cy="1205100"/>
            </a:xfrm>
          </p:grpSpPr>
          <p:sp>
            <p:nvSpPr>
              <p:cNvPr id="672" name="Google Shape;672;p5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73" name="Google Shape;673;p5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74" name="Google Shape;674;p58"/>
          <p:cNvGrpSpPr/>
          <p:nvPr/>
        </p:nvGrpSpPr>
        <p:grpSpPr>
          <a:xfrm>
            <a:off x="8206512" y="4230524"/>
            <a:ext cx="848365" cy="950159"/>
            <a:chOff x="41662" y="277999"/>
            <a:chExt cx="848365" cy="950159"/>
          </a:xfrm>
        </p:grpSpPr>
        <p:pic>
          <p:nvPicPr>
            <p:cNvPr id="675" name="Google Shape;675;p5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76" name="Google Shape;676;p5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77" name="Google Shape;677;p5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78" name="Shape 678"/>
        <p:cNvGrpSpPr/>
        <p:nvPr/>
      </p:nvGrpSpPr>
      <p:grpSpPr>
        <a:xfrm>
          <a:off x="0" y="0"/>
          <a:ext cx="0" cy="0"/>
          <a:chOff x="0" y="0"/>
          <a:chExt cx="0" cy="0"/>
        </a:xfrm>
      </p:grpSpPr>
      <p:pic>
        <p:nvPicPr>
          <p:cNvPr id="679" name="Google Shape;679;p5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80" name="Google Shape;680;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81" name="Google Shape;681;p59"/>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2" name="Google Shape;682;p59"/>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3" name="Google Shape;683;p59"/>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684" name="Google Shape;684;p59"/>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685" name="Google Shape;685;p59"/>
          <p:cNvGrpSpPr/>
          <p:nvPr/>
        </p:nvGrpSpPr>
        <p:grpSpPr>
          <a:xfrm>
            <a:off x="-501600" y="128825"/>
            <a:ext cx="10252550" cy="5418500"/>
            <a:chOff x="-501600" y="128825"/>
            <a:chExt cx="10252550" cy="5418500"/>
          </a:xfrm>
        </p:grpSpPr>
        <p:sp>
          <p:nvSpPr>
            <p:cNvPr id="686" name="Google Shape;686;p5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7" name="Google Shape;687;p5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8" name="Google Shape;688;p5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89" name="Google Shape;689;p59"/>
          <p:cNvGrpSpPr/>
          <p:nvPr/>
        </p:nvGrpSpPr>
        <p:grpSpPr>
          <a:xfrm>
            <a:off x="2" y="156617"/>
            <a:ext cx="9088698" cy="4882915"/>
            <a:chOff x="2" y="156617"/>
            <a:chExt cx="9088698" cy="4882915"/>
          </a:xfrm>
        </p:grpSpPr>
        <p:grpSp>
          <p:nvGrpSpPr>
            <p:cNvPr id="690" name="Google Shape;690;p59"/>
            <p:cNvGrpSpPr/>
            <p:nvPr/>
          </p:nvGrpSpPr>
          <p:grpSpPr>
            <a:xfrm>
              <a:off x="2" y="156617"/>
              <a:ext cx="719987" cy="944360"/>
              <a:chOff x="2" y="156617"/>
              <a:chExt cx="719987" cy="944360"/>
            </a:xfrm>
          </p:grpSpPr>
          <p:pic>
            <p:nvPicPr>
              <p:cNvPr id="691" name="Google Shape;691;p5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92" name="Google Shape;692;p5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93" name="Google Shape;693;p59"/>
            <p:cNvGrpSpPr/>
            <p:nvPr/>
          </p:nvGrpSpPr>
          <p:grpSpPr>
            <a:xfrm>
              <a:off x="7986262" y="4462366"/>
              <a:ext cx="1102438" cy="577167"/>
              <a:chOff x="359837" y="4401391"/>
              <a:chExt cx="1102438" cy="577167"/>
            </a:xfrm>
          </p:grpSpPr>
          <p:pic>
            <p:nvPicPr>
              <p:cNvPr id="694" name="Google Shape;694;p5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5" name="Google Shape;695;p5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96" name="Shape 696"/>
        <p:cNvGrpSpPr/>
        <p:nvPr/>
      </p:nvGrpSpPr>
      <p:grpSpPr>
        <a:xfrm>
          <a:off x="0" y="0"/>
          <a:ext cx="0" cy="0"/>
          <a:chOff x="0" y="0"/>
          <a:chExt cx="0" cy="0"/>
        </a:xfrm>
      </p:grpSpPr>
      <p:pic>
        <p:nvPicPr>
          <p:cNvPr id="697" name="Google Shape;697;p6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98" name="Google Shape;698;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99" name="Google Shape;699;p60"/>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0" name="Google Shape;700;p60"/>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01" name="Google Shape;701;p60"/>
          <p:cNvGrpSpPr/>
          <p:nvPr/>
        </p:nvGrpSpPr>
        <p:grpSpPr>
          <a:xfrm>
            <a:off x="275000" y="0"/>
            <a:ext cx="9374500" cy="5748850"/>
            <a:chOff x="275000" y="0"/>
            <a:chExt cx="9374500" cy="5748850"/>
          </a:xfrm>
        </p:grpSpPr>
        <p:sp>
          <p:nvSpPr>
            <p:cNvPr id="702" name="Google Shape;702;p6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3" name="Google Shape;703;p60"/>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4" name="Google Shape;704;p6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05" name="Google Shape;705;p60"/>
          <p:cNvGrpSpPr/>
          <p:nvPr/>
        </p:nvGrpSpPr>
        <p:grpSpPr>
          <a:xfrm>
            <a:off x="2" y="156617"/>
            <a:ext cx="9088698" cy="4882915"/>
            <a:chOff x="2" y="156617"/>
            <a:chExt cx="9088698" cy="4882915"/>
          </a:xfrm>
        </p:grpSpPr>
        <p:grpSp>
          <p:nvGrpSpPr>
            <p:cNvPr id="706" name="Google Shape;706;p60"/>
            <p:cNvGrpSpPr/>
            <p:nvPr/>
          </p:nvGrpSpPr>
          <p:grpSpPr>
            <a:xfrm>
              <a:off x="2" y="156617"/>
              <a:ext cx="719987" cy="944360"/>
              <a:chOff x="2" y="156617"/>
              <a:chExt cx="719987" cy="944360"/>
            </a:xfrm>
          </p:grpSpPr>
          <p:pic>
            <p:nvPicPr>
              <p:cNvPr id="707" name="Google Shape;707;p6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08" name="Google Shape;708;p6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09" name="Google Shape;709;p60"/>
            <p:cNvGrpSpPr/>
            <p:nvPr/>
          </p:nvGrpSpPr>
          <p:grpSpPr>
            <a:xfrm>
              <a:off x="7986262" y="4462366"/>
              <a:ext cx="1102438" cy="577167"/>
              <a:chOff x="359837" y="4401391"/>
              <a:chExt cx="1102438" cy="577167"/>
            </a:xfrm>
          </p:grpSpPr>
          <p:pic>
            <p:nvPicPr>
              <p:cNvPr id="710" name="Google Shape;710;p6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11" name="Google Shape;711;p6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12" name="Shape 712"/>
        <p:cNvGrpSpPr/>
        <p:nvPr/>
      </p:nvGrpSpPr>
      <p:grpSpPr>
        <a:xfrm>
          <a:off x="0" y="0"/>
          <a:ext cx="0" cy="0"/>
          <a:chOff x="0" y="0"/>
          <a:chExt cx="0" cy="0"/>
        </a:xfrm>
      </p:grpSpPr>
      <p:pic>
        <p:nvPicPr>
          <p:cNvPr id="713" name="Google Shape;713;p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14" name="Google Shape;714;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15" name="Google Shape;715;p61"/>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6" name="Google Shape;716;p61"/>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7" name="Google Shape;717;p61"/>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8" name="Google Shape;718;p61"/>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19" name="Google Shape;719;p61"/>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20" name="Google Shape;720;p61"/>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21" name="Google Shape;721;p61"/>
          <p:cNvGrpSpPr/>
          <p:nvPr/>
        </p:nvGrpSpPr>
        <p:grpSpPr>
          <a:xfrm>
            <a:off x="-601700" y="0"/>
            <a:ext cx="10705100" cy="4676150"/>
            <a:chOff x="-601700" y="0"/>
            <a:chExt cx="10705100" cy="4676150"/>
          </a:xfrm>
        </p:grpSpPr>
        <p:sp>
          <p:nvSpPr>
            <p:cNvPr id="722" name="Google Shape;722;p6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723" name="Google Shape;723;p61"/>
            <p:cNvGrpSpPr/>
            <p:nvPr/>
          </p:nvGrpSpPr>
          <p:grpSpPr>
            <a:xfrm rot="5400000">
              <a:off x="-2006450" y="1404750"/>
              <a:ext cx="4014600" cy="1205100"/>
              <a:chOff x="150" y="4543750"/>
              <a:chExt cx="4014600" cy="1205100"/>
            </a:xfrm>
          </p:grpSpPr>
          <p:sp>
            <p:nvSpPr>
              <p:cNvPr id="724" name="Google Shape;724;p6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25" name="Google Shape;725;p6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726" name="Google Shape;726;p61"/>
          <p:cNvGrpSpPr/>
          <p:nvPr/>
        </p:nvGrpSpPr>
        <p:grpSpPr>
          <a:xfrm>
            <a:off x="2" y="156617"/>
            <a:ext cx="9054876" cy="5024066"/>
            <a:chOff x="2" y="156617"/>
            <a:chExt cx="9054876" cy="5024066"/>
          </a:xfrm>
        </p:grpSpPr>
        <p:grpSp>
          <p:nvGrpSpPr>
            <p:cNvPr id="727" name="Google Shape;727;p61"/>
            <p:cNvGrpSpPr/>
            <p:nvPr/>
          </p:nvGrpSpPr>
          <p:grpSpPr>
            <a:xfrm>
              <a:off x="8206512" y="4230524"/>
              <a:ext cx="848365" cy="950159"/>
              <a:chOff x="41662" y="277999"/>
              <a:chExt cx="848365" cy="950159"/>
            </a:xfrm>
          </p:grpSpPr>
          <p:pic>
            <p:nvPicPr>
              <p:cNvPr id="728" name="Google Shape;728;p6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729" name="Google Shape;729;p6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730" name="Google Shape;730;p6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731" name="Google Shape;731;p61"/>
            <p:cNvGrpSpPr/>
            <p:nvPr/>
          </p:nvGrpSpPr>
          <p:grpSpPr>
            <a:xfrm>
              <a:off x="2" y="156617"/>
              <a:ext cx="719987" cy="944360"/>
              <a:chOff x="2" y="156617"/>
              <a:chExt cx="719987" cy="944360"/>
            </a:xfrm>
          </p:grpSpPr>
          <p:pic>
            <p:nvPicPr>
              <p:cNvPr id="732" name="Google Shape;732;p6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33" name="Google Shape;733;p6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34" name="Shape 734"/>
        <p:cNvGrpSpPr/>
        <p:nvPr/>
      </p:nvGrpSpPr>
      <p:grpSpPr>
        <a:xfrm>
          <a:off x="0" y="0"/>
          <a:ext cx="0" cy="0"/>
          <a:chOff x="0" y="0"/>
          <a:chExt cx="0" cy="0"/>
        </a:xfrm>
      </p:grpSpPr>
      <p:pic>
        <p:nvPicPr>
          <p:cNvPr id="735" name="Google Shape;735;p6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736" name="Google Shape;736;p62"/>
          <p:cNvGrpSpPr/>
          <p:nvPr/>
        </p:nvGrpSpPr>
        <p:grpSpPr>
          <a:xfrm>
            <a:off x="5129400" y="0"/>
            <a:ext cx="4520100" cy="5547325"/>
            <a:chOff x="5129400" y="0"/>
            <a:chExt cx="4520100" cy="5547325"/>
          </a:xfrm>
        </p:grpSpPr>
        <p:sp>
          <p:nvSpPr>
            <p:cNvPr id="737" name="Google Shape;737;p6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38" name="Google Shape;738;p62"/>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39" name="Google Shape;739;p62"/>
          <p:cNvGrpSpPr/>
          <p:nvPr/>
        </p:nvGrpSpPr>
        <p:grpSpPr>
          <a:xfrm>
            <a:off x="2" y="156617"/>
            <a:ext cx="9088698" cy="4882915"/>
            <a:chOff x="2" y="156617"/>
            <a:chExt cx="9088698" cy="4882915"/>
          </a:xfrm>
        </p:grpSpPr>
        <p:grpSp>
          <p:nvGrpSpPr>
            <p:cNvPr id="740" name="Google Shape;740;p62"/>
            <p:cNvGrpSpPr/>
            <p:nvPr/>
          </p:nvGrpSpPr>
          <p:grpSpPr>
            <a:xfrm>
              <a:off x="2" y="156617"/>
              <a:ext cx="719987" cy="944360"/>
              <a:chOff x="2" y="156617"/>
              <a:chExt cx="719987" cy="944360"/>
            </a:xfrm>
          </p:grpSpPr>
          <p:pic>
            <p:nvPicPr>
              <p:cNvPr id="741" name="Google Shape;741;p6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42" name="Google Shape;742;p6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43" name="Google Shape;743;p62"/>
            <p:cNvGrpSpPr/>
            <p:nvPr/>
          </p:nvGrpSpPr>
          <p:grpSpPr>
            <a:xfrm>
              <a:off x="7986262" y="4462366"/>
              <a:ext cx="1102438" cy="577167"/>
              <a:chOff x="359837" y="4401391"/>
              <a:chExt cx="1102438" cy="577167"/>
            </a:xfrm>
          </p:grpSpPr>
          <p:pic>
            <p:nvPicPr>
              <p:cNvPr id="744" name="Google Shape;744;p6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45" name="Google Shape;745;p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746" name="Google Shape;746;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47" name="Google Shape;747;p62"/>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8" name="Google Shape;748;p62"/>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9" name="Google Shape;749;p62"/>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0" name="Google Shape;750;p62"/>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1" name="Google Shape;751;p62"/>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2" name="Google Shape;752;p62"/>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3" name="Google Shape;753;p62"/>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4" name="Google Shape;754;p62"/>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755" name="Shape 755"/>
        <p:cNvGrpSpPr/>
        <p:nvPr/>
      </p:nvGrpSpPr>
      <p:grpSpPr>
        <a:xfrm>
          <a:off x="0" y="0"/>
          <a:ext cx="0" cy="0"/>
          <a:chOff x="0" y="0"/>
          <a:chExt cx="0" cy="0"/>
        </a:xfrm>
      </p:grpSpPr>
      <p:pic>
        <p:nvPicPr>
          <p:cNvPr id="756" name="Google Shape;756;p6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57" name="Google Shape;757;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58" name="Google Shape;758;p63"/>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9" name="Google Shape;759;p63"/>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0" name="Google Shape;760;p63"/>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1" name="Google Shape;761;p63"/>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2" name="Google Shape;762;p63"/>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3" name="Google Shape;763;p63"/>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4" name="Google Shape;764;p63"/>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5" name="Google Shape;765;p63"/>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6" name="Google Shape;766;p63"/>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7" name="Google Shape;767;p63"/>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68" name="Google Shape;768;p63"/>
          <p:cNvGrpSpPr/>
          <p:nvPr/>
        </p:nvGrpSpPr>
        <p:grpSpPr>
          <a:xfrm>
            <a:off x="2" y="156617"/>
            <a:ext cx="719987" cy="944360"/>
            <a:chOff x="2" y="156617"/>
            <a:chExt cx="719987" cy="944360"/>
          </a:xfrm>
        </p:grpSpPr>
        <p:pic>
          <p:nvPicPr>
            <p:cNvPr id="769" name="Google Shape;769;p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70" name="Google Shape;770;p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71" name="Google Shape;771;p63"/>
          <p:cNvGrpSpPr/>
          <p:nvPr/>
        </p:nvGrpSpPr>
        <p:grpSpPr>
          <a:xfrm>
            <a:off x="0" y="2817900"/>
            <a:ext cx="9640900" cy="2932900"/>
            <a:chOff x="0" y="2817900"/>
            <a:chExt cx="9640900" cy="2932900"/>
          </a:xfrm>
        </p:grpSpPr>
        <p:sp>
          <p:nvSpPr>
            <p:cNvPr id="772" name="Google Shape;772;p63"/>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3" name="Google Shape;773;p63"/>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4" name="Google Shape;774;p63"/>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75" name="Shape 775"/>
        <p:cNvGrpSpPr/>
        <p:nvPr/>
      </p:nvGrpSpPr>
      <p:grpSpPr>
        <a:xfrm>
          <a:off x="0" y="0"/>
          <a:ext cx="0" cy="0"/>
          <a:chOff x="0" y="0"/>
          <a:chExt cx="0" cy="0"/>
        </a:xfrm>
      </p:grpSpPr>
      <p:pic>
        <p:nvPicPr>
          <p:cNvPr id="776" name="Google Shape;776;p6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77" name="Google Shape;777;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78" name="Google Shape;778;p64"/>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9" name="Google Shape;779;p64"/>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0" name="Google Shape;780;p64"/>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1" name="Google Shape;781;p64"/>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 name="Google Shape;782;p64"/>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3" name="Google Shape;783;p64"/>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4" name="Google Shape;784;p64"/>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5" name="Google Shape;785;p64"/>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6" name="Google Shape;786;p64"/>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7" name="Google Shape;787;p64"/>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8" name="Google Shape;788;p64"/>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9" name="Google Shape;789;p64"/>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90" name="Google Shape;790;p64"/>
          <p:cNvGrpSpPr/>
          <p:nvPr/>
        </p:nvGrpSpPr>
        <p:grpSpPr>
          <a:xfrm>
            <a:off x="-501600" y="128825"/>
            <a:ext cx="10252550" cy="5418500"/>
            <a:chOff x="-501600" y="128825"/>
            <a:chExt cx="10252550" cy="5418500"/>
          </a:xfrm>
        </p:grpSpPr>
        <p:sp>
          <p:nvSpPr>
            <p:cNvPr id="791" name="Google Shape;791;p6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2" name="Google Shape;792;p6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3" name="Google Shape;793;p6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94" name="Google Shape;794;p64"/>
          <p:cNvGrpSpPr/>
          <p:nvPr/>
        </p:nvGrpSpPr>
        <p:grpSpPr>
          <a:xfrm>
            <a:off x="2" y="156617"/>
            <a:ext cx="9088698" cy="4882915"/>
            <a:chOff x="2" y="156617"/>
            <a:chExt cx="9088698" cy="4882915"/>
          </a:xfrm>
        </p:grpSpPr>
        <p:grpSp>
          <p:nvGrpSpPr>
            <p:cNvPr id="795" name="Google Shape;795;p64"/>
            <p:cNvGrpSpPr/>
            <p:nvPr/>
          </p:nvGrpSpPr>
          <p:grpSpPr>
            <a:xfrm>
              <a:off x="2" y="156617"/>
              <a:ext cx="719987" cy="944360"/>
              <a:chOff x="2" y="156617"/>
              <a:chExt cx="719987" cy="944360"/>
            </a:xfrm>
          </p:grpSpPr>
          <p:pic>
            <p:nvPicPr>
              <p:cNvPr id="796" name="Google Shape;796;p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97" name="Google Shape;797;p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98" name="Google Shape;798;p64"/>
            <p:cNvGrpSpPr/>
            <p:nvPr/>
          </p:nvGrpSpPr>
          <p:grpSpPr>
            <a:xfrm>
              <a:off x="7986262" y="4462366"/>
              <a:ext cx="1102438" cy="577167"/>
              <a:chOff x="359837" y="4401391"/>
              <a:chExt cx="1102438" cy="577167"/>
            </a:xfrm>
          </p:grpSpPr>
          <p:pic>
            <p:nvPicPr>
              <p:cNvPr id="799" name="Google Shape;799;p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00" name="Google Shape;800;p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01" name="Shape 801"/>
        <p:cNvGrpSpPr/>
        <p:nvPr/>
      </p:nvGrpSpPr>
      <p:grpSpPr>
        <a:xfrm>
          <a:off x="0" y="0"/>
          <a:ext cx="0" cy="0"/>
          <a:chOff x="0" y="0"/>
          <a:chExt cx="0" cy="0"/>
        </a:xfrm>
      </p:grpSpPr>
      <p:pic>
        <p:nvPicPr>
          <p:cNvPr id="802" name="Google Shape;802;p6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03" name="Google Shape;803;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04" name="Google Shape;804;p65"/>
          <p:cNvGrpSpPr/>
          <p:nvPr/>
        </p:nvGrpSpPr>
        <p:grpSpPr>
          <a:xfrm>
            <a:off x="2" y="156617"/>
            <a:ext cx="719987" cy="944360"/>
            <a:chOff x="2" y="156617"/>
            <a:chExt cx="719987" cy="944360"/>
          </a:xfrm>
        </p:grpSpPr>
        <p:pic>
          <p:nvPicPr>
            <p:cNvPr id="805" name="Google Shape;805;p6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06" name="Google Shape;806;p6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07" name="Google Shape;807;p65"/>
          <p:cNvGrpSpPr/>
          <p:nvPr/>
        </p:nvGrpSpPr>
        <p:grpSpPr>
          <a:xfrm>
            <a:off x="0" y="0"/>
            <a:ext cx="9569050" cy="5569647"/>
            <a:chOff x="0" y="0"/>
            <a:chExt cx="9569050" cy="5569647"/>
          </a:xfrm>
        </p:grpSpPr>
        <p:sp>
          <p:nvSpPr>
            <p:cNvPr id="808" name="Google Shape;808;p6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09" name="Google Shape;809;p6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810" name="Shape 810"/>
        <p:cNvGrpSpPr/>
        <p:nvPr/>
      </p:nvGrpSpPr>
      <p:grpSpPr>
        <a:xfrm>
          <a:off x="0" y="0"/>
          <a:ext cx="0" cy="0"/>
          <a:chOff x="0" y="0"/>
          <a:chExt cx="0" cy="0"/>
        </a:xfrm>
      </p:grpSpPr>
      <p:pic>
        <p:nvPicPr>
          <p:cNvPr id="811" name="Google Shape;811;p6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12" name="Google Shape;812;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13" name="Google Shape;813;p66"/>
          <p:cNvGrpSpPr/>
          <p:nvPr/>
        </p:nvGrpSpPr>
        <p:grpSpPr>
          <a:xfrm>
            <a:off x="2" y="156617"/>
            <a:ext cx="719987" cy="944360"/>
            <a:chOff x="2" y="156617"/>
            <a:chExt cx="719987" cy="944360"/>
          </a:xfrm>
        </p:grpSpPr>
        <p:pic>
          <p:nvPicPr>
            <p:cNvPr id="814" name="Google Shape;814;p6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15" name="Google Shape;815;p6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16" name="Google Shape;816;p66"/>
          <p:cNvGrpSpPr/>
          <p:nvPr/>
        </p:nvGrpSpPr>
        <p:grpSpPr>
          <a:xfrm>
            <a:off x="0" y="0"/>
            <a:ext cx="9569050" cy="5569647"/>
            <a:chOff x="0" y="0"/>
            <a:chExt cx="9569050" cy="5569647"/>
          </a:xfrm>
        </p:grpSpPr>
        <p:sp>
          <p:nvSpPr>
            <p:cNvPr id="817" name="Google Shape;817;p6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18" name="Google Shape;818;p6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19" name="Shape 819"/>
        <p:cNvGrpSpPr/>
        <p:nvPr/>
      </p:nvGrpSpPr>
      <p:grpSpPr>
        <a:xfrm>
          <a:off x="0" y="0"/>
          <a:ext cx="0" cy="0"/>
          <a:chOff x="0" y="0"/>
          <a:chExt cx="0" cy="0"/>
        </a:xfrm>
      </p:grpSpPr>
      <p:pic>
        <p:nvPicPr>
          <p:cNvPr id="820" name="Google Shape;820;p6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21" name="Google Shape;821;p67"/>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2" name="Google Shape;822;p67"/>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3" name="Google Shape;823;p67"/>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4" name="Google Shape;824;p67"/>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5" name="Google Shape;825;p67"/>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6" name="Google Shape;826;p67"/>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827" name="Google Shape;827;p67"/>
          <p:cNvGrpSpPr/>
          <p:nvPr/>
        </p:nvGrpSpPr>
        <p:grpSpPr>
          <a:xfrm>
            <a:off x="-601700" y="0"/>
            <a:ext cx="10705100" cy="4676150"/>
            <a:chOff x="-601700" y="0"/>
            <a:chExt cx="10705100" cy="4676150"/>
          </a:xfrm>
        </p:grpSpPr>
        <p:sp>
          <p:nvSpPr>
            <p:cNvPr id="828" name="Google Shape;828;p6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29" name="Google Shape;829;p67"/>
            <p:cNvGrpSpPr/>
            <p:nvPr/>
          </p:nvGrpSpPr>
          <p:grpSpPr>
            <a:xfrm rot="5400000">
              <a:off x="-2006450" y="1404750"/>
              <a:ext cx="4014600" cy="1205100"/>
              <a:chOff x="150" y="4543750"/>
              <a:chExt cx="4014600" cy="1205100"/>
            </a:xfrm>
          </p:grpSpPr>
          <p:sp>
            <p:nvSpPr>
              <p:cNvPr id="830" name="Google Shape;830;p6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31" name="Google Shape;831;p6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832" name="Google Shape;832;p67"/>
          <p:cNvGrpSpPr/>
          <p:nvPr/>
        </p:nvGrpSpPr>
        <p:grpSpPr>
          <a:xfrm>
            <a:off x="8206512" y="4230524"/>
            <a:ext cx="848365" cy="950159"/>
            <a:chOff x="41662" y="277999"/>
            <a:chExt cx="848365" cy="950159"/>
          </a:xfrm>
        </p:grpSpPr>
        <p:pic>
          <p:nvPicPr>
            <p:cNvPr id="833" name="Google Shape;833;p6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34" name="Google Shape;834;p6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5" name="Google Shape;835;p6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6" name="Shape 836"/>
        <p:cNvGrpSpPr/>
        <p:nvPr/>
      </p:nvGrpSpPr>
      <p:grpSpPr>
        <a:xfrm>
          <a:off x="0" y="0"/>
          <a:ext cx="0" cy="0"/>
          <a:chOff x="0" y="0"/>
          <a:chExt cx="0" cy="0"/>
        </a:xfrm>
      </p:grpSpPr>
      <p:pic>
        <p:nvPicPr>
          <p:cNvPr id="837" name="Google Shape;837;p6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838" name="Google Shape;838;p68"/>
          <p:cNvGrpSpPr/>
          <p:nvPr/>
        </p:nvGrpSpPr>
        <p:grpSpPr>
          <a:xfrm>
            <a:off x="-962824" y="-872075"/>
            <a:ext cx="10524450" cy="6436800"/>
            <a:chOff x="-962824" y="-872075"/>
            <a:chExt cx="10524450" cy="6436800"/>
          </a:xfrm>
        </p:grpSpPr>
        <p:sp>
          <p:nvSpPr>
            <p:cNvPr id="839" name="Google Shape;839;p68"/>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40" name="Google Shape;840;p68"/>
            <p:cNvGrpSpPr/>
            <p:nvPr/>
          </p:nvGrpSpPr>
          <p:grpSpPr>
            <a:xfrm flipH="1">
              <a:off x="502351" y="-872075"/>
              <a:ext cx="2489300" cy="1740000"/>
              <a:chOff x="6148925" y="-872075"/>
              <a:chExt cx="2489300" cy="1740000"/>
            </a:xfrm>
          </p:grpSpPr>
          <p:sp>
            <p:nvSpPr>
              <p:cNvPr id="841" name="Google Shape;841;p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2" name="Google Shape;842;p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43" name="Google Shape;843;p68"/>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4" name="Google Shape;844;p68"/>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45" name="Google Shape;845;p68"/>
          <p:cNvGrpSpPr/>
          <p:nvPr/>
        </p:nvGrpSpPr>
        <p:grpSpPr>
          <a:xfrm>
            <a:off x="-962825" y="81904"/>
            <a:ext cx="10251619" cy="5069347"/>
            <a:chOff x="-962825" y="81904"/>
            <a:chExt cx="10251619" cy="5069347"/>
          </a:xfrm>
        </p:grpSpPr>
        <p:pic>
          <p:nvPicPr>
            <p:cNvPr id="846" name="Google Shape;846;p68"/>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47" name="Google Shape;847;p68"/>
            <p:cNvGrpSpPr/>
            <p:nvPr/>
          </p:nvGrpSpPr>
          <p:grpSpPr>
            <a:xfrm flipH="1">
              <a:off x="7678302" y="4401391"/>
              <a:ext cx="1102438" cy="577167"/>
              <a:chOff x="359837" y="4401391"/>
              <a:chExt cx="1102438" cy="577167"/>
            </a:xfrm>
          </p:grpSpPr>
          <p:pic>
            <p:nvPicPr>
              <p:cNvPr id="848" name="Google Shape;848;p6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49" name="Google Shape;849;p6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50" name="Google Shape;850;p68"/>
            <p:cNvGrpSpPr/>
            <p:nvPr/>
          </p:nvGrpSpPr>
          <p:grpSpPr>
            <a:xfrm flipH="1">
              <a:off x="8100369" y="81904"/>
              <a:ext cx="1188426" cy="1227668"/>
              <a:chOff x="-7843" y="83454"/>
              <a:chExt cx="1188426" cy="1227668"/>
            </a:xfrm>
          </p:grpSpPr>
          <p:pic>
            <p:nvPicPr>
              <p:cNvPr id="851" name="Google Shape;851;p6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52" name="Google Shape;852;p6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53" name="Google Shape;853;p6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854" name="Google Shape;854;p68"/>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55" name="Google Shape;855;p68"/>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6" name="Google Shape;856;p68"/>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57" name="Shape 857"/>
        <p:cNvGrpSpPr/>
        <p:nvPr/>
      </p:nvGrpSpPr>
      <p:grpSpPr>
        <a:xfrm>
          <a:off x="0" y="0"/>
          <a:ext cx="0" cy="0"/>
          <a:chOff x="0" y="0"/>
          <a:chExt cx="0" cy="0"/>
        </a:xfrm>
      </p:grpSpPr>
      <p:pic>
        <p:nvPicPr>
          <p:cNvPr id="858" name="Google Shape;858;p6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59" name="Google Shape;859;p69"/>
          <p:cNvGrpSpPr/>
          <p:nvPr/>
        </p:nvGrpSpPr>
        <p:grpSpPr>
          <a:xfrm>
            <a:off x="0" y="-613825"/>
            <a:ext cx="9564675" cy="6140950"/>
            <a:chOff x="0" y="-613825"/>
            <a:chExt cx="9564675" cy="6140950"/>
          </a:xfrm>
        </p:grpSpPr>
        <p:sp>
          <p:nvSpPr>
            <p:cNvPr id="860" name="Google Shape;860;p69"/>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1" name="Google Shape;861;p69"/>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2" name="Google Shape;862;p69"/>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3" name="Shape 863"/>
        <p:cNvGrpSpPr/>
        <p:nvPr/>
      </p:nvGrpSpPr>
      <p:grpSpPr>
        <a:xfrm>
          <a:off x="0" y="0"/>
          <a:ext cx="0" cy="0"/>
          <a:chOff x="0" y="0"/>
          <a:chExt cx="0" cy="0"/>
        </a:xfrm>
      </p:grpSpPr>
      <p:pic>
        <p:nvPicPr>
          <p:cNvPr id="864" name="Google Shape;864;p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65" name="Google Shape;865;p70"/>
          <p:cNvGrpSpPr/>
          <p:nvPr/>
        </p:nvGrpSpPr>
        <p:grpSpPr>
          <a:xfrm>
            <a:off x="-601700" y="0"/>
            <a:ext cx="10358225" cy="5143500"/>
            <a:chOff x="-601700" y="0"/>
            <a:chExt cx="10358225" cy="5143500"/>
          </a:xfrm>
        </p:grpSpPr>
        <p:grpSp>
          <p:nvGrpSpPr>
            <p:cNvPr id="866" name="Google Shape;866;p70"/>
            <p:cNvGrpSpPr/>
            <p:nvPr/>
          </p:nvGrpSpPr>
          <p:grpSpPr>
            <a:xfrm rot="5400000">
              <a:off x="-2006450" y="1404750"/>
              <a:ext cx="4014600" cy="1205100"/>
              <a:chOff x="150" y="4543750"/>
              <a:chExt cx="4014600" cy="1205100"/>
            </a:xfrm>
          </p:grpSpPr>
          <p:sp>
            <p:nvSpPr>
              <p:cNvPr id="867" name="Google Shape;867;p7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8" name="Google Shape;868;p7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69" name="Google Shape;869;p70"/>
            <p:cNvGrpSpPr/>
            <p:nvPr/>
          </p:nvGrpSpPr>
          <p:grpSpPr>
            <a:xfrm rot="-5400000">
              <a:off x="7146675" y="2533650"/>
              <a:ext cx="4014600" cy="1205100"/>
              <a:chOff x="150" y="4543750"/>
              <a:chExt cx="4014600" cy="1205100"/>
            </a:xfrm>
          </p:grpSpPr>
          <p:sp>
            <p:nvSpPr>
              <p:cNvPr id="870" name="Google Shape;870;p70"/>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71" name="Google Shape;871;p70"/>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5" name="Shape 875"/>
        <p:cNvGrpSpPr/>
        <p:nvPr/>
      </p:nvGrpSpPr>
      <p:grpSpPr>
        <a:xfrm>
          <a:off x="0" y="0"/>
          <a:ext cx="0" cy="0"/>
          <a:chOff x="0" y="0"/>
          <a:chExt cx="0" cy="0"/>
        </a:xfrm>
      </p:grpSpPr>
      <p:pic>
        <p:nvPicPr>
          <p:cNvPr id="876" name="Google Shape;876;p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77" name="Google Shape;877;p72"/>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78" name="Google Shape;878;p72"/>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79" name="Google Shape;879;p72"/>
          <p:cNvGrpSpPr/>
          <p:nvPr/>
        </p:nvGrpSpPr>
        <p:grpSpPr>
          <a:xfrm>
            <a:off x="-421050" y="-872075"/>
            <a:ext cx="10524450" cy="6436800"/>
            <a:chOff x="-421050" y="-872075"/>
            <a:chExt cx="10524450" cy="6436800"/>
          </a:xfrm>
        </p:grpSpPr>
        <p:sp>
          <p:nvSpPr>
            <p:cNvPr id="880" name="Google Shape;880;p72"/>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81" name="Google Shape;881;p72"/>
            <p:cNvGrpSpPr/>
            <p:nvPr/>
          </p:nvGrpSpPr>
          <p:grpSpPr>
            <a:xfrm>
              <a:off x="6148925" y="-872075"/>
              <a:ext cx="2489300" cy="1740000"/>
              <a:chOff x="6148925" y="-872075"/>
              <a:chExt cx="2489300" cy="1740000"/>
            </a:xfrm>
          </p:grpSpPr>
          <p:sp>
            <p:nvSpPr>
              <p:cNvPr id="882" name="Google Shape;882;p7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3" name="Google Shape;883;p7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84" name="Google Shape;884;p7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5" name="Google Shape;885;p7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86" name="Google Shape;886;p72"/>
          <p:cNvGrpSpPr/>
          <p:nvPr/>
        </p:nvGrpSpPr>
        <p:grpSpPr>
          <a:xfrm>
            <a:off x="-148218" y="81904"/>
            <a:ext cx="10251619" cy="5069347"/>
            <a:chOff x="-148218" y="81904"/>
            <a:chExt cx="10251619" cy="5069347"/>
          </a:xfrm>
        </p:grpSpPr>
        <p:pic>
          <p:nvPicPr>
            <p:cNvPr id="887" name="Google Shape;887;p7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88" name="Google Shape;888;p72"/>
            <p:cNvGrpSpPr/>
            <p:nvPr/>
          </p:nvGrpSpPr>
          <p:grpSpPr>
            <a:xfrm>
              <a:off x="359837" y="4401391"/>
              <a:ext cx="1102438" cy="577167"/>
              <a:chOff x="359837" y="4401391"/>
              <a:chExt cx="1102438" cy="577167"/>
            </a:xfrm>
          </p:grpSpPr>
          <p:pic>
            <p:nvPicPr>
              <p:cNvPr id="889" name="Google Shape;889;p7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90" name="Google Shape;890;p7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91" name="Google Shape;891;p72"/>
            <p:cNvGrpSpPr/>
            <p:nvPr/>
          </p:nvGrpSpPr>
          <p:grpSpPr>
            <a:xfrm>
              <a:off x="-148218" y="81904"/>
              <a:ext cx="1188426" cy="1227668"/>
              <a:chOff x="-7843" y="83454"/>
              <a:chExt cx="1188426" cy="1227668"/>
            </a:xfrm>
          </p:grpSpPr>
          <p:pic>
            <p:nvPicPr>
              <p:cNvPr id="892" name="Google Shape;892;p7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93" name="Google Shape;893;p7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94" name="Google Shape;894;p7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5" name="Shape 895"/>
        <p:cNvGrpSpPr/>
        <p:nvPr/>
      </p:nvGrpSpPr>
      <p:grpSpPr>
        <a:xfrm>
          <a:off x="0" y="0"/>
          <a:ext cx="0" cy="0"/>
          <a:chOff x="0" y="0"/>
          <a:chExt cx="0" cy="0"/>
        </a:xfrm>
      </p:grpSpPr>
      <p:pic>
        <p:nvPicPr>
          <p:cNvPr id="896" name="Google Shape;896;p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97" name="Google Shape;897;p73"/>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98" name="Google Shape;898;p73"/>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899" name="Google Shape;899;p73"/>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00" name="Google Shape;900;p73"/>
          <p:cNvGrpSpPr/>
          <p:nvPr/>
        </p:nvGrpSpPr>
        <p:grpSpPr>
          <a:xfrm>
            <a:off x="8206512" y="4230524"/>
            <a:ext cx="848365" cy="950159"/>
            <a:chOff x="41662" y="277999"/>
            <a:chExt cx="848365" cy="950159"/>
          </a:xfrm>
        </p:grpSpPr>
        <p:pic>
          <p:nvPicPr>
            <p:cNvPr id="901" name="Google Shape;901;p7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902" name="Google Shape;902;p7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903" name="Google Shape;903;p7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904" name="Google Shape;904;p73"/>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905" name="Google Shape;905;p73"/>
          <p:cNvGrpSpPr/>
          <p:nvPr/>
        </p:nvGrpSpPr>
        <p:grpSpPr>
          <a:xfrm>
            <a:off x="-601700" y="-872075"/>
            <a:ext cx="10705100" cy="5548225"/>
            <a:chOff x="-601700" y="-872075"/>
            <a:chExt cx="10705100" cy="5548225"/>
          </a:xfrm>
        </p:grpSpPr>
        <p:sp>
          <p:nvSpPr>
            <p:cNvPr id="906" name="Google Shape;906;p7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07" name="Google Shape;907;p73"/>
            <p:cNvGrpSpPr/>
            <p:nvPr/>
          </p:nvGrpSpPr>
          <p:grpSpPr>
            <a:xfrm rot="5400000">
              <a:off x="-2006450" y="1404750"/>
              <a:ext cx="4014600" cy="1205100"/>
              <a:chOff x="150" y="4543750"/>
              <a:chExt cx="4014600" cy="1205100"/>
            </a:xfrm>
          </p:grpSpPr>
          <p:sp>
            <p:nvSpPr>
              <p:cNvPr id="908" name="Google Shape;908;p7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09" name="Google Shape;909;p7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10" name="Google Shape;910;p73"/>
            <p:cNvGrpSpPr/>
            <p:nvPr/>
          </p:nvGrpSpPr>
          <p:grpSpPr>
            <a:xfrm>
              <a:off x="6148925" y="-872075"/>
              <a:ext cx="2489300" cy="1740000"/>
              <a:chOff x="6148925" y="-872075"/>
              <a:chExt cx="2489300" cy="1740000"/>
            </a:xfrm>
          </p:grpSpPr>
          <p:sp>
            <p:nvSpPr>
              <p:cNvPr id="911" name="Google Shape;911;p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2" name="Google Shape;912;p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3" name="Shape 913"/>
        <p:cNvGrpSpPr/>
        <p:nvPr/>
      </p:nvGrpSpPr>
      <p:grpSpPr>
        <a:xfrm>
          <a:off x="0" y="0"/>
          <a:ext cx="0" cy="0"/>
          <a:chOff x="0" y="0"/>
          <a:chExt cx="0" cy="0"/>
        </a:xfrm>
      </p:grpSpPr>
      <p:pic>
        <p:nvPicPr>
          <p:cNvPr id="914" name="Google Shape;914;p7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15" name="Google Shape;915;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16" name="Google Shape;916;p74"/>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17" name="Google Shape;917;p74"/>
          <p:cNvGrpSpPr/>
          <p:nvPr/>
        </p:nvGrpSpPr>
        <p:grpSpPr>
          <a:xfrm>
            <a:off x="150" y="2779250"/>
            <a:ext cx="10103250" cy="2785475"/>
            <a:chOff x="150" y="2779250"/>
            <a:chExt cx="10103250" cy="2785475"/>
          </a:xfrm>
        </p:grpSpPr>
        <p:sp>
          <p:nvSpPr>
            <p:cNvPr id="918" name="Google Shape;918;p7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9" name="Google Shape;919;p7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20" name="Google Shape;920;p74"/>
          <p:cNvGrpSpPr/>
          <p:nvPr/>
        </p:nvGrpSpPr>
        <p:grpSpPr>
          <a:xfrm>
            <a:off x="2" y="156617"/>
            <a:ext cx="1462273" cy="4821940"/>
            <a:chOff x="2" y="156617"/>
            <a:chExt cx="1462273" cy="4821940"/>
          </a:xfrm>
        </p:grpSpPr>
        <p:grpSp>
          <p:nvGrpSpPr>
            <p:cNvPr id="921" name="Google Shape;921;p74"/>
            <p:cNvGrpSpPr/>
            <p:nvPr/>
          </p:nvGrpSpPr>
          <p:grpSpPr>
            <a:xfrm>
              <a:off x="2" y="156617"/>
              <a:ext cx="719987" cy="944360"/>
              <a:chOff x="2" y="156617"/>
              <a:chExt cx="719987" cy="944360"/>
            </a:xfrm>
          </p:grpSpPr>
          <p:pic>
            <p:nvPicPr>
              <p:cNvPr id="922" name="Google Shape;922;p7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23" name="Google Shape;923;p7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924" name="Google Shape;924;p74"/>
            <p:cNvGrpSpPr/>
            <p:nvPr/>
          </p:nvGrpSpPr>
          <p:grpSpPr>
            <a:xfrm>
              <a:off x="359837" y="4401391"/>
              <a:ext cx="1102438" cy="577167"/>
              <a:chOff x="359837" y="4401391"/>
              <a:chExt cx="1102438" cy="577167"/>
            </a:xfrm>
          </p:grpSpPr>
          <p:pic>
            <p:nvPicPr>
              <p:cNvPr id="925" name="Google Shape;925;p7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26" name="Google Shape;926;p7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7" name="Shape 927"/>
        <p:cNvGrpSpPr/>
        <p:nvPr/>
      </p:nvGrpSpPr>
      <p:grpSpPr>
        <a:xfrm>
          <a:off x="0" y="0"/>
          <a:ext cx="0" cy="0"/>
          <a:chOff x="0" y="0"/>
          <a:chExt cx="0" cy="0"/>
        </a:xfrm>
      </p:grpSpPr>
      <p:pic>
        <p:nvPicPr>
          <p:cNvPr id="928" name="Google Shape;928;p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29" name="Google Shape;929;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0" name="Google Shape;930;p75"/>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1" name="Google Shape;931;p75"/>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2" name="Google Shape;932;p75"/>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933" name="Google Shape;933;p75"/>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934" name="Google Shape;934;p75"/>
          <p:cNvGrpSpPr/>
          <p:nvPr/>
        </p:nvGrpSpPr>
        <p:grpSpPr>
          <a:xfrm>
            <a:off x="150" y="2779250"/>
            <a:ext cx="10103250" cy="2785475"/>
            <a:chOff x="150" y="2779250"/>
            <a:chExt cx="10103250" cy="2785475"/>
          </a:xfrm>
        </p:grpSpPr>
        <p:sp>
          <p:nvSpPr>
            <p:cNvPr id="935" name="Google Shape;935;p7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36" name="Google Shape;936;p7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37" name="Google Shape;937;p75"/>
          <p:cNvGrpSpPr/>
          <p:nvPr/>
        </p:nvGrpSpPr>
        <p:grpSpPr>
          <a:xfrm>
            <a:off x="2" y="156617"/>
            <a:ext cx="10103400" cy="4994633"/>
            <a:chOff x="2" y="156617"/>
            <a:chExt cx="10103400" cy="4994633"/>
          </a:xfrm>
        </p:grpSpPr>
        <p:grpSp>
          <p:nvGrpSpPr>
            <p:cNvPr id="938" name="Google Shape;938;p75"/>
            <p:cNvGrpSpPr/>
            <p:nvPr/>
          </p:nvGrpSpPr>
          <p:grpSpPr>
            <a:xfrm>
              <a:off x="2" y="156617"/>
              <a:ext cx="719987" cy="944360"/>
              <a:chOff x="2" y="156617"/>
              <a:chExt cx="719987" cy="944360"/>
            </a:xfrm>
          </p:grpSpPr>
          <p:pic>
            <p:nvPicPr>
              <p:cNvPr id="939" name="Google Shape;939;p7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40" name="Google Shape;940;p7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941" name="Google Shape;941;p75"/>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42" name="Google Shape;942;p75"/>
            <p:cNvGrpSpPr/>
            <p:nvPr/>
          </p:nvGrpSpPr>
          <p:grpSpPr>
            <a:xfrm>
              <a:off x="359837" y="4401391"/>
              <a:ext cx="1102438" cy="577167"/>
              <a:chOff x="359837" y="4401391"/>
              <a:chExt cx="1102438" cy="577167"/>
            </a:xfrm>
          </p:grpSpPr>
          <p:pic>
            <p:nvPicPr>
              <p:cNvPr id="943" name="Google Shape;943;p75"/>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44" name="Google Shape;944;p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5" name="Shape 945"/>
        <p:cNvGrpSpPr/>
        <p:nvPr/>
      </p:nvGrpSpPr>
      <p:grpSpPr>
        <a:xfrm>
          <a:off x="0" y="0"/>
          <a:ext cx="0" cy="0"/>
          <a:chOff x="0" y="0"/>
          <a:chExt cx="0" cy="0"/>
        </a:xfrm>
      </p:grpSpPr>
      <p:pic>
        <p:nvPicPr>
          <p:cNvPr id="946" name="Google Shape;946;p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47" name="Google Shape;947;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948" name="Google Shape;948;p76"/>
          <p:cNvGrpSpPr/>
          <p:nvPr/>
        </p:nvGrpSpPr>
        <p:grpSpPr>
          <a:xfrm>
            <a:off x="5129400" y="4543750"/>
            <a:ext cx="4014600" cy="1205100"/>
            <a:chOff x="5129400" y="4543750"/>
            <a:chExt cx="4014600" cy="1205100"/>
          </a:xfrm>
        </p:grpSpPr>
        <p:sp>
          <p:nvSpPr>
            <p:cNvPr id="949" name="Google Shape;949;p76"/>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50" name="Google Shape;950;p76"/>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51" name="Google Shape;951;p76"/>
          <p:cNvGrpSpPr/>
          <p:nvPr/>
        </p:nvGrpSpPr>
        <p:grpSpPr>
          <a:xfrm>
            <a:off x="2" y="156617"/>
            <a:ext cx="9296400" cy="4986881"/>
            <a:chOff x="2" y="156617"/>
            <a:chExt cx="9296400" cy="4986881"/>
          </a:xfrm>
        </p:grpSpPr>
        <p:grpSp>
          <p:nvGrpSpPr>
            <p:cNvPr id="952" name="Google Shape;952;p76"/>
            <p:cNvGrpSpPr/>
            <p:nvPr/>
          </p:nvGrpSpPr>
          <p:grpSpPr>
            <a:xfrm>
              <a:off x="2" y="156617"/>
              <a:ext cx="719987" cy="944360"/>
              <a:chOff x="2" y="156617"/>
              <a:chExt cx="719987" cy="944360"/>
            </a:xfrm>
          </p:grpSpPr>
          <p:pic>
            <p:nvPicPr>
              <p:cNvPr id="953" name="Google Shape;953;p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54" name="Google Shape;954;p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955" name="Google Shape;955;p76"/>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6" name="Shape 956"/>
        <p:cNvGrpSpPr/>
        <p:nvPr/>
      </p:nvGrpSpPr>
      <p:grpSpPr>
        <a:xfrm>
          <a:off x="0" y="0"/>
          <a:ext cx="0" cy="0"/>
          <a:chOff x="0" y="0"/>
          <a:chExt cx="0" cy="0"/>
        </a:xfrm>
      </p:grpSpPr>
      <p:pic>
        <p:nvPicPr>
          <p:cNvPr id="957" name="Google Shape;957;p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8" name="Google Shape;958;p7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59" name="Google Shape;959;p77"/>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60" name="Google Shape;960;p7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61" name="Google Shape;961;p77"/>
          <p:cNvGrpSpPr/>
          <p:nvPr/>
        </p:nvGrpSpPr>
        <p:grpSpPr>
          <a:xfrm>
            <a:off x="2" y="156617"/>
            <a:ext cx="1462273" cy="4821940"/>
            <a:chOff x="2" y="156617"/>
            <a:chExt cx="1462273" cy="4821940"/>
          </a:xfrm>
        </p:grpSpPr>
        <p:grpSp>
          <p:nvGrpSpPr>
            <p:cNvPr id="962" name="Google Shape;962;p77"/>
            <p:cNvGrpSpPr/>
            <p:nvPr/>
          </p:nvGrpSpPr>
          <p:grpSpPr>
            <a:xfrm>
              <a:off x="2" y="156617"/>
              <a:ext cx="719987" cy="944360"/>
              <a:chOff x="2" y="156617"/>
              <a:chExt cx="719987" cy="944360"/>
            </a:xfrm>
          </p:grpSpPr>
          <p:pic>
            <p:nvPicPr>
              <p:cNvPr id="963" name="Google Shape;963;p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64" name="Google Shape;964;p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965" name="Google Shape;965;p77"/>
            <p:cNvGrpSpPr/>
            <p:nvPr/>
          </p:nvGrpSpPr>
          <p:grpSpPr>
            <a:xfrm>
              <a:off x="359837" y="4401391"/>
              <a:ext cx="1102438" cy="577167"/>
              <a:chOff x="359837" y="4401391"/>
              <a:chExt cx="1102438" cy="577167"/>
            </a:xfrm>
          </p:grpSpPr>
          <p:pic>
            <p:nvPicPr>
              <p:cNvPr id="966" name="Google Shape;966;p7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67" name="Google Shape;967;p7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8" name="Shape 968"/>
        <p:cNvGrpSpPr/>
        <p:nvPr/>
      </p:nvGrpSpPr>
      <p:grpSpPr>
        <a:xfrm>
          <a:off x="0" y="0"/>
          <a:ext cx="0" cy="0"/>
          <a:chOff x="0" y="0"/>
          <a:chExt cx="0" cy="0"/>
        </a:xfrm>
      </p:grpSpPr>
      <p:pic>
        <p:nvPicPr>
          <p:cNvPr id="969" name="Google Shape;969;p7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70" name="Google Shape;970;p78"/>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971" name="Google Shape;971;p78"/>
          <p:cNvGrpSpPr/>
          <p:nvPr/>
        </p:nvGrpSpPr>
        <p:grpSpPr>
          <a:xfrm>
            <a:off x="-421050" y="0"/>
            <a:ext cx="10524450" cy="5564725"/>
            <a:chOff x="-421050" y="0"/>
            <a:chExt cx="10524450" cy="5564725"/>
          </a:xfrm>
        </p:grpSpPr>
        <p:sp>
          <p:nvSpPr>
            <p:cNvPr id="972" name="Google Shape;972;p7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3" name="Google Shape;973;p7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4" name="Google Shape;974;p7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75" name="Google Shape;975;p78"/>
          <p:cNvGrpSpPr/>
          <p:nvPr/>
        </p:nvGrpSpPr>
        <p:grpSpPr>
          <a:xfrm>
            <a:off x="-148218" y="81904"/>
            <a:ext cx="10251619" cy="5069347"/>
            <a:chOff x="-148218" y="81904"/>
            <a:chExt cx="10251619" cy="5069347"/>
          </a:xfrm>
        </p:grpSpPr>
        <p:pic>
          <p:nvPicPr>
            <p:cNvPr id="976" name="Google Shape;976;p7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77" name="Google Shape;977;p78"/>
            <p:cNvGrpSpPr/>
            <p:nvPr/>
          </p:nvGrpSpPr>
          <p:grpSpPr>
            <a:xfrm>
              <a:off x="359837" y="4401391"/>
              <a:ext cx="1102438" cy="577167"/>
              <a:chOff x="359837" y="4401391"/>
              <a:chExt cx="1102438" cy="577167"/>
            </a:xfrm>
          </p:grpSpPr>
          <p:pic>
            <p:nvPicPr>
              <p:cNvPr id="978" name="Google Shape;978;p7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79" name="Google Shape;979;p7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980" name="Google Shape;980;p78"/>
            <p:cNvGrpSpPr/>
            <p:nvPr/>
          </p:nvGrpSpPr>
          <p:grpSpPr>
            <a:xfrm>
              <a:off x="-148218" y="81904"/>
              <a:ext cx="1188426" cy="1227668"/>
              <a:chOff x="-7843" y="83454"/>
              <a:chExt cx="1188426" cy="1227668"/>
            </a:xfrm>
          </p:grpSpPr>
          <p:pic>
            <p:nvPicPr>
              <p:cNvPr id="981" name="Google Shape;981;p7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982" name="Google Shape;982;p7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983" name="Google Shape;983;p7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4" name="Shape 984"/>
        <p:cNvGrpSpPr/>
        <p:nvPr/>
      </p:nvGrpSpPr>
      <p:grpSpPr>
        <a:xfrm>
          <a:off x="0" y="0"/>
          <a:ext cx="0" cy="0"/>
          <a:chOff x="0" y="0"/>
          <a:chExt cx="0" cy="0"/>
        </a:xfrm>
      </p:grpSpPr>
      <p:pic>
        <p:nvPicPr>
          <p:cNvPr id="985" name="Google Shape;985;p7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86" name="Google Shape;986;p79"/>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987" name="Google Shape;987;p79"/>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88" name="Google Shape;988;p79"/>
          <p:cNvGrpSpPr/>
          <p:nvPr/>
        </p:nvGrpSpPr>
        <p:grpSpPr>
          <a:xfrm>
            <a:off x="0" y="-859375"/>
            <a:ext cx="9504775" cy="6608225"/>
            <a:chOff x="0" y="-859375"/>
            <a:chExt cx="9504775" cy="6608225"/>
          </a:xfrm>
        </p:grpSpPr>
        <p:grpSp>
          <p:nvGrpSpPr>
            <p:cNvPr id="989" name="Google Shape;989;p79"/>
            <p:cNvGrpSpPr/>
            <p:nvPr/>
          </p:nvGrpSpPr>
          <p:grpSpPr>
            <a:xfrm flipH="1">
              <a:off x="5129400" y="4543750"/>
              <a:ext cx="4014600" cy="1205100"/>
              <a:chOff x="150" y="4543750"/>
              <a:chExt cx="4014600" cy="1205100"/>
            </a:xfrm>
          </p:grpSpPr>
          <p:sp>
            <p:nvSpPr>
              <p:cNvPr id="990" name="Google Shape;990;p79"/>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1" name="Google Shape;991;p79"/>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992" name="Google Shape;992;p79"/>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93" name="Google Shape;993;p79"/>
            <p:cNvGrpSpPr/>
            <p:nvPr/>
          </p:nvGrpSpPr>
          <p:grpSpPr>
            <a:xfrm flipH="1">
              <a:off x="0" y="-859375"/>
              <a:ext cx="2489300" cy="1740000"/>
              <a:chOff x="6148925" y="-872075"/>
              <a:chExt cx="2489300" cy="1740000"/>
            </a:xfrm>
          </p:grpSpPr>
          <p:sp>
            <p:nvSpPr>
              <p:cNvPr id="994" name="Google Shape;994;p7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5" name="Google Shape;995;p7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996" name="Google Shape;996;p79"/>
          <p:cNvGrpSpPr/>
          <p:nvPr/>
        </p:nvGrpSpPr>
        <p:grpSpPr>
          <a:xfrm>
            <a:off x="-736999" y="-445900"/>
            <a:ext cx="10033401" cy="5589398"/>
            <a:chOff x="-736999" y="-445900"/>
            <a:chExt cx="10033401" cy="5589398"/>
          </a:xfrm>
        </p:grpSpPr>
        <p:pic>
          <p:nvPicPr>
            <p:cNvPr id="997" name="Google Shape;997;p7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998" name="Google Shape;998;p79"/>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9" name="Shape 999"/>
        <p:cNvGrpSpPr/>
        <p:nvPr/>
      </p:nvGrpSpPr>
      <p:grpSpPr>
        <a:xfrm>
          <a:off x="0" y="0"/>
          <a:ext cx="0" cy="0"/>
          <a:chOff x="0" y="0"/>
          <a:chExt cx="0" cy="0"/>
        </a:xfrm>
      </p:grpSpPr>
      <p:sp>
        <p:nvSpPr>
          <p:cNvPr id="1000" name="Google Shape;1000;p80"/>
          <p:cNvSpPr/>
          <p:nvPr>
            <p:ph idx="2" type="pic"/>
          </p:nvPr>
        </p:nvSpPr>
        <p:spPr>
          <a:xfrm>
            <a:off x="-25" y="-13725"/>
            <a:ext cx="9144000" cy="5157300"/>
          </a:xfrm>
          <a:prstGeom prst="rect">
            <a:avLst/>
          </a:prstGeom>
          <a:noFill/>
          <a:ln>
            <a:noFill/>
          </a:ln>
        </p:spPr>
      </p:sp>
      <p:sp>
        <p:nvSpPr>
          <p:cNvPr id="1001" name="Google Shape;1001;p80"/>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2" name="Shape 1002"/>
        <p:cNvGrpSpPr/>
        <p:nvPr/>
      </p:nvGrpSpPr>
      <p:grpSpPr>
        <a:xfrm>
          <a:off x="0" y="0"/>
          <a:ext cx="0" cy="0"/>
          <a:chOff x="0" y="0"/>
          <a:chExt cx="0" cy="0"/>
        </a:xfrm>
      </p:grpSpPr>
      <p:pic>
        <p:nvPicPr>
          <p:cNvPr id="1003" name="Google Shape;1003;p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04" name="Google Shape;1004;p81"/>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5" name="Google Shape;1005;p81"/>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006" name="Google Shape;1006;p81"/>
          <p:cNvGrpSpPr/>
          <p:nvPr/>
        </p:nvGrpSpPr>
        <p:grpSpPr>
          <a:xfrm>
            <a:off x="-601700" y="-872075"/>
            <a:ext cx="10705100" cy="5548225"/>
            <a:chOff x="-601700" y="-872075"/>
            <a:chExt cx="10705100" cy="5548225"/>
          </a:xfrm>
        </p:grpSpPr>
        <p:sp>
          <p:nvSpPr>
            <p:cNvPr id="1007" name="Google Shape;1007;p8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08" name="Google Shape;1008;p81"/>
            <p:cNvGrpSpPr/>
            <p:nvPr/>
          </p:nvGrpSpPr>
          <p:grpSpPr>
            <a:xfrm rot="5400000">
              <a:off x="-2006450" y="1404750"/>
              <a:ext cx="4014600" cy="1205100"/>
              <a:chOff x="150" y="4543750"/>
              <a:chExt cx="4014600" cy="1205100"/>
            </a:xfrm>
          </p:grpSpPr>
          <p:sp>
            <p:nvSpPr>
              <p:cNvPr id="1009" name="Google Shape;1009;p8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0" name="Google Shape;1010;p8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11" name="Google Shape;1011;p81"/>
            <p:cNvGrpSpPr/>
            <p:nvPr/>
          </p:nvGrpSpPr>
          <p:grpSpPr>
            <a:xfrm>
              <a:off x="6148925" y="-872075"/>
              <a:ext cx="2489300" cy="1740000"/>
              <a:chOff x="6148925" y="-872075"/>
              <a:chExt cx="2489300" cy="1740000"/>
            </a:xfrm>
          </p:grpSpPr>
          <p:sp>
            <p:nvSpPr>
              <p:cNvPr id="1012" name="Google Shape;1012;p8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3" name="Google Shape;1013;p8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14" name="Google Shape;1014;p81"/>
          <p:cNvGrpSpPr/>
          <p:nvPr/>
        </p:nvGrpSpPr>
        <p:grpSpPr>
          <a:xfrm>
            <a:off x="-100888" y="2838714"/>
            <a:ext cx="9155766" cy="2341969"/>
            <a:chOff x="-100888" y="2838714"/>
            <a:chExt cx="9155766" cy="2341969"/>
          </a:xfrm>
        </p:grpSpPr>
        <p:grpSp>
          <p:nvGrpSpPr>
            <p:cNvPr id="1015" name="Google Shape;1015;p81"/>
            <p:cNvGrpSpPr/>
            <p:nvPr/>
          </p:nvGrpSpPr>
          <p:grpSpPr>
            <a:xfrm>
              <a:off x="8206512" y="4230524"/>
              <a:ext cx="848365" cy="950159"/>
              <a:chOff x="41662" y="277999"/>
              <a:chExt cx="848365" cy="950159"/>
            </a:xfrm>
          </p:grpSpPr>
          <p:pic>
            <p:nvPicPr>
              <p:cNvPr id="1016" name="Google Shape;1016;p8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17" name="Google Shape;1017;p8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18" name="Google Shape;1018;p8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019" name="Google Shape;1019;p81"/>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20" name="Shape 1020"/>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21" name="Shape 1021"/>
        <p:cNvGrpSpPr/>
        <p:nvPr/>
      </p:nvGrpSpPr>
      <p:grpSpPr>
        <a:xfrm>
          <a:off x="0" y="0"/>
          <a:ext cx="0" cy="0"/>
          <a:chOff x="0" y="0"/>
          <a:chExt cx="0" cy="0"/>
        </a:xfrm>
      </p:grpSpPr>
      <p:pic>
        <p:nvPicPr>
          <p:cNvPr id="1022" name="Google Shape;1022;p8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023" name="Google Shape;1023;p83"/>
          <p:cNvGrpSpPr/>
          <p:nvPr/>
        </p:nvGrpSpPr>
        <p:grpSpPr>
          <a:xfrm>
            <a:off x="7033266" y="-738725"/>
            <a:ext cx="2110732" cy="1475400"/>
            <a:chOff x="7033266" y="-738725"/>
            <a:chExt cx="2110732" cy="1475400"/>
          </a:xfrm>
        </p:grpSpPr>
        <p:sp>
          <p:nvSpPr>
            <p:cNvPr id="1024" name="Google Shape;1024;p83"/>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25" name="Google Shape;1025;p83"/>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26" name="Google Shape;1026;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27" name="Google Shape;1027;p83"/>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28" name="Google Shape;1028;p83"/>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29" name="Google Shape;1029;p83"/>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0" name="Google Shape;1030;p83"/>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1" name="Google Shape;1031;p83"/>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2" name="Google Shape;1032;p83"/>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3" name="Google Shape;1033;p83"/>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4" name="Google Shape;1034;p83"/>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5" name="Google Shape;1035;p83"/>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6" name="Google Shape;1036;p83"/>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7" name="Google Shape;1037;p83"/>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8" name="Google Shape;1038;p83"/>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039" name="Google Shape;1039;p83"/>
          <p:cNvGrpSpPr/>
          <p:nvPr/>
        </p:nvGrpSpPr>
        <p:grpSpPr>
          <a:xfrm>
            <a:off x="2" y="156617"/>
            <a:ext cx="9096298" cy="4929890"/>
            <a:chOff x="2" y="156617"/>
            <a:chExt cx="9096298" cy="4929890"/>
          </a:xfrm>
        </p:grpSpPr>
        <p:grpSp>
          <p:nvGrpSpPr>
            <p:cNvPr id="1040" name="Google Shape;1040;p83"/>
            <p:cNvGrpSpPr/>
            <p:nvPr/>
          </p:nvGrpSpPr>
          <p:grpSpPr>
            <a:xfrm>
              <a:off x="2" y="156617"/>
              <a:ext cx="719987" cy="944360"/>
              <a:chOff x="2" y="156617"/>
              <a:chExt cx="719987" cy="944360"/>
            </a:xfrm>
          </p:grpSpPr>
          <p:pic>
            <p:nvPicPr>
              <p:cNvPr id="1041" name="Google Shape;1041;p8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042" name="Google Shape;1042;p8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043" name="Google Shape;1043;p83"/>
            <p:cNvGrpSpPr/>
            <p:nvPr/>
          </p:nvGrpSpPr>
          <p:grpSpPr>
            <a:xfrm>
              <a:off x="7993862" y="4509341"/>
              <a:ext cx="1102438" cy="577167"/>
              <a:chOff x="7993862" y="4509341"/>
              <a:chExt cx="1102438" cy="577167"/>
            </a:xfrm>
          </p:grpSpPr>
          <p:pic>
            <p:nvPicPr>
              <p:cNvPr id="1044" name="Google Shape;1044;p83"/>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045" name="Google Shape;1045;p83"/>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46" name="Shape 1046"/>
        <p:cNvGrpSpPr/>
        <p:nvPr/>
      </p:nvGrpSpPr>
      <p:grpSpPr>
        <a:xfrm>
          <a:off x="0" y="0"/>
          <a:ext cx="0" cy="0"/>
          <a:chOff x="0" y="0"/>
          <a:chExt cx="0" cy="0"/>
        </a:xfrm>
      </p:grpSpPr>
      <p:pic>
        <p:nvPicPr>
          <p:cNvPr id="1047" name="Google Shape;1047;p8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48" name="Google Shape;1048;p84"/>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049" name="Google Shape;1049;p84"/>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050" name="Google Shape;1050;p8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051" name="Google Shape;1051;p84"/>
          <p:cNvGrpSpPr/>
          <p:nvPr/>
        </p:nvGrpSpPr>
        <p:grpSpPr>
          <a:xfrm>
            <a:off x="0" y="-859375"/>
            <a:ext cx="9755475" cy="6421100"/>
            <a:chOff x="0" y="-859375"/>
            <a:chExt cx="9755475" cy="6421100"/>
          </a:xfrm>
        </p:grpSpPr>
        <p:sp>
          <p:nvSpPr>
            <p:cNvPr id="1052" name="Google Shape;1052;p8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53" name="Google Shape;1053;p84"/>
            <p:cNvGrpSpPr/>
            <p:nvPr/>
          </p:nvGrpSpPr>
          <p:grpSpPr>
            <a:xfrm flipH="1">
              <a:off x="0" y="-859375"/>
              <a:ext cx="2489300" cy="1740000"/>
              <a:chOff x="6148925" y="-872075"/>
              <a:chExt cx="2489300" cy="1740000"/>
            </a:xfrm>
          </p:grpSpPr>
          <p:sp>
            <p:nvSpPr>
              <p:cNvPr id="1054" name="Google Shape;1054;p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55" name="Google Shape;1055;p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56" name="Google Shape;1056;p8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57" name="Shape 1057"/>
        <p:cNvGrpSpPr/>
        <p:nvPr/>
      </p:nvGrpSpPr>
      <p:grpSpPr>
        <a:xfrm>
          <a:off x="0" y="0"/>
          <a:ext cx="0" cy="0"/>
          <a:chOff x="0" y="0"/>
          <a:chExt cx="0" cy="0"/>
        </a:xfrm>
      </p:grpSpPr>
      <p:pic>
        <p:nvPicPr>
          <p:cNvPr id="1058" name="Google Shape;1058;p8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59" name="Google Shape;1059;p85"/>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0" name="Google Shape;1060;p85"/>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61" name="Google Shape;1061;p85"/>
          <p:cNvSpPr/>
          <p:nvPr>
            <p:ph idx="2" type="pic"/>
          </p:nvPr>
        </p:nvSpPr>
        <p:spPr>
          <a:xfrm>
            <a:off x="4898950" y="533875"/>
            <a:ext cx="3489000" cy="4075800"/>
          </a:xfrm>
          <a:prstGeom prst="roundRect">
            <a:avLst>
              <a:gd fmla="val 18268" name="adj"/>
            </a:avLst>
          </a:prstGeom>
          <a:noFill/>
          <a:ln>
            <a:noFill/>
          </a:ln>
        </p:spPr>
      </p:sp>
      <p:grpSp>
        <p:nvGrpSpPr>
          <p:cNvPr id="1062" name="Google Shape;1062;p85"/>
          <p:cNvGrpSpPr/>
          <p:nvPr/>
        </p:nvGrpSpPr>
        <p:grpSpPr>
          <a:xfrm rot="5400000">
            <a:off x="-2006450" y="1404750"/>
            <a:ext cx="4014600" cy="1205100"/>
            <a:chOff x="150" y="4543750"/>
            <a:chExt cx="4014600" cy="1205100"/>
          </a:xfrm>
        </p:grpSpPr>
        <p:sp>
          <p:nvSpPr>
            <p:cNvPr id="1063" name="Google Shape;1063;p8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64" name="Google Shape;1064;p8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65" name="Shape 1065"/>
        <p:cNvGrpSpPr/>
        <p:nvPr/>
      </p:nvGrpSpPr>
      <p:grpSpPr>
        <a:xfrm>
          <a:off x="0" y="0"/>
          <a:ext cx="0" cy="0"/>
          <a:chOff x="0" y="0"/>
          <a:chExt cx="0" cy="0"/>
        </a:xfrm>
      </p:grpSpPr>
      <p:pic>
        <p:nvPicPr>
          <p:cNvPr id="1066" name="Google Shape;1066;p8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67" name="Google Shape;1067;p86"/>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8" name="Google Shape;1068;p86"/>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69" name="Google Shape;1069;p86"/>
          <p:cNvGrpSpPr/>
          <p:nvPr/>
        </p:nvGrpSpPr>
        <p:grpSpPr>
          <a:xfrm>
            <a:off x="0" y="-859375"/>
            <a:ext cx="9755475" cy="6421100"/>
            <a:chOff x="0" y="-859375"/>
            <a:chExt cx="9755475" cy="6421100"/>
          </a:xfrm>
        </p:grpSpPr>
        <p:sp>
          <p:nvSpPr>
            <p:cNvPr id="1070" name="Google Shape;1070;p8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71" name="Google Shape;1071;p86"/>
            <p:cNvGrpSpPr/>
            <p:nvPr/>
          </p:nvGrpSpPr>
          <p:grpSpPr>
            <a:xfrm flipH="1">
              <a:off x="0" y="-859375"/>
              <a:ext cx="2489300" cy="1740000"/>
              <a:chOff x="6148925" y="-872075"/>
              <a:chExt cx="2489300" cy="1740000"/>
            </a:xfrm>
          </p:grpSpPr>
          <p:sp>
            <p:nvSpPr>
              <p:cNvPr id="1072" name="Google Shape;1072;p8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73" name="Google Shape;1073;p8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74" name="Google Shape;1074;p8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075" name="Shape 1075"/>
        <p:cNvGrpSpPr/>
        <p:nvPr/>
      </p:nvGrpSpPr>
      <p:grpSpPr>
        <a:xfrm>
          <a:off x="0" y="0"/>
          <a:ext cx="0" cy="0"/>
          <a:chOff x="0" y="0"/>
          <a:chExt cx="0" cy="0"/>
        </a:xfrm>
      </p:grpSpPr>
      <p:pic>
        <p:nvPicPr>
          <p:cNvPr id="1076" name="Google Shape;1076;p8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77" name="Google Shape;1077;p87"/>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78" name="Google Shape;1078;p87"/>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79" name="Google Shape;1079;p87"/>
          <p:cNvGrpSpPr/>
          <p:nvPr/>
        </p:nvGrpSpPr>
        <p:grpSpPr>
          <a:xfrm>
            <a:off x="-601700" y="0"/>
            <a:ext cx="10705100" cy="4676150"/>
            <a:chOff x="-601700" y="0"/>
            <a:chExt cx="10705100" cy="4676150"/>
          </a:xfrm>
        </p:grpSpPr>
        <p:sp>
          <p:nvSpPr>
            <p:cNvPr id="1080" name="Google Shape;1080;p8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81" name="Google Shape;1081;p87"/>
            <p:cNvGrpSpPr/>
            <p:nvPr/>
          </p:nvGrpSpPr>
          <p:grpSpPr>
            <a:xfrm rot="5400000">
              <a:off x="-2006450" y="1404750"/>
              <a:ext cx="4014600" cy="1205100"/>
              <a:chOff x="150" y="4543750"/>
              <a:chExt cx="4014600" cy="1205100"/>
            </a:xfrm>
          </p:grpSpPr>
          <p:sp>
            <p:nvSpPr>
              <p:cNvPr id="1082" name="Google Shape;1082;p8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83" name="Google Shape;1083;p8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84" name="Google Shape;1084;p87"/>
          <p:cNvGrpSpPr/>
          <p:nvPr/>
        </p:nvGrpSpPr>
        <p:grpSpPr>
          <a:xfrm>
            <a:off x="8206512" y="4230524"/>
            <a:ext cx="848365" cy="950159"/>
            <a:chOff x="41662" y="277999"/>
            <a:chExt cx="848365" cy="950159"/>
          </a:xfrm>
        </p:grpSpPr>
        <p:pic>
          <p:nvPicPr>
            <p:cNvPr id="1085" name="Google Shape;1085;p8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86" name="Google Shape;1086;p8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87" name="Google Shape;1087;p8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88" name="Shape 1088"/>
        <p:cNvGrpSpPr/>
        <p:nvPr/>
      </p:nvGrpSpPr>
      <p:grpSpPr>
        <a:xfrm>
          <a:off x="0" y="0"/>
          <a:ext cx="0" cy="0"/>
          <a:chOff x="0" y="0"/>
          <a:chExt cx="0" cy="0"/>
        </a:xfrm>
      </p:grpSpPr>
      <p:pic>
        <p:nvPicPr>
          <p:cNvPr id="1089" name="Google Shape;1089;p8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0" name="Google Shape;1090;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91" name="Google Shape;1091;p88"/>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2" name="Google Shape;1092;p88"/>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3" name="Google Shape;1093;p88"/>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094" name="Google Shape;1094;p88"/>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095" name="Google Shape;1095;p88"/>
          <p:cNvGrpSpPr/>
          <p:nvPr/>
        </p:nvGrpSpPr>
        <p:grpSpPr>
          <a:xfrm>
            <a:off x="-501600" y="128825"/>
            <a:ext cx="10252550" cy="5418500"/>
            <a:chOff x="-501600" y="128825"/>
            <a:chExt cx="10252550" cy="5418500"/>
          </a:xfrm>
        </p:grpSpPr>
        <p:sp>
          <p:nvSpPr>
            <p:cNvPr id="1096" name="Google Shape;1096;p8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7" name="Google Shape;1097;p8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8" name="Google Shape;1098;p8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99" name="Google Shape;1099;p88"/>
          <p:cNvGrpSpPr/>
          <p:nvPr/>
        </p:nvGrpSpPr>
        <p:grpSpPr>
          <a:xfrm>
            <a:off x="2" y="156617"/>
            <a:ext cx="9088698" cy="4882915"/>
            <a:chOff x="2" y="156617"/>
            <a:chExt cx="9088698" cy="4882915"/>
          </a:xfrm>
        </p:grpSpPr>
        <p:grpSp>
          <p:nvGrpSpPr>
            <p:cNvPr id="1100" name="Google Shape;1100;p88"/>
            <p:cNvGrpSpPr/>
            <p:nvPr/>
          </p:nvGrpSpPr>
          <p:grpSpPr>
            <a:xfrm>
              <a:off x="2" y="156617"/>
              <a:ext cx="719987" cy="944360"/>
              <a:chOff x="2" y="156617"/>
              <a:chExt cx="719987" cy="944360"/>
            </a:xfrm>
          </p:grpSpPr>
          <p:pic>
            <p:nvPicPr>
              <p:cNvPr id="1101" name="Google Shape;1101;p8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02" name="Google Shape;1102;p8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03" name="Google Shape;1103;p88"/>
            <p:cNvGrpSpPr/>
            <p:nvPr/>
          </p:nvGrpSpPr>
          <p:grpSpPr>
            <a:xfrm>
              <a:off x="7986262" y="4462366"/>
              <a:ext cx="1102438" cy="577167"/>
              <a:chOff x="359837" y="4401391"/>
              <a:chExt cx="1102438" cy="577167"/>
            </a:xfrm>
          </p:grpSpPr>
          <p:pic>
            <p:nvPicPr>
              <p:cNvPr id="1104" name="Google Shape;1104;p8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05" name="Google Shape;1105;p8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106" name="Shape 1106"/>
        <p:cNvGrpSpPr/>
        <p:nvPr/>
      </p:nvGrpSpPr>
      <p:grpSpPr>
        <a:xfrm>
          <a:off x="0" y="0"/>
          <a:ext cx="0" cy="0"/>
          <a:chOff x="0" y="0"/>
          <a:chExt cx="0" cy="0"/>
        </a:xfrm>
      </p:grpSpPr>
      <p:pic>
        <p:nvPicPr>
          <p:cNvPr id="1107" name="Google Shape;1107;p8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08" name="Google Shape;1108;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9" name="Google Shape;1109;p89"/>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10" name="Google Shape;1110;p89"/>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11" name="Google Shape;1111;p89"/>
          <p:cNvGrpSpPr/>
          <p:nvPr/>
        </p:nvGrpSpPr>
        <p:grpSpPr>
          <a:xfrm>
            <a:off x="275000" y="0"/>
            <a:ext cx="9374500" cy="5748850"/>
            <a:chOff x="275000" y="0"/>
            <a:chExt cx="9374500" cy="5748850"/>
          </a:xfrm>
        </p:grpSpPr>
        <p:sp>
          <p:nvSpPr>
            <p:cNvPr id="1112" name="Google Shape;1112;p8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3" name="Google Shape;1113;p89"/>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4" name="Google Shape;1114;p8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15" name="Google Shape;1115;p89"/>
          <p:cNvGrpSpPr/>
          <p:nvPr/>
        </p:nvGrpSpPr>
        <p:grpSpPr>
          <a:xfrm>
            <a:off x="2" y="156617"/>
            <a:ext cx="9088698" cy="4882915"/>
            <a:chOff x="2" y="156617"/>
            <a:chExt cx="9088698" cy="4882915"/>
          </a:xfrm>
        </p:grpSpPr>
        <p:grpSp>
          <p:nvGrpSpPr>
            <p:cNvPr id="1116" name="Google Shape;1116;p89"/>
            <p:cNvGrpSpPr/>
            <p:nvPr/>
          </p:nvGrpSpPr>
          <p:grpSpPr>
            <a:xfrm>
              <a:off x="2" y="156617"/>
              <a:ext cx="719987" cy="944360"/>
              <a:chOff x="2" y="156617"/>
              <a:chExt cx="719987" cy="944360"/>
            </a:xfrm>
          </p:grpSpPr>
          <p:pic>
            <p:nvPicPr>
              <p:cNvPr id="1117" name="Google Shape;1117;p8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18" name="Google Shape;1118;p8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19" name="Google Shape;1119;p89"/>
            <p:cNvGrpSpPr/>
            <p:nvPr/>
          </p:nvGrpSpPr>
          <p:grpSpPr>
            <a:xfrm>
              <a:off x="7986262" y="4462366"/>
              <a:ext cx="1102438" cy="577167"/>
              <a:chOff x="359837" y="4401391"/>
              <a:chExt cx="1102438" cy="577167"/>
            </a:xfrm>
          </p:grpSpPr>
          <p:pic>
            <p:nvPicPr>
              <p:cNvPr id="1120" name="Google Shape;1120;p8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21" name="Google Shape;1121;p8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22" name="Shape 1122"/>
        <p:cNvGrpSpPr/>
        <p:nvPr/>
      </p:nvGrpSpPr>
      <p:grpSpPr>
        <a:xfrm>
          <a:off x="0" y="0"/>
          <a:ext cx="0" cy="0"/>
          <a:chOff x="0" y="0"/>
          <a:chExt cx="0" cy="0"/>
        </a:xfrm>
      </p:grpSpPr>
      <p:pic>
        <p:nvPicPr>
          <p:cNvPr id="1123" name="Google Shape;1123;p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24" name="Google Shape;1124;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25" name="Google Shape;1125;p90"/>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6" name="Google Shape;1126;p90"/>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7" name="Google Shape;1127;p90"/>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8" name="Google Shape;1128;p90"/>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29" name="Google Shape;1129;p90"/>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0" name="Google Shape;1130;p90"/>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31" name="Google Shape;1131;p90"/>
          <p:cNvGrpSpPr/>
          <p:nvPr/>
        </p:nvGrpSpPr>
        <p:grpSpPr>
          <a:xfrm>
            <a:off x="-601700" y="0"/>
            <a:ext cx="10705100" cy="4676150"/>
            <a:chOff x="-601700" y="0"/>
            <a:chExt cx="10705100" cy="4676150"/>
          </a:xfrm>
        </p:grpSpPr>
        <p:sp>
          <p:nvSpPr>
            <p:cNvPr id="1132" name="Google Shape;1132;p9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133" name="Google Shape;1133;p90"/>
            <p:cNvGrpSpPr/>
            <p:nvPr/>
          </p:nvGrpSpPr>
          <p:grpSpPr>
            <a:xfrm rot="5400000">
              <a:off x="-2006450" y="1404750"/>
              <a:ext cx="4014600" cy="1205100"/>
              <a:chOff x="150" y="4543750"/>
              <a:chExt cx="4014600" cy="1205100"/>
            </a:xfrm>
          </p:grpSpPr>
          <p:sp>
            <p:nvSpPr>
              <p:cNvPr id="1134" name="Google Shape;1134;p9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35" name="Google Shape;1135;p9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136" name="Google Shape;1136;p90"/>
          <p:cNvGrpSpPr/>
          <p:nvPr/>
        </p:nvGrpSpPr>
        <p:grpSpPr>
          <a:xfrm>
            <a:off x="2" y="156617"/>
            <a:ext cx="9054876" cy="5024066"/>
            <a:chOff x="2" y="156617"/>
            <a:chExt cx="9054876" cy="5024066"/>
          </a:xfrm>
        </p:grpSpPr>
        <p:grpSp>
          <p:nvGrpSpPr>
            <p:cNvPr id="1137" name="Google Shape;1137;p90"/>
            <p:cNvGrpSpPr/>
            <p:nvPr/>
          </p:nvGrpSpPr>
          <p:grpSpPr>
            <a:xfrm>
              <a:off x="8206512" y="4230524"/>
              <a:ext cx="848365" cy="950159"/>
              <a:chOff x="41662" y="277999"/>
              <a:chExt cx="848365" cy="950159"/>
            </a:xfrm>
          </p:grpSpPr>
          <p:pic>
            <p:nvPicPr>
              <p:cNvPr id="1138" name="Google Shape;1138;p9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139" name="Google Shape;1139;p9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140" name="Google Shape;1140;p9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141" name="Google Shape;1141;p90"/>
            <p:cNvGrpSpPr/>
            <p:nvPr/>
          </p:nvGrpSpPr>
          <p:grpSpPr>
            <a:xfrm>
              <a:off x="2" y="156617"/>
              <a:ext cx="719987" cy="944360"/>
              <a:chOff x="2" y="156617"/>
              <a:chExt cx="719987" cy="944360"/>
            </a:xfrm>
          </p:grpSpPr>
          <p:pic>
            <p:nvPicPr>
              <p:cNvPr id="1142" name="Google Shape;1142;p9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43" name="Google Shape;1143;p9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44" name="Shape 1144"/>
        <p:cNvGrpSpPr/>
        <p:nvPr/>
      </p:nvGrpSpPr>
      <p:grpSpPr>
        <a:xfrm>
          <a:off x="0" y="0"/>
          <a:ext cx="0" cy="0"/>
          <a:chOff x="0" y="0"/>
          <a:chExt cx="0" cy="0"/>
        </a:xfrm>
      </p:grpSpPr>
      <p:pic>
        <p:nvPicPr>
          <p:cNvPr id="1145" name="Google Shape;1145;p9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146" name="Google Shape;1146;p91"/>
          <p:cNvGrpSpPr/>
          <p:nvPr/>
        </p:nvGrpSpPr>
        <p:grpSpPr>
          <a:xfrm>
            <a:off x="5129400" y="0"/>
            <a:ext cx="4520100" cy="5547325"/>
            <a:chOff x="5129400" y="0"/>
            <a:chExt cx="4520100" cy="5547325"/>
          </a:xfrm>
        </p:grpSpPr>
        <p:sp>
          <p:nvSpPr>
            <p:cNvPr id="1147" name="Google Shape;1147;p9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48" name="Google Shape;1148;p9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49" name="Google Shape;1149;p91"/>
          <p:cNvGrpSpPr/>
          <p:nvPr/>
        </p:nvGrpSpPr>
        <p:grpSpPr>
          <a:xfrm>
            <a:off x="2" y="156617"/>
            <a:ext cx="9088698" cy="4882915"/>
            <a:chOff x="2" y="156617"/>
            <a:chExt cx="9088698" cy="4882915"/>
          </a:xfrm>
        </p:grpSpPr>
        <p:grpSp>
          <p:nvGrpSpPr>
            <p:cNvPr id="1150" name="Google Shape;1150;p91"/>
            <p:cNvGrpSpPr/>
            <p:nvPr/>
          </p:nvGrpSpPr>
          <p:grpSpPr>
            <a:xfrm>
              <a:off x="2" y="156617"/>
              <a:ext cx="719987" cy="944360"/>
              <a:chOff x="2" y="156617"/>
              <a:chExt cx="719987" cy="944360"/>
            </a:xfrm>
          </p:grpSpPr>
          <p:pic>
            <p:nvPicPr>
              <p:cNvPr id="1151" name="Google Shape;1151;p9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52" name="Google Shape;1152;p9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53" name="Google Shape;1153;p91"/>
            <p:cNvGrpSpPr/>
            <p:nvPr/>
          </p:nvGrpSpPr>
          <p:grpSpPr>
            <a:xfrm>
              <a:off x="7986262" y="4462366"/>
              <a:ext cx="1102438" cy="577167"/>
              <a:chOff x="359837" y="4401391"/>
              <a:chExt cx="1102438" cy="577167"/>
            </a:xfrm>
          </p:grpSpPr>
          <p:pic>
            <p:nvPicPr>
              <p:cNvPr id="1154" name="Google Shape;1154;p9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55" name="Google Shape;1155;p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156" name="Google Shape;1156;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57" name="Google Shape;1157;p91"/>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8" name="Google Shape;1158;p91"/>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9" name="Google Shape;1159;p91"/>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0" name="Google Shape;1160;p91"/>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1" name="Google Shape;1161;p91"/>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2" name="Google Shape;1162;p91"/>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3" name="Google Shape;1163;p91"/>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4" name="Google Shape;1164;p91"/>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165" name="Shape 1165"/>
        <p:cNvGrpSpPr/>
        <p:nvPr/>
      </p:nvGrpSpPr>
      <p:grpSpPr>
        <a:xfrm>
          <a:off x="0" y="0"/>
          <a:ext cx="0" cy="0"/>
          <a:chOff x="0" y="0"/>
          <a:chExt cx="0" cy="0"/>
        </a:xfrm>
      </p:grpSpPr>
      <p:pic>
        <p:nvPicPr>
          <p:cNvPr id="1166" name="Google Shape;1166;p9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67" name="Google Shape;1167;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68" name="Google Shape;1168;p92"/>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9" name="Google Shape;1169;p92"/>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0" name="Google Shape;1170;p92"/>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1" name="Google Shape;1171;p92"/>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2" name="Google Shape;1172;p92"/>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3" name="Google Shape;1173;p92"/>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4" name="Google Shape;1174;p92"/>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5" name="Google Shape;1175;p92"/>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6" name="Google Shape;1176;p92"/>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7" name="Google Shape;1177;p92"/>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78" name="Google Shape;1178;p92"/>
          <p:cNvGrpSpPr/>
          <p:nvPr/>
        </p:nvGrpSpPr>
        <p:grpSpPr>
          <a:xfrm>
            <a:off x="2" y="156617"/>
            <a:ext cx="719987" cy="944360"/>
            <a:chOff x="2" y="156617"/>
            <a:chExt cx="719987" cy="944360"/>
          </a:xfrm>
        </p:grpSpPr>
        <p:pic>
          <p:nvPicPr>
            <p:cNvPr id="1179" name="Google Shape;1179;p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80" name="Google Shape;1180;p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81" name="Google Shape;1181;p92"/>
          <p:cNvGrpSpPr/>
          <p:nvPr/>
        </p:nvGrpSpPr>
        <p:grpSpPr>
          <a:xfrm>
            <a:off x="0" y="2817900"/>
            <a:ext cx="9640900" cy="2932900"/>
            <a:chOff x="0" y="2817900"/>
            <a:chExt cx="9640900" cy="2932900"/>
          </a:xfrm>
        </p:grpSpPr>
        <p:sp>
          <p:nvSpPr>
            <p:cNvPr id="1182" name="Google Shape;1182;p92"/>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3" name="Google Shape;1183;p92"/>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4" name="Google Shape;1184;p92"/>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85" name="Shape 1185"/>
        <p:cNvGrpSpPr/>
        <p:nvPr/>
      </p:nvGrpSpPr>
      <p:grpSpPr>
        <a:xfrm>
          <a:off x="0" y="0"/>
          <a:ext cx="0" cy="0"/>
          <a:chOff x="0" y="0"/>
          <a:chExt cx="0" cy="0"/>
        </a:xfrm>
      </p:grpSpPr>
      <p:pic>
        <p:nvPicPr>
          <p:cNvPr id="1186" name="Google Shape;1186;p9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87" name="Google Shape;1187;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88" name="Google Shape;1188;p93"/>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9" name="Google Shape;1189;p93"/>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0" name="Google Shape;1190;p93"/>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1" name="Google Shape;1191;p93"/>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2" name="Google Shape;1192;p93"/>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3" name="Google Shape;1193;p93"/>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4" name="Google Shape;1194;p93"/>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5" name="Google Shape;1195;p93"/>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6" name="Google Shape;1196;p93"/>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7" name="Google Shape;1197;p93"/>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8" name="Google Shape;1198;p93"/>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9" name="Google Shape;1199;p93"/>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200" name="Google Shape;1200;p93"/>
          <p:cNvGrpSpPr/>
          <p:nvPr/>
        </p:nvGrpSpPr>
        <p:grpSpPr>
          <a:xfrm>
            <a:off x="-501600" y="128825"/>
            <a:ext cx="10252550" cy="5418500"/>
            <a:chOff x="-501600" y="128825"/>
            <a:chExt cx="10252550" cy="5418500"/>
          </a:xfrm>
        </p:grpSpPr>
        <p:sp>
          <p:nvSpPr>
            <p:cNvPr id="1201" name="Google Shape;1201;p9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2" name="Google Shape;1202;p9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3" name="Google Shape;1203;p9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04" name="Google Shape;1204;p93"/>
          <p:cNvGrpSpPr/>
          <p:nvPr/>
        </p:nvGrpSpPr>
        <p:grpSpPr>
          <a:xfrm>
            <a:off x="2" y="156617"/>
            <a:ext cx="9088698" cy="4882915"/>
            <a:chOff x="2" y="156617"/>
            <a:chExt cx="9088698" cy="4882915"/>
          </a:xfrm>
        </p:grpSpPr>
        <p:grpSp>
          <p:nvGrpSpPr>
            <p:cNvPr id="1205" name="Google Shape;1205;p93"/>
            <p:cNvGrpSpPr/>
            <p:nvPr/>
          </p:nvGrpSpPr>
          <p:grpSpPr>
            <a:xfrm>
              <a:off x="2" y="156617"/>
              <a:ext cx="719987" cy="944360"/>
              <a:chOff x="2" y="156617"/>
              <a:chExt cx="719987" cy="944360"/>
            </a:xfrm>
          </p:grpSpPr>
          <p:pic>
            <p:nvPicPr>
              <p:cNvPr id="1206" name="Google Shape;1206;p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07" name="Google Shape;1207;p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08" name="Google Shape;1208;p93"/>
            <p:cNvGrpSpPr/>
            <p:nvPr/>
          </p:nvGrpSpPr>
          <p:grpSpPr>
            <a:xfrm>
              <a:off x="7986262" y="4462366"/>
              <a:ext cx="1102438" cy="577167"/>
              <a:chOff x="359837" y="4401391"/>
              <a:chExt cx="1102438" cy="577167"/>
            </a:xfrm>
          </p:grpSpPr>
          <p:pic>
            <p:nvPicPr>
              <p:cNvPr id="1209" name="Google Shape;1209;p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10" name="Google Shape;1210;p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11" name="Shape 1211"/>
        <p:cNvGrpSpPr/>
        <p:nvPr/>
      </p:nvGrpSpPr>
      <p:grpSpPr>
        <a:xfrm>
          <a:off x="0" y="0"/>
          <a:ext cx="0" cy="0"/>
          <a:chOff x="0" y="0"/>
          <a:chExt cx="0" cy="0"/>
        </a:xfrm>
      </p:grpSpPr>
      <p:pic>
        <p:nvPicPr>
          <p:cNvPr id="1212" name="Google Shape;1212;p9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13" name="Google Shape;1213;p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14" name="Google Shape;1214;p94"/>
          <p:cNvGrpSpPr/>
          <p:nvPr/>
        </p:nvGrpSpPr>
        <p:grpSpPr>
          <a:xfrm>
            <a:off x="2" y="156617"/>
            <a:ext cx="719987" cy="944360"/>
            <a:chOff x="2" y="156617"/>
            <a:chExt cx="719987" cy="944360"/>
          </a:xfrm>
        </p:grpSpPr>
        <p:pic>
          <p:nvPicPr>
            <p:cNvPr id="1215" name="Google Shape;1215;p9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16" name="Google Shape;1216;p9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17" name="Google Shape;1217;p94"/>
          <p:cNvGrpSpPr/>
          <p:nvPr/>
        </p:nvGrpSpPr>
        <p:grpSpPr>
          <a:xfrm>
            <a:off x="0" y="0"/>
            <a:ext cx="9569050" cy="5569647"/>
            <a:chOff x="0" y="0"/>
            <a:chExt cx="9569050" cy="5569647"/>
          </a:xfrm>
        </p:grpSpPr>
        <p:sp>
          <p:nvSpPr>
            <p:cNvPr id="1218" name="Google Shape;1218;p9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19" name="Google Shape;1219;p9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220" name="Shape 1220"/>
        <p:cNvGrpSpPr/>
        <p:nvPr/>
      </p:nvGrpSpPr>
      <p:grpSpPr>
        <a:xfrm>
          <a:off x="0" y="0"/>
          <a:ext cx="0" cy="0"/>
          <a:chOff x="0" y="0"/>
          <a:chExt cx="0" cy="0"/>
        </a:xfrm>
      </p:grpSpPr>
      <p:pic>
        <p:nvPicPr>
          <p:cNvPr id="1221" name="Google Shape;1221;p9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22" name="Google Shape;1222;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23" name="Google Shape;1223;p95"/>
          <p:cNvGrpSpPr/>
          <p:nvPr/>
        </p:nvGrpSpPr>
        <p:grpSpPr>
          <a:xfrm>
            <a:off x="2" y="156617"/>
            <a:ext cx="719987" cy="944360"/>
            <a:chOff x="2" y="156617"/>
            <a:chExt cx="719987" cy="944360"/>
          </a:xfrm>
        </p:grpSpPr>
        <p:pic>
          <p:nvPicPr>
            <p:cNvPr id="1224" name="Google Shape;1224;p9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25" name="Google Shape;1225;p9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26" name="Google Shape;1226;p95"/>
          <p:cNvGrpSpPr/>
          <p:nvPr/>
        </p:nvGrpSpPr>
        <p:grpSpPr>
          <a:xfrm>
            <a:off x="0" y="0"/>
            <a:ext cx="9569050" cy="5569647"/>
            <a:chOff x="0" y="0"/>
            <a:chExt cx="9569050" cy="5569647"/>
          </a:xfrm>
        </p:grpSpPr>
        <p:sp>
          <p:nvSpPr>
            <p:cNvPr id="1227" name="Google Shape;1227;p9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28" name="Google Shape;1228;p9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29" name="Shape 1229"/>
        <p:cNvGrpSpPr/>
        <p:nvPr/>
      </p:nvGrpSpPr>
      <p:grpSpPr>
        <a:xfrm>
          <a:off x="0" y="0"/>
          <a:ext cx="0" cy="0"/>
          <a:chOff x="0" y="0"/>
          <a:chExt cx="0" cy="0"/>
        </a:xfrm>
      </p:grpSpPr>
      <p:pic>
        <p:nvPicPr>
          <p:cNvPr id="1230" name="Google Shape;1230;p9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31" name="Google Shape;1231;p96"/>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2" name="Google Shape;1232;p96"/>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3" name="Google Shape;1233;p96"/>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4" name="Google Shape;1234;p96"/>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5" name="Google Shape;1235;p96"/>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6" name="Google Shape;1236;p96"/>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237" name="Google Shape;1237;p96"/>
          <p:cNvGrpSpPr/>
          <p:nvPr/>
        </p:nvGrpSpPr>
        <p:grpSpPr>
          <a:xfrm>
            <a:off x="-601700" y="0"/>
            <a:ext cx="10705100" cy="4676150"/>
            <a:chOff x="-601700" y="0"/>
            <a:chExt cx="10705100" cy="4676150"/>
          </a:xfrm>
        </p:grpSpPr>
        <p:sp>
          <p:nvSpPr>
            <p:cNvPr id="1238" name="Google Shape;1238;p9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39" name="Google Shape;1239;p96"/>
            <p:cNvGrpSpPr/>
            <p:nvPr/>
          </p:nvGrpSpPr>
          <p:grpSpPr>
            <a:xfrm rot="5400000">
              <a:off x="-2006450" y="1404750"/>
              <a:ext cx="4014600" cy="1205100"/>
              <a:chOff x="150" y="4543750"/>
              <a:chExt cx="4014600" cy="1205100"/>
            </a:xfrm>
          </p:grpSpPr>
          <p:sp>
            <p:nvSpPr>
              <p:cNvPr id="1240" name="Google Shape;1240;p9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41" name="Google Shape;1241;p9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242" name="Google Shape;1242;p96"/>
          <p:cNvGrpSpPr/>
          <p:nvPr/>
        </p:nvGrpSpPr>
        <p:grpSpPr>
          <a:xfrm>
            <a:off x="8206512" y="4230524"/>
            <a:ext cx="848365" cy="950159"/>
            <a:chOff x="41662" y="277999"/>
            <a:chExt cx="848365" cy="950159"/>
          </a:xfrm>
        </p:grpSpPr>
        <p:pic>
          <p:nvPicPr>
            <p:cNvPr id="1243" name="Google Shape;1243;p9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244" name="Google Shape;1244;p9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245" name="Google Shape;1245;p9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46" name="Shape 1246"/>
        <p:cNvGrpSpPr/>
        <p:nvPr/>
      </p:nvGrpSpPr>
      <p:grpSpPr>
        <a:xfrm>
          <a:off x="0" y="0"/>
          <a:ext cx="0" cy="0"/>
          <a:chOff x="0" y="0"/>
          <a:chExt cx="0" cy="0"/>
        </a:xfrm>
      </p:grpSpPr>
      <p:pic>
        <p:nvPicPr>
          <p:cNvPr id="1247" name="Google Shape;1247;p9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248" name="Google Shape;1248;p97"/>
          <p:cNvGrpSpPr/>
          <p:nvPr/>
        </p:nvGrpSpPr>
        <p:grpSpPr>
          <a:xfrm>
            <a:off x="-962824" y="-872075"/>
            <a:ext cx="10524450" cy="6436800"/>
            <a:chOff x="-962824" y="-872075"/>
            <a:chExt cx="10524450" cy="6436800"/>
          </a:xfrm>
        </p:grpSpPr>
        <p:sp>
          <p:nvSpPr>
            <p:cNvPr id="1249" name="Google Shape;1249;p97"/>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50" name="Google Shape;1250;p97"/>
            <p:cNvGrpSpPr/>
            <p:nvPr/>
          </p:nvGrpSpPr>
          <p:grpSpPr>
            <a:xfrm flipH="1">
              <a:off x="502351" y="-872075"/>
              <a:ext cx="2489300" cy="1740000"/>
              <a:chOff x="6148925" y="-872075"/>
              <a:chExt cx="2489300" cy="1740000"/>
            </a:xfrm>
          </p:grpSpPr>
          <p:sp>
            <p:nvSpPr>
              <p:cNvPr id="1251" name="Google Shape;1251;p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2" name="Google Shape;1252;p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53" name="Google Shape;1253;p97"/>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4" name="Google Shape;1254;p97"/>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55" name="Google Shape;1255;p97"/>
          <p:cNvGrpSpPr/>
          <p:nvPr/>
        </p:nvGrpSpPr>
        <p:grpSpPr>
          <a:xfrm>
            <a:off x="-962825" y="81904"/>
            <a:ext cx="10251619" cy="5069347"/>
            <a:chOff x="-962825" y="81904"/>
            <a:chExt cx="10251619" cy="5069347"/>
          </a:xfrm>
        </p:grpSpPr>
        <p:pic>
          <p:nvPicPr>
            <p:cNvPr id="1256" name="Google Shape;1256;p97"/>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57" name="Google Shape;1257;p97"/>
            <p:cNvGrpSpPr/>
            <p:nvPr/>
          </p:nvGrpSpPr>
          <p:grpSpPr>
            <a:xfrm flipH="1">
              <a:off x="7678302" y="4401391"/>
              <a:ext cx="1102438" cy="577167"/>
              <a:chOff x="359837" y="4401391"/>
              <a:chExt cx="1102438" cy="577167"/>
            </a:xfrm>
          </p:grpSpPr>
          <p:pic>
            <p:nvPicPr>
              <p:cNvPr id="1258" name="Google Shape;1258;p9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59" name="Google Shape;1259;p9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260" name="Google Shape;1260;p97"/>
            <p:cNvGrpSpPr/>
            <p:nvPr/>
          </p:nvGrpSpPr>
          <p:grpSpPr>
            <a:xfrm flipH="1">
              <a:off x="8100369" y="81904"/>
              <a:ext cx="1188426" cy="1227668"/>
              <a:chOff x="-7843" y="83454"/>
              <a:chExt cx="1188426" cy="1227668"/>
            </a:xfrm>
          </p:grpSpPr>
          <p:pic>
            <p:nvPicPr>
              <p:cNvPr id="1261" name="Google Shape;1261;p9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262" name="Google Shape;1262;p9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263" name="Google Shape;1263;p9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264" name="Google Shape;1264;p97"/>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65" name="Google Shape;1265;p97"/>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6" name="Google Shape;1266;p97"/>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67" name="Shape 1267"/>
        <p:cNvGrpSpPr/>
        <p:nvPr/>
      </p:nvGrpSpPr>
      <p:grpSpPr>
        <a:xfrm>
          <a:off x="0" y="0"/>
          <a:ext cx="0" cy="0"/>
          <a:chOff x="0" y="0"/>
          <a:chExt cx="0" cy="0"/>
        </a:xfrm>
      </p:grpSpPr>
      <p:pic>
        <p:nvPicPr>
          <p:cNvPr id="1268" name="Google Shape;1268;p9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69" name="Google Shape;1269;p98"/>
          <p:cNvGrpSpPr/>
          <p:nvPr/>
        </p:nvGrpSpPr>
        <p:grpSpPr>
          <a:xfrm>
            <a:off x="0" y="-613825"/>
            <a:ext cx="9564675" cy="6140950"/>
            <a:chOff x="0" y="-613825"/>
            <a:chExt cx="9564675" cy="6140950"/>
          </a:xfrm>
        </p:grpSpPr>
        <p:sp>
          <p:nvSpPr>
            <p:cNvPr id="1270" name="Google Shape;1270;p98"/>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1" name="Google Shape;1271;p98"/>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2" name="Google Shape;1272;p98"/>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73" name="Shape 1273"/>
        <p:cNvGrpSpPr/>
        <p:nvPr/>
      </p:nvGrpSpPr>
      <p:grpSpPr>
        <a:xfrm>
          <a:off x="0" y="0"/>
          <a:ext cx="0" cy="0"/>
          <a:chOff x="0" y="0"/>
          <a:chExt cx="0" cy="0"/>
        </a:xfrm>
      </p:grpSpPr>
      <p:pic>
        <p:nvPicPr>
          <p:cNvPr id="1274" name="Google Shape;1274;p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75" name="Google Shape;1275;p99"/>
          <p:cNvGrpSpPr/>
          <p:nvPr/>
        </p:nvGrpSpPr>
        <p:grpSpPr>
          <a:xfrm>
            <a:off x="-601700" y="0"/>
            <a:ext cx="10358225" cy="5143500"/>
            <a:chOff x="-601700" y="0"/>
            <a:chExt cx="10358225" cy="5143500"/>
          </a:xfrm>
        </p:grpSpPr>
        <p:grpSp>
          <p:nvGrpSpPr>
            <p:cNvPr id="1276" name="Google Shape;1276;p99"/>
            <p:cNvGrpSpPr/>
            <p:nvPr/>
          </p:nvGrpSpPr>
          <p:grpSpPr>
            <a:xfrm rot="5400000">
              <a:off x="-2006450" y="1404750"/>
              <a:ext cx="4014600" cy="1205100"/>
              <a:chOff x="150" y="4543750"/>
              <a:chExt cx="4014600" cy="1205100"/>
            </a:xfrm>
          </p:grpSpPr>
          <p:sp>
            <p:nvSpPr>
              <p:cNvPr id="1277" name="Google Shape;1277;p9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8" name="Google Shape;1278;p9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79" name="Google Shape;1279;p99"/>
            <p:cNvGrpSpPr/>
            <p:nvPr/>
          </p:nvGrpSpPr>
          <p:grpSpPr>
            <a:xfrm rot="-5400000">
              <a:off x="7146675" y="2533650"/>
              <a:ext cx="4014600" cy="1205100"/>
              <a:chOff x="150" y="4543750"/>
              <a:chExt cx="4014600" cy="1205100"/>
            </a:xfrm>
          </p:grpSpPr>
          <p:sp>
            <p:nvSpPr>
              <p:cNvPr id="1280" name="Google Shape;1280;p99"/>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81" name="Google Shape;1281;p99"/>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5" name="Shape 1285"/>
        <p:cNvGrpSpPr/>
        <p:nvPr/>
      </p:nvGrpSpPr>
      <p:grpSpPr>
        <a:xfrm>
          <a:off x="0" y="0"/>
          <a:ext cx="0" cy="0"/>
          <a:chOff x="0" y="0"/>
          <a:chExt cx="0" cy="0"/>
        </a:xfrm>
      </p:grpSpPr>
      <p:pic>
        <p:nvPicPr>
          <p:cNvPr id="1286" name="Google Shape;1286;p1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87" name="Google Shape;1287;p101"/>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88" name="Google Shape;1288;p101"/>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89" name="Google Shape;1289;p101"/>
          <p:cNvGrpSpPr/>
          <p:nvPr/>
        </p:nvGrpSpPr>
        <p:grpSpPr>
          <a:xfrm>
            <a:off x="-421050" y="-872075"/>
            <a:ext cx="10524450" cy="6436800"/>
            <a:chOff x="-421050" y="-872075"/>
            <a:chExt cx="10524450" cy="6436800"/>
          </a:xfrm>
        </p:grpSpPr>
        <p:sp>
          <p:nvSpPr>
            <p:cNvPr id="1290" name="Google Shape;1290;p101"/>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91" name="Google Shape;1291;p101"/>
            <p:cNvGrpSpPr/>
            <p:nvPr/>
          </p:nvGrpSpPr>
          <p:grpSpPr>
            <a:xfrm>
              <a:off x="6148925" y="-872075"/>
              <a:ext cx="2489300" cy="1740000"/>
              <a:chOff x="6148925" y="-872075"/>
              <a:chExt cx="2489300" cy="1740000"/>
            </a:xfrm>
          </p:grpSpPr>
          <p:sp>
            <p:nvSpPr>
              <p:cNvPr id="1292" name="Google Shape;1292;p10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3" name="Google Shape;1293;p10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94" name="Google Shape;1294;p10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5" name="Google Shape;1295;p10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96" name="Google Shape;1296;p101"/>
          <p:cNvGrpSpPr/>
          <p:nvPr/>
        </p:nvGrpSpPr>
        <p:grpSpPr>
          <a:xfrm>
            <a:off x="-148218" y="81904"/>
            <a:ext cx="10251619" cy="5069347"/>
            <a:chOff x="-148218" y="81904"/>
            <a:chExt cx="10251619" cy="5069347"/>
          </a:xfrm>
        </p:grpSpPr>
        <p:pic>
          <p:nvPicPr>
            <p:cNvPr id="1297" name="Google Shape;1297;p101"/>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98" name="Google Shape;1298;p101"/>
            <p:cNvGrpSpPr/>
            <p:nvPr/>
          </p:nvGrpSpPr>
          <p:grpSpPr>
            <a:xfrm>
              <a:off x="359837" y="4401391"/>
              <a:ext cx="1102438" cy="577167"/>
              <a:chOff x="359837" y="4401391"/>
              <a:chExt cx="1102438" cy="577167"/>
            </a:xfrm>
          </p:grpSpPr>
          <p:pic>
            <p:nvPicPr>
              <p:cNvPr id="1299" name="Google Shape;1299;p10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00" name="Google Shape;1300;p10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01" name="Google Shape;1301;p101"/>
            <p:cNvGrpSpPr/>
            <p:nvPr/>
          </p:nvGrpSpPr>
          <p:grpSpPr>
            <a:xfrm>
              <a:off x="-148218" y="81904"/>
              <a:ext cx="1188426" cy="1227668"/>
              <a:chOff x="-7843" y="83454"/>
              <a:chExt cx="1188426" cy="1227668"/>
            </a:xfrm>
          </p:grpSpPr>
          <p:pic>
            <p:nvPicPr>
              <p:cNvPr id="1302" name="Google Shape;1302;p10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03" name="Google Shape;1303;p10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04" name="Google Shape;1304;p10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5" name="Shape 1305"/>
        <p:cNvGrpSpPr/>
        <p:nvPr/>
      </p:nvGrpSpPr>
      <p:grpSpPr>
        <a:xfrm>
          <a:off x="0" y="0"/>
          <a:ext cx="0" cy="0"/>
          <a:chOff x="0" y="0"/>
          <a:chExt cx="0" cy="0"/>
        </a:xfrm>
      </p:grpSpPr>
      <p:pic>
        <p:nvPicPr>
          <p:cNvPr id="1306" name="Google Shape;1306;p1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07" name="Google Shape;1307;p102"/>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08" name="Google Shape;1308;p102"/>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309" name="Google Shape;1309;p102"/>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10" name="Google Shape;1310;p102"/>
          <p:cNvGrpSpPr/>
          <p:nvPr/>
        </p:nvGrpSpPr>
        <p:grpSpPr>
          <a:xfrm>
            <a:off x="8206512" y="4230524"/>
            <a:ext cx="848365" cy="950159"/>
            <a:chOff x="41662" y="277999"/>
            <a:chExt cx="848365" cy="950159"/>
          </a:xfrm>
        </p:grpSpPr>
        <p:pic>
          <p:nvPicPr>
            <p:cNvPr id="1311" name="Google Shape;1311;p10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312" name="Google Shape;1312;p10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313" name="Google Shape;1313;p10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314" name="Google Shape;1314;p102"/>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315" name="Google Shape;1315;p102"/>
          <p:cNvGrpSpPr/>
          <p:nvPr/>
        </p:nvGrpSpPr>
        <p:grpSpPr>
          <a:xfrm>
            <a:off x="-601700" y="-872075"/>
            <a:ext cx="10705100" cy="5548225"/>
            <a:chOff x="-601700" y="-872075"/>
            <a:chExt cx="10705100" cy="5548225"/>
          </a:xfrm>
        </p:grpSpPr>
        <p:sp>
          <p:nvSpPr>
            <p:cNvPr id="1316" name="Google Shape;1316;p10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17" name="Google Shape;1317;p102"/>
            <p:cNvGrpSpPr/>
            <p:nvPr/>
          </p:nvGrpSpPr>
          <p:grpSpPr>
            <a:xfrm rot="5400000">
              <a:off x="-2006450" y="1404750"/>
              <a:ext cx="4014600" cy="1205100"/>
              <a:chOff x="150" y="4543750"/>
              <a:chExt cx="4014600" cy="1205100"/>
            </a:xfrm>
          </p:grpSpPr>
          <p:sp>
            <p:nvSpPr>
              <p:cNvPr id="1318" name="Google Shape;1318;p10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19" name="Google Shape;1319;p10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20" name="Google Shape;1320;p102"/>
            <p:cNvGrpSpPr/>
            <p:nvPr/>
          </p:nvGrpSpPr>
          <p:grpSpPr>
            <a:xfrm>
              <a:off x="6148925" y="-872075"/>
              <a:ext cx="2489300" cy="1740000"/>
              <a:chOff x="6148925" y="-872075"/>
              <a:chExt cx="2489300" cy="1740000"/>
            </a:xfrm>
          </p:grpSpPr>
          <p:sp>
            <p:nvSpPr>
              <p:cNvPr id="1321" name="Google Shape;1321;p1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2" name="Google Shape;1322;p1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23" name="Shape 1323"/>
        <p:cNvGrpSpPr/>
        <p:nvPr/>
      </p:nvGrpSpPr>
      <p:grpSpPr>
        <a:xfrm>
          <a:off x="0" y="0"/>
          <a:ext cx="0" cy="0"/>
          <a:chOff x="0" y="0"/>
          <a:chExt cx="0" cy="0"/>
        </a:xfrm>
      </p:grpSpPr>
      <p:pic>
        <p:nvPicPr>
          <p:cNvPr id="1324" name="Google Shape;1324;p10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25" name="Google Shape;1325;p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26" name="Google Shape;1326;p103"/>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327" name="Google Shape;1327;p103"/>
          <p:cNvGrpSpPr/>
          <p:nvPr/>
        </p:nvGrpSpPr>
        <p:grpSpPr>
          <a:xfrm>
            <a:off x="150" y="2779250"/>
            <a:ext cx="10103250" cy="2785475"/>
            <a:chOff x="150" y="2779250"/>
            <a:chExt cx="10103250" cy="2785475"/>
          </a:xfrm>
        </p:grpSpPr>
        <p:sp>
          <p:nvSpPr>
            <p:cNvPr id="1328" name="Google Shape;1328;p10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9" name="Google Shape;1329;p10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30" name="Google Shape;1330;p103"/>
          <p:cNvGrpSpPr/>
          <p:nvPr/>
        </p:nvGrpSpPr>
        <p:grpSpPr>
          <a:xfrm>
            <a:off x="2" y="156617"/>
            <a:ext cx="1462273" cy="4821940"/>
            <a:chOff x="2" y="156617"/>
            <a:chExt cx="1462273" cy="4821940"/>
          </a:xfrm>
        </p:grpSpPr>
        <p:grpSp>
          <p:nvGrpSpPr>
            <p:cNvPr id="1331" name="Google Shape;1331;p103"/>
            <p:cNvGrpSpPr/>
            <p:nvPr/>
          </p:nvGrpSpPr>
          <p:grpSpPr>
            <a:xfrm>
              <a:off x="2" y="156617"/>
              <a:ext cx="719987" cy="944360"/>
              <a:chOff x="2" y="156617"/>
              <a:chExt cx="719987" cy="944360"/>
            </a:xfrm>
          </p:grpSpPr>
          <p:pic>
            <p:nvPicPr>
              <p:cNvPr id="1332" name="Google Shape;1332;p10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33" name="Google Shape;1333;p10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334" name="Google Shape;1334;p103"/>
            <p:cNvGrpSpPr/>
            <p:nvPr/>
          </p:nvGrpSpPr>
          <p:grpSpPr>
            <a:xfrm>
              <a:off x="359837" y="4401391"/>
              <a:ext cx="1102438" cy="577167"/>
              <a:chOff x="359837" y="4401391"/>
              <a:chExt cx="1102438" cy="577167"/>
            </a:xfrm>
          </p:grpSpPr>
          <p:pic>
            <p:nvPicPr>
              <p:cNvPr id="1335" name="Google Shape;1335;p10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36" name="Google Shape;1336;p10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37" name="Shape 1337"/>
        <p:cNvGrpSpPr/>
        <p:nvPr/>
      </p:nvGrpSpPr>
      <p:grpSpPr>
        <a:xfrm>
          <a:off x="0" y="0"/>
          <a:ext cx="0" cy="0"/>
          <a:chOff x="0" y="0"/>
          <a:chExt cx="0" cy="0"/>
        </a:xfrm>
      </p:grpSpPr>
      <p:pic>
        <p:nvPicPr>
          <p:cNvPr id="1338" name="Google Shape;1338;p1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39" name="Google Shape;1339;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40" name="Google Shape;1340;p104"/>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1" name="Google Shape;1341;p104"/>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2" name="Google Shape;1342;p104"/>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343" name="Google Shape;1343;p104"/>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344" name="Google Shape;1344;p104"/>
          <p:cNvGrpSpPr/>
          <p:nvPr/>
        </p:nvGrpSpPr>
        <p:grpSpPr>
          <a:xfrm>
            <a:off x="150" y="2779250"/>
            <a:ext cx="10103250" cy="2785475"/>
            <a:chOff x="150" y="2779250"/>
            <a:chExt cx="10103250" cy="2785475"/>
          </a:xfrm>
        </p:grpSpPr>
        <p:sp>
          <p:nvSpPr>
            <p:cNvPr id="1345" name="Google Shape;1345;p10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46" name="Google Shape;1346;p10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47" name="Google Shape;1347;p104"/>
          <p:cNvGrpSpPr/>
          <p:nvPr/>
        </p:nvGrpSpPr>
        <p:grpSpPr>
          <a:xfrm>
            <a:off x="2" y="156617"/>
            <a:ext cx="10103400" cy="4994633"/>
            <a:chOff x="2" y="156617"/>
            <a:chExt cx="10103400" cy="4994633"/>
          </a:xfrm>
        </p:grpSpPr>
        <p:grpSp>
          <p:nvGrpSpPr>
            <p:cNvPr id="1348" name="Google Shape;1348;p104"/>
            <p:cNvGrpSpPr/>
            <p:nvPr/>
          </p:nvGrpSpPr>
          <p:grpSpPr>
            <a:xfrm>
              <a:off x="2" y="156617"/>
              <a:ext cx="719987" cy="944360"/>
              <a:chOff x="2" y="156617"/>
              <a:chExt cx="719987" cy="944360"/>
            </a:xfrm>
          </p:grpSpPr>
          <p:pic>
            <p:nvPicPr>
              <p:cNvPr id="1349" name="Google Shape;1349;p10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50" name="Google Shape;1350;p10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351" name="Google Shape;1351;p104"/>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52" name="Google Shape;1352;p104"/>
            <p:cNvGrpSpPr/>
            <p:nvPr/>
          </p:nvGrpSpPr>
          <p:grpSpPr>
            <a:xfrm>
              <a:off x="359837" y="4401391"/>
              <a:ext cx="1102438" cy="577167"/>
              <a:chOff x="359837" y="4401391"/>
              <a:chExt cx="1102438" cy="577167"/>
            </a:xfrm>
          </p:grpSpPr>
          <p:pic>
            <p:nvPicPr>
              <p:cNvPr id="1353" name="Google Shape;1353;p104"/>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54" name="Google Shape;1354;p1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5" name="Shape 1355"/>
        <p:cNvGrpSpPr/>
        <p:nvPr/>
      </p:nvGrpSpPr>
      <p:grpSpPr>
        <a:xfrm>
          <a:off x="0" y="0"/>
          <a:ext cx="0" cy="0"/>
          <a:chOff x="0" y="0"/>
          <a:chExt cx="0" cy="0"/>
        </a:xfrm>
      </p:grpSpPr>
      <p:pic>
        <p:nvPicPr>
          <p:cNvPr id="1356" name="Google Shape;1356;p1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57" name="Google Shape;1357;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358" name="Google Shape;1358;p105"/>
          <p:cNvGrpSpPr/>
          <p:nvPr/>
        </p:nvGrpSpPr>
        <p:grpSpPr>
          <a:xfrm>
            <a:off x="5129400" y="4543750"/>
            <a:ext cx="4014600" cy="1205100"/>
            <a:chOff x="5129400" y="4543750"/>
            <a:chExt cx="4014600" cy="1205100"/>
          </a:xfrm>
        </p:grpSpPr>
        <p:sp>
          <p:nvSpPr>
            <p:cNvPr id="1359" name="Google Shape;1359;p105"/>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60" name="Google Shape;1360;p105"/>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61" name="Google Shape;1361;p105"/>
          <p:cNvGrpSpPr/>
          <p:nvPr/>
        </p:nvGrpSpPr>
        <p:grpSpPr>
          <a:xfrm>
            <a:off x="2" y="156617"/>
            <a:ext cx="9296400" cy="4986881"/>
            <a:chOff x="2" y="156617"/>
            <a:chExt cx="9296400" cy="4986881"/>
          </a:xfrm>
        </p:grpSpPr>
        <p:grpSp>
          <p:nvGrpSpPr>
            <p:cNvPr id="1362" name="Google Shape;1362;p105"/>
            <p:cNvGrpSpPr/>
            <p:nvPr/>
          </p:nvGrpSpPr>
          <p:grpSpPr>
            <a:xfrm>
              <a:off x="2" y="156617"/>
              <a:ext cx="719987" cy="944360"/>
              <a:chOff x="2" y="156617"/>
              <a:chExt cx="719987" cy="944360"/>
            </a:xfrm>
          </p:grpSpPr>
          <p:pic>
            <p:nvPicPr>
              <p:cNvPr id="1363" name="Google Shape;1363;p1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64" name="Google Shape;1364;p1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65" name="Google Shape;1365;p105"/>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6" name="Shape 1366"/>
        <p:cNvGrpSpPr/>
        <p:nvPr/>
      </p:nvGrpSpPr>
      <p:grpSpPr>
        <a:xfrm>
          <a:off x="0" y="0"/>
          <a:ext cx="0" cy="0"/>
          <a:chOff x="0" y="0"/>
          <a:chExt cx="0" cy="0"/>
        </a:xfrm>
      </p:grpSpPr>
      <p:pic>
        <p:nvPicPr>
          <p:cNvPr id="1367" name="Google Shape;1367;p1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68" name="Google Shape;1368;p106"/>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69" name="Google Shape;1369;p106"/>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370" name="Google Shape;1370;p10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71" name="Google Shape;1371;p106"/>
          <p:cNvGrpSpPr/>
          <p:nvPr/>
        </p:nvGrpSpPr>
        <p:grpSpPr>
          <a:xfrm>
            <a:off x="2" y="156617"/>
            <a:ext cx="1462273" cy="4821940"/>
            <a:chOff x="2" y="156617"/>
            <a:chExt cx="1462273" cy="4821940"/>
          </a:xfrm>
        </p:grpSpPr>
        <p:grpSp>
          <p:nvGrpSpPr>
            <p:cNvPr id="1372" name="Google Shape;1372;p106"/>
            <p:cNvGrpSpPr/>
            <p:nvPr/>
          </p:nvGrpSpPr>
          <p:grpSpPr>
            <a:xfrm>
              <a:off x="2" y="156617"/>
              <a:ext cx="719987" cy="944360"/>
              <a:chOff x="2" y="156617"/>
              <a:chExt cx="719987" cy="944360"/>
            </a:xfrm>
          </p:grpSpPr>
          <p:pic>
            <p:nvPicPr>
              <p:cNvPr id="1373" name="Google Shape;1373;p1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74" name="Google Shape;1374;p1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375" name="Google Shape;1375;p106"/>
            <p:cNvGrpSpPr/>
            <p:nvPr/>
          </p:nvGrpSpPr>
          <p:grpSpPr>
            <a:xfrm>
              <a:off x="359837" y="4401391"/>
              <a:ext cx="1102438" cy="577167"/>
              <a:chOff x="359837" y="4401391"/>
              <a:chExt cx="1102438" cy="577167"/>
            </a:xfrm>
          </p:grpSpPr>
          <p:pic>
            <p:nvPicPr>
              <p:cNvPr id="1376" name="Google Shape;1376;p10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77" name="Google Shape;1377;p10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8" name="Shape 1378"/>
        <p:cNvGrpSpPr/>
        <p:nvPr/>
      </p:nvGrpSpPr>
      <p:grpSpPr>
        <a:xfrm>
          <a:off x="0" y="0"/>
          <a:ext cx="0" cy="0"/>
          <a:chOff x="0" y="0"/>
          <a:chExt cx="0" cy="0"/>
        </a:xfrm>
      </p:grpSpPr>
      <p:pic>
        <p:nvPicPr>
          <p:cNvPr id="1379" name="Google Shape;1379;p10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0" name="Google Shape;1380;p107"/>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81" name="Google Shape;1381;p107"/>
          <p:cNvGrpSpPr/>
          <p:nvPr/>
        </p:nvGrpSpPr>
        <p:grpSpPr>
          <a:xfrm>
            <a:off x="-421050" y="0"/>
            <a:ext cx="10524450" cy="5564725"/>
            <a:chOff x="-421050" y="0"/>
            <a:chExt cx="10524450" cy="5564725"/>
          </a:xfrm>
        </p:grpSpPr>
        <p:sp>
          <p:nvSpPr>
            <p:cNvPr id="1382" name="Google Shape;1382;p10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3" name="Google Shape;1383;p10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4" name="Google Shape;1384;p10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85" name="Google Shape;1385;p107"/>
          <p:cNvGrpSpPr/>
          <p:nvPr/>
        </p:nvGrpSpPr>
        <p:grpSpPr>
          <a:xfrm>
            <a:off x="-148218" y="81904"/>
            <a:ext cx="10251619" cy="5069347"/>
            <a:chOff x="-148218" y="81904"/>
            <a:chExt cx="10251619" cy="5069347"/>
          </a:xfrm>
        </p:grpSpPr>
        <p:pic>
          <p:nvPicPr>
            <p:cNvPr id="1386" name="Google Shape;1386;p10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87" name="Google Shape;1387;p107"/>
            <p:cNvGrpSpPr/>
            <p:nvPr/>
          </p:nvGrpSpPr>
          <p:grpSpPr>
            <a:xfrm>
              <a:off x="359837" y="4401391"/>
              <a:ext cx="1102438" cy="577167"/>
              <a:chOff x="359837" y="4401391"/>
              <a:chExt cx="1102438" cy="577167"/>
            </a:xfrm>
          </p:grpSpPr>
          <p:pic>
            <p:nvPicPr>
              <p:cNvPr id="1388" name="Google Shape;1388;p10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89" name="Google Shape;1389;p10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90" name="Google Shape;1390;p107"/>
            <p:cNvGrpSpPr/>
            <p:nvPr/>
          </p:nvGrpSpPr>
          <p:grpSpPr>
            <a:xfrm>
              <a:off x="-148218" y="81904"/>
              <a:ext cx="1188426" cy="1227668"/>
              <a:chOff x="-7843" y="83454"/>
              <a:chExt cx="1188426" cy="1227668"/>
            </a:xfrm>
          </p:grpSpPr>
          <p:pic>
            <p:nvPicPr>
              <p:cNvPr id="1391" name="Google Shape;1391;p10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92" name="Google Shape;1392;p10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93" name="Google Shape;1393;p10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4" name="Shape 1394"/>
        <p:cNvGrpSpPr/>
        <p:nvPr/>
      </p:nvGrpSpPr>
      <p:grpSpPr>
        <a:xfrm>
          <a:off x="0" y="0"/>
          <a:ext cx="0" cy="0"/>
          <a:chOff x="0" y="0"/>
          <a:chExt cx="0" cy="0"/>
        </a:xfrm>
      </p:grpSpPr>
      <p:pic>
        <p:nvPicPr>
          <p:cNvPr id="1395" name="Google Shape;1395;p10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96" name="Google Shape;1396;p108"/>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397" name="Google Shape;1397;p108"/>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98" name="Google Shape;1398;p108"/>
          <p:cNvGrpSpPr/>
          <p:nvPr/>
        </p:nvGrpSpPr>
        <p:grpSpPr>
          <a:xfrm>
            <a:off x="0" y="-859375"/>
            <a:ext cx="9504775" cy="6608225"/>
            <a:chOff x="0" y="-859375"/>
            <a:chExt cx="9504775" cy="6608225"/>
          </a:xfrm>
        </p:grpSpPr>
        <p:grpSp>
          <p:nvGrpSpPr>
            <p:cNvPr id="1399" name="Google Shape;1399;p108"/>
            <p:cNvGrpSpPr/>
            <p:nvPr/>
          </p:nvGrpSpPr>
          <p:grpSpPr>
            <a:xfrm flipH="1">
              <a:off x="5129400" y="4543750"/>
              <a:ext cx="4014600" cy="1205100"/>
              <a:chOff x="150" y="4543750"/>
              <a:chExt cx="4014600" cy="1205100"/>
            </a:xfrm>
          </p:grpSpPr>
          <p:sp>
            <p:nvSpPr>
              <p:cNvPr id="1400" name="Google Shape;1400;p108"/>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1" name="Google Shape;1401;p108"/>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02" name="Google Shape;1402;p108"/>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03" name="Google Shape;1403;p108"/>
            <p:cNvGrpSpPr/>
            <p:nvPr/>
          </p:nvGrpSpPr>
          <p:grpSpPr>
            <a:xfrm flipH="1">
              <a:off x="0" y="-859375"/>
              <a:ext cx="2489300" cy="1740000"/>
              <a:chOff x="6148925" y="-872075"/>
              <a:chExt cx="2489300" cy="1740000"/>
            </a:xfrm>
          </p:grpSpPr>
          <p:sp>
            <p:nvSpPr>
              <p:cNvPr id="1404" name="Google Shape;1404;p10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5" name="Google Shape;1405;p10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06" name="Google Shape;1406;p108"/>
          <p:cNvGrpSpPr/>
          <p:nvPr/>
        </p:nvGrpSpPr>
        <p:grpSpPr>
          <a:xfrm>
            <a:off x="-736999" y="-445900"/>
            <a:ext cx="10033401" cy="5589398"/>
            <a:chOff x="-736999" y="-445900"/>
            <a:chExt cx="10033401" cy="5589398"/>
          </a:xfrm>
        </p:grpSpPr>
        <p:pic>
          <p:nvPicPr>
            <p:cNvPr id="1407" name="Google Shape;1407;p108"/>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408" name="Google Shape;1408;p108"/>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09" name="Shape 1409"/>
        <p:cNvGrpSpPr/>
        <p:nvPr/>
      </p:nvGrpSpPr>
      <p:grpSpPr>
        <a:xfrm>
          <a:off x="0" y="0"/>
          <a:ext cx="0" cy="0"/>
          <a:chOff x="0" y="0"/>
          <a:chExt cx="0" cy="0"/>
        </a:xfrm>
      </p:grpSpPr>
      <p:sp>
        <p:nvSpPr>
          <p:cNvPr id="1410" name="Google Shape;1410;p109"/>
          <p:cNvSpPr/>
          <p:nvPr>
            <p:ph idx="2" type="pic"/>
          </p:nvPr>
        </p:nvSpPr>
        <p:spPr>
          <a:xfrm>
            <a:off x="-25" y="-13725"/>
            <a:ext cx="9144000" cy="5157300"/>
          </a:xfrm>
          <a:prstGeom prst="rect">
            <a:avLst/>
          </a:prstGeom>
          <a:noFill/>
          <a:ln>
            <a:noFill/>
          </a:ln>
        </p:spPr>
      </p:sp>
      <p:sp>
        <p:nvSpPr>
          <p:cNvPr id="1411" name="Google Shape;1411;p109"/>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2" name="Shape 1412"/>
        <p:cNvGrpSpPr/>
        <p:nvPr/>
      </p:nvGrpSpPr>
      <p:grpSpPr>
        <a:xfrm>
          <a:off x="0" y="0"/>
          <a:ext cx="0" cy="0"/>
          <a:chOff x="0" y="0"/>
          <a:chExt cx="0" cy="0"/>
        </a:xfrm>
      </p:grpSpPr>
      <p:pic>
        <p:nvPicPr>
          <p:cNvPr id="1413" name="Google Shape;1413;p1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14" name="Google Shape;1414;p110"/>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15" name="Google Shape;1415;p110"/>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416" name="Google Shape;1416;p110"/>
          <p:cNvGrpSpPr/>
          <p:nvPr/>
        </p:nvGrpSpPr>
        <p:grpSpPr>
          <a:xfrm>
            <a:off x="-601700" y="-872075"/>
            <a:ext cx="10705100" cy="5548225"/>
            <a:chOff x="-601700" y="-872075"/>
            <a:chExt cx="10705100" cy="5548225"/>
          </a:xfrm>
        </p:grpSpPr>
        <p:sp>
          <p:nvSpPr>
            <p:cNvPr id="1417" name="Google Shape;1417;p11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8" name="Google Shape;1418;p110"/>
            <p:cNvGrpSpPr/>
            <p:nvPr/>
          </p:nvGrpSpPr>
          <p:grpSpPr>
            <a:xfrm rot="5400000">
              <a:off x="-2006450" y="1404750"/>
              <a:ext cx="4014600" cy="1205100"/>
              <a:chOff x="150" y="4543750"/>
              <a:chExt cx="4014600" cy="1205100"/>
            </a:xfrm>
          </p:grpSpPr>
          <p:sp>
            <p:nvSpPr>
              <p:cNvPr id="1419" name="Google Shape;1419;p11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0" name="Google Shape;1420;p11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421" name="Google Shape;1421;p110"/>
            <p:cNvGrpSpPr/>
            <p:nvPr/>
          </p:nvGrpSpPr>
          <p:grpSpPr>
            <a:xfrm>
              <a:off x="6148925" y="-872075"/>
              <a:ext cx="2489300" cy="1740000"/>
              <a:chOff x="6148925" y="-872075"/>
              <a:chExt cx="2489300" cy="1740000"/>
            </a:xfrm>
          </p:grpSpPr>
          <p:sp>
            <p:nvSpPr>
              <p:cNvPr id="1422" name="Google Shape;1422;p11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3" name="Google Shape;1423;p11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24" name="Google Shape;1424;p110"/>
          <p:cNvGrpSpPr/>
          <p:nvPr/>
        </p:nvGrpSpPr>
        <p:grpSpPr>
          <a:xfrm>
            <a:off x="-100888" y="2838714"/>
            <a:ext cx="9155766" cy="2341969"/>
            <a:chOff x="-100888" y="2838714"/>
            <a:chExt cx="9155766" cy="2341969"/>
          </a:xfrm>
        </p:grpSpPr>
        <p:grpSp>
          <p:nvGrpSpPr>
            <p:cNvPr id="1425" name="Google Shape;1425;p110"/>
            <p:cNvGrpSpPr/>
            <p:nvPr/>
          </p:nvGrpSpPr>
          <p:grpSpPr>
            <a:xfrm>
              <a:off x="8206512" y="4230524"/>
              <a:ext cx="848365" cy="950159"/>
              <a:chOff x="41662" y="277999"/>
              <a:chExt cx="848365" cy="950159"/>
            </a:xfrm>
          </p:grpSpPr>
          <p:pic>
            <p:nvPicPr>
              <p:cNvPr id="1426" name="Google Shape;1426;p11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27" name="Google Shape;1427;p11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28" name="Google Shape;1428;p11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429" name="Google Shape;1429;p110"/>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30" name="Shape 1430"/>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31" name="Shape 1431"/>
        <p:cNvGrpSpPr/>
        <p:nvPr/>
      </p:nvGrpSpPr>
      <p:grpSpPr>
        <a:xfrm>
          <a:off x="0" y="0"/>
          <a:ext cx="0" cy="0"/>
          <a:chOff x="0" y="0"/>
          <a:chExt cx="0" cy="0"/>
        </a:xfrm>
      </p:grpSpPr>
      <p:pic>
        <p:nvPicPr>
          <p:cNvPr id="1432" name="Google Shape;1432;p11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433" name="Google Shape;1433;p112"/>
          <p:cNvGrpSpPr/>
          <p:nvPr/>
        </p:nvGrpSpPr>
        <p:grpSpPr>
          <a:xfrm>
            <a:off x="7033266" y="-738725"/>
            <a:ext cx="2110732" cy="1475400"/>
            <a:chOff x="7033266" y="-738725"/>
            <a:chExt cx="2110732" cy="1475400"/>
          </a:xfrm>
        </p:grpSpPr>
        <p:sp>
          <p:nvSpPr>
            <p:cNvPr id="1434" name="Google Shape;1434;p112"/>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35" name="Google Shape;1435;p112"/>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36" name="Google Shape;1436;p1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37" name="Google Shape;1437;p112"/>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38" name="Google Shape;1438;p112"/>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39" name="Google Shape;1439;p112"/>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0" name="Google Shape;1440;p112"/>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1" name="Google Shape;1441;p112"/>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2" name="Google Shape;1442;p112"/>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3" name="Google Shape;1443;p112"/>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4" name="Google Shape;1444;p112"/>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5" name="Google Shape;1445;p112"/>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6" name="Google Shape;1446;p112"/>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7" name="Google Shape;1447;p112"/>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8" name="Google Shape;1448;p112"/>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449" name="Google Shape;1449;p112"/>
          <p:cNvGrpSpPr/>
          <p:nvPr/>
        </p:nvGrpSpPr>
        <p:grpSpPr>
          <a:xfrm>
            <a:off x="2" y="156617"/>
            <a:ext cx="9096298" cy="4929890"/>
            <a:chOff x="2" y="156617"/>
            <a:chExt cx="9096298" cy="4929890"/>
          </a:xfrm>
        </p:grpSpPr>
        <p:grpSp>
          <p:nvGrpSpPr>
            <p:cNvPr id="1450" name="Google Shape;1450;p112"/>
            <p:cNvGrpSpPr/>
            <p:nvPr/>
          </p:nvGrpSpPr>
          <p:grpSpPr>
            <a:xfrm>
              <a:off x="2" y="156617"/>
              <a:ext cx="719987" cy="944360"/>
              <a:chOff x="2" y="156617"/>
              <a:chExt cx="719987" cy="944360"/>
            </a:xfrm>
          </p:grpSpPr>
          <p:pic>
            <p:nvPicPr>
              <p:cNvPr id="1451" name="Google Shape;1451;p11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52" name="Google Shape;1452;p11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3" name="Google Shape;1453;p112"/>
            <p:cNvGrpSpPr/>
            <p:nvPr/>
          </p:nvGrpSpPr>
          <p:grpSpPr>
            <a:xfrm>
              <a:off x="7993862" y="4509341"/>
              <a:ext cx="1102438" cy="577167"/>
              <a:chOff x="7993862" y="4509341"/>
              <a:chExt cx="1102438" cy="577167"/>
            </a:xfrm>
          </p:grpSpPr>
          <p:pic>
            <p:nvPicPr>
              <p:cNvPr id="1454" name="Google Shape;1454;p112"/>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455" name="Google Shape;1455;p112"/>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56" name="Shape 1456"/>
        <p:cNvGrpSpPr/>
        <p:nvPr/>
      </p:nvGrpSpPr>
      <p:grpSpPr>
        <a:xfrm>
          <a:off x="0" y="0"/>
          <a:ext cx="0" cy="0"/>
          <a:chOff x="0" y="0"/>
          <a:chExt cx="0" cy="0"/>
        </a:xfrm>
      </p:grpSpPr>
      <p:pic>
        <p:nvPicPr>
          <p:cNvPr id="1457" name="Google Shape;1457;p11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58" name="Google Shape;1458;p113"/>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459" name="Google Shape;1459;p113"/>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460" name="Google Shape;1460;p113"/>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461" name="Google Shape;1461;p113"/>
          <p:cNvGrpSpPr/>
          <p:nvPr/>
        </p:nvGrpSpPr>
        <p:grpSpPr>
          <a:xfrm>
            <a:off x="0" y="-859375"/>
            <a:ext cx="9755475" cy="6421100"/>
            <a:chOff x="0" y="-859375"/>
            <a:chExt cx="9755475" cy="6421100"/>
          </a:xfrm>
        </p:grpSpPr>
        <p:sp>
          <p:nvSpPr>
            <p:cNvPr id="1462" name="Google Shape;1462;p11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63" name="Google Shape;1463;p113"/>
            <p:cNvGrpSpPr/>
            <p:nvPr/>
          </p:nvGrpSpPr>
          <p:grpSpPr>
            <a:xfrm flipH="1">
              <a:off x="0" y="-859375"/>
              <a:ext cx="2489300" cy="1740000"/>
              <a:chOff x="6148925" y="-872075"/>
              <a:chExt cx="2489300" cy="1740000"/>
            </a:xfrm>
          </p:grpSpPr>
          <p:sp>
            <p:nvSpPr>
              <p:cNvPr id="1464" name="Google Shape;1464;p1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65" name="Google Shape;1465;p1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66" name="Google Shape;1466;p11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67" name="Shape 1467"/>
        <p:cNvGrpSpPr/>
        <p:nvPr/>
      </p:nvGrpSpPr>
      <p:grpSpPr>
        <a:xfrm>
          <a:off x="0" y="0"/>
          <a:ext cx="0" cy="0"/>
          <a:chOff x="0" y="0"/>
          <a:chExt cx="0" cy="0"/>
        </a:xfrm>
      </p:grpSpPr>
      <p:pic>
        <p:nvPicPr>
          <p:cNvPr id="1468" name="Google Shape;1468;p1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69" name="Google Shape;1469;p114"/>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0" name="Google Shape;1470;p114"/>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1" name="Google Shape;1471;p114"/>
          <p:cNvSpPr/>
          <p:nvPr>
            <p:ph idx="2" type="pic"/>
          </p:nvPr>
        </p:nvSpPr>
        <p:spPr>
          <a:xfrm>
            <a:off x="4898950" y="533875"/>
            <a:ext cx="3489000" cy="4075800"/>
          </a:xfrm>
          <a:prstGeom prst="roundRect">
            <a:avLst>
              <a:gd fmla="val 18268" name="adj"/>
            </a:avLst>
          </a:prstGeom>
          <a:noFill/>
          <a:ln>
            <a:noFill/>
          </a:ln>
        </p:spPr>
      </p:sp>
      <p:grpSp>
        <p:nvGrpSpPr>
          <p:cNvPr id="1472" name="Google Shape;1472;p114"/>
          <p:cNvGrpSpPr/>
          <p:nvPr/>
        </p:nvGrpSpPr>
        <p:grpSpPr>
          <a:xfrm rot="5400000">
            <a:off x="-2006450" y="1404750"/>
            <a:ext cx="4014600" cy="1205100"/>
            <a:chOff x="150" y="4543750"/>
            <a:chExt cx="4014600" cy="1205100"/>
          </a:xfrm>
        </p:grpSpPr>
        <p:sp>
          <p:nvSpPr>
            <p:cNvPr id="1473" name="Google Shape;1473;p11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74" name="Google Shape;1474;p11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75" name="Shape 1475"/>
        <p:cNvGrpSpPr/>
        <p:nvPr/>
      </p:nvGrpSpPr>
      <p:grpSpPr>
        <a:xfrm>
          <a:off x="0" y="0"/>
          <a:ext cx="0" cy="0"/>
          <a:chOff x="0" y="0"/>
          <a:chExt cx="0" cy="0"/>
        </a:xfrm>
      </p:grpSpPr>
      <p:pic>
        <p:nvPicPr>
          <p:cNvPr id="1476" name="Google Shape;1476;p1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77" name="Google Shape;1477;p115"/>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8" name="Google Shape;1478;p115"/>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79" name="Google Shape;1479;p115"/>
          <p:cNvGrpSpPr/>
          <p:nvPr/>
        </p:nvGrpSpPr>
        <p:grpSpPr>
          <a:xfrm>
            <a:off x="0" y="-859375"/>
            <a:ext cx="9755475" cy="6421100"/>
            <a:chOff x="0" y="-859375"/>
            <a:chExt cx="9755475" cy="6421100"/>
          </a:xfrm>
        </p:grpSpPr>
        <p:sp>
          <p:nvSpPr>
            <p:cNvPr id="1480" name="Google Shape;1480;p11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81" name="Google Shape;1481;p115"/>
            <p:cNvGrpSpPr/>
            <p:nvPr/>
          </p:nvGrpSpPr>
          <p:grpSpPr>
            <a:xfrm flipH="1">
              <a:off x="0" y="-859375"/>
              <a:ext cx="2489300" cy="1740000"/>
              <a:chOff x="6148925" y="-872075"/>
              <a:chExt cx="2489300" cy="1740000"/>
            </a:xfrm>
          </p:grpSpPr>
          <p:sp>
            <p:nvSpPr>
              <p:cNvPr id="1482" name="Google Shape;1482;p1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83" name="Google Shape;1483;p1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84" name="Google Shape;1484;p11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485" name="Shape 1485"/>
        <p:cNvGrpSpPr/>
        <p:nvPr/>
      </p:nvGrpSpPr>
      <p:grpSpPr>
        <a:xfrm>
          <a:off x="0" y="0"/>
          <a:ext cx="0" cy="0"/>
          <a:chOff x="0" y="0"/>
          <a:chExt cx="0" cy="0"/>
        </a:xfrm>
      </p:grpSpPr>
      <p:pic>
        <p:nvPicPr>
          <p:cNvPr id="1486" name="Google Shape;1486;p11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87" name="Google Shape;1487;p116"/>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88" name="Google Shape;1488;p116"/>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89" name="Google Shape;1489;p116"/>
          <p:cNvGrpSpPr/>
          <p:nvPr/>
        </p:nvGrpSpPr>
        <p:grpSpPr>
          <a:xfrm>
            <a:off x="-601700" y="0"/>
            <a:ext cx="10705100" cy="4676150"/>
            <a:chOff x="-601700" y="0"/>
            <a:chExt cx="10705100" cy="4676150"/>
          </a:xfrm>
        </p:grpSpPr>
        <p:sp>
          <p:nvSpPr>
            <p:cNvPr id="1490" name="Google Shape;1490;p11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91" name="Google Shape;1491;p116"/>
            <p:cNvGrpSpPr/>
            <p:nvPr/>
          </p:nvGrpSpPr>
          <p:grpSpPr>
            <a:xfrm rot="5400000">
              <a:off x="-2006450" y="1404750"/>
              <a:ext cx="4014600" cy="1205100"/>
              <a:chOff x="150" y="4543750"/>
              <a:chExt cx="4014600" cy="1205100"/>
            </a:xfrm>
          </p:grpSpPr>
          <p:sp>
            <p:nvSpPr>
              <p:cNvPr id="1492" name="Google Shape;1492;p11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93" name="Google Shape;1493;p11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94" name="Google Shape;1494;p116"/>
          <p:cNvGrpSpPr/>
          <p:nvPr/>
        </p:nvGrpSpPr>
        <p:grpSpPr>
          <a:xfrm>
            <a:off x="8206512" y="4230524"/>
            <a:ext cx="848365" cy="950159"/>
            <a:chOff x="41662" y="277999"/>
            <a:chExt cx="848365" cy="950159"/>
          </a:xfrm>
        </p:grpSpPr>
        <p:pic>
          <p:nvPicPr>
            <p:cNvPr id="1495" name="Google Shape;1495;p11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96" name="Google Shape;1496;p11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97" name="Google Shape;1497;p11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98" name="Shape 1498"/>
        <p:cNvGrpSpPr/>
        <p:nvPr/>
      </p:nvGrpSpPr>
      <p:grpSpPr>
        <a:xfrm>
          <a:off x="0" y="0"/>
          <a:ext cx="0" cy="0"/>
          <a:chOff x="0" y="0"/>
          <a:chExt cx="0" cy="0"/>
        </a:xfrm>
      </p:grpSpPr>
      <p:pic>
        <p:nvPicPr>
          <p:cNvPr id="1499" name="Google Shape;1499;p1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00" name="Google Shape;1500;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01" name="Google Shape;1501;p117"/>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2" name="Google Shape;1502;p117"/>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3" name="Google Shape;1503;p117"/>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04" name="Google Shape;1504;p117"/>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05" name="Google Shape;1505;p117"/>
          <p:cNvGrpSpPr/>
          <p:nvPr/>
        </p:nvGrpSpPr>
        <p:grpSpPr>
          <a:xfrm>
            <a:off x="-501600" y="128825"/>
            <a:ext cx="10252550" cy="5418500"/>
            <a:chOff x="-501600" y="128825"/>
            <a:chExt cx="10252550" cy="5418500"/>
          </a:xfrm>
        </p:grpSpPr>
        <p:sp>
          <p:nvSpPr>
            <p:cNvPr id="1506" name="Google Shape;1506;p11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7" name="Google Shape;1507;p117"/>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8" name="Google Shape;1508;p117"/>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09" name="Google Shape;1509;p117"/>
          <p:cNvGrpSpPr/>
          <p:nvPr/>
        </p:nvGrpSpPr>
        <p:grpSpPr>
          <a:xfrm>
            <a:off x="2" y="156617"/>
            <a:ext cx="9088698" cy="4882915"/>
            <a:chOff x="2" y="156617"/>
            <a:chExt cx="9088698" cy="4882915"/>
          </a:xfrm>
        </p:grpSpPr>
        <p:grpSp>
          <p:nvGrpSpPr>
            <p:cNvPr id="1510" name="Google Shape;1510;p117"/>
            <p:cNvGrpSpPr/>
            <p:nvPr/>
          </p:nvGrpSpPr>
          <p:grpSpPr>
            <a:xfrm>
              <a:off x="2" y="156617"/>
              <a:ext cx="719987" cy="944360"/>
              <a:chOff x="2" y="156617"/>
              <a:chExt cx="719987" cy="944360"/>
            </a:xfrm>
          </p:grpSpPr>
          <p:pic>
            <p:nvPicPr>
              <p:cNvPr id="1511" name="Google Shape;1511;p11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12" name="Google Shape;1512;p11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13" name="Google Shape;1513;p117"/>
            <p:cNvGrpSpPr/>
            <p:nvPr/>
          </p:nvGrpSpPr>
          <p:grpSpPr>
            <a:xfrm>
              <a:off x="7986262" y="4462366"/>
              <a:ext cx="1102438" cy="577167"/>
              <a:chOff x="359837" y="4401391"/>
              <a:chExt cx="1102438" cy="577167"/>
            </a:xfrm>
          </p:grpSpPr>
          <p:pic>
            <p:nvPicPr>
              <p:cNvPr id="1514" name="Google Shape;1514;p11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15" name="Google Shape;1515;p1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516" name="Shape 1516"/>
        <p:cNvGrpSpPr/>
        <p:nvPr/>
      </p:nvGrpSpPr>
      <p:grpSpPr>
        <a:xfrm>
          <a:off x="0" y="0"/>
          <a:ext cx="0" cy="0"/>
          <a:chOff x="0" y="0"/>
          <a:chExt cx="0" cy="0"/>
        </a:xfrm>
      </p:grpSpPr>
      <p:pic>
        <p:nvPicPr>
          <p:cNvPr id="1517" name="Google Shape;1517;p1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18" name="Google Shape;1518;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19" name="Google Shape;1519;p118"/>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0" name="Google Shape;1520;p118"/>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521" name="Google Shape;1521;p118"/>
          <p:cNvGrpSpPr/>
          <p:nvPr/>
        </p:nvGrpSpPr>
        <p:grpSpPr>
          <a:xfrm>
            <a:off x="275000" y="0"/>
            <a:ext cx="9374500" cy="5748850"/>
            <a:chOff x="275000" y="0"/>
            <a:chExt cx="9374500" cy="5748850"/>
          </a:xfrm>
        </p:grpSpPr>
        <p:sp>
          <p:nvSpPr>
            <p:cNvPr id="1522" name="Google Shape;1522;p11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3" name="Google Shape;1523;p118"/>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4" name="Google Shape;1524;p11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25" name="Google Shape;1525;p118"/>
          <p:cNvGrpSpPr/>
          <p:nvPr/>
        </p:nvGrpSpPr>
        <p:grpSpPr>
          <a:xfrm>
            <a:off x="2" y="156617"/>
            <a:ext cx="9088698" cy="4882915"/>
            <a:chOff x="2" y="156617"/>
            <a:chExt cx="9088698" cy="4882915"/>
          </a:xfrm>
        </p:grpSpPr>
        <p:grpSp>
          <p:nvGrpSpPr>
            <p:cNvPr id="1526" name="Google Shape;1526;p118"/>
            <p:cNvGrpSpPr/>
            <p:nvPr/>
          </p:nvGrpSpPr>
          <p:grpSpPr>
            <a:xfrm>
              <a:off x="2" y="156617"/>
              <a:ext cx="719987" cy="944360"/>
              <a:chOff x="2" y="156617"/>
              <a:chExt cx="719987" cy="944360"/>
            </a:xfrm>
          </p:grpSpPr>
          <p:pic>
            <p:nvPicPr>
              <p:cNvPr id="1527" name="Google Shape;1527;p1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28" name="Google Shape;1528;p1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29" name="Google Shape;1529;p118"/>
            <p:cNvGrpSpPr/>
            <p:nvPr/>
          </p:nvGrpSpPr>
          <p:grpSpPr>
            <a:xfrm>
              <a:off x="7986262" y="4462366"/>
              <a:ext cx="1102438" cy="577167"/>
              <a:chOff x="359837" y="4401391"/>
              <a:chExt cx="1102438" cy="577167"/>
            </a:xfrm>
          </p:grpSpPr>
          <p:pic>
            <p:nvPicPr>
              <p:cNvPr id="1530" name="Google Shape;1530;p11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31" name="Google Shape;1531;p11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2" name="Shape 1532"/>
        <p:cNvGrpSpPr/>
        <p:nvPr/>
      </p:nvGrpSpPr>
      <p:grpSpPr>
        <a:xfrm>
          <a:off x="0" y="0"/>
          <a:ext cx="0" cy="0"/>
          <a:chOff x="0" y="0"/>
          <a:chExt cx="0" cy="0"/>
        </a:xfrm>
      </p:grpSpPr>
      <p:pic>
        <p:nvPicPr>
          <p:cNvPr id="1533" name="Google Shape;1533;p1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34" name="Google Shape;1534;p1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35" name="Google Shape;1535;p119"/>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6" name="Google Shape;1536;p119"/>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7" name="Google Shape;1537;p119"/>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8" name="Google Shape;1538;p119"/>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39" name="Google Shape;1539;p119"/>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40" name="Google Shape;1540;p119"/>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41" name="Google Shape;1541;p119"/>
          <p:cNvGrpSpPr/>
          <p:nvPr/>
        </p:nvGrpSpPr>
        <p:grpSpPr>
          <a:xfrm>
            <a:off x="-601700" y="0"/>
            <a:ext cx="10705100" cy="4676150"/>
            <a:chOff x="-601700" y="0"/>
            <a:chExt cx="10705100" cy="4676150"/>
          </a:xfrm>
        </p:grpSpPr>
        <p:sp>
          <p:nvSpPr>
            <p:cNvPr id="1542" name="Google Shape;1542;p11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543" name="Google Shape;1543;p119"/>
            <p:cNvGrpSpPr/>
            <p:nvPr/>
          </p:nvGrpSpPr>
          <p:grpSpPr>
            <a:xfrm rot="5400000">
              <a:off x="-2006450" y="1404750"/>
              <a:ext cx="4014600" cy="1205100"/>
              <a:chOff x="150" y="4543750"/>
              <a:chExt cx="4014600" cy="1205100"/>
            </a:xfrm>
          </p:grpSpPr>
          <p:sp>
            <p:nvSpPr>
              <p:cNvPr id="1544" name="Google Shape;1544;p11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5" name="Google Shape;1545;p11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546" name="Google Shape;1546;p119"/>
          <p:cNvGrpSpPr/>
          <p:nvPr/>
        </p:nvGrpSpPr>
        <p:grpSpPr>
          <a:xfrm>
            <a:off x="2" y="156617"/>
            <a:ext cx="9054876" cy="5024066"/>
            <a:chOff x="2" y="156617"/>
            <a:chExt cx="9054876" cy="5024066"/>
          </a:xfrm>
        </p:grpSpPr>
        <p:grpSp>
          <p:nvGrpSpPr>
            <p:cNvPr id="1547" name="Google Shape;1547;p119"/>
            <p:cNvGrpSpPr/>
            <p:nvPr/>
          </p:nvGrpSpPr>
          <p:grpSpPr>
            <a:xfrm>
              <a:off x="8206512" y="4230524"/>
              <a:ext cx="848365" cy="950159"/>
              <a:chOff x="41662" y="277999"/>
              <a:chExt cx="848365" cy="950159"/>
            </a:xfrm>
          </p:grpSpPr>
          <p:pic>
            <p:nvPicPr>
              <p:cNvPr id="1548" name="Google Shape;1548;p11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549" name="Google Shape;1549;p11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550" name="Google Shape;1550;p11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551" name="Google Shape;1551;p119"/>
            <p:cNvGrpSpPr/>
            <p:nvPr/>
          </p:nvGrpSpPr>
          <p:grpSpPr>
            <a:xfrm>
              <a:off x="2" y="156617"/>
              <a:ext cx="719987" cy="944360"/>
              <a:chOff x="2" y="156617"/>
              <a:chExt cx="719987" cy="944360"/>
            </a:xfrm>
          </p:grpSpPr>
          <p:pic>
            <p:nvPicPr>
              <p:cNvPr id="1552" name="Google Shape;1552;p1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53" name="Google Shape;1553;p1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554" name="Shape 1554"/>
        <p:cNvGrpSpPr/>
        <p:nvPr/>
      </p:nvGrpSpPr>
      <p:grpSpPr>
        <a:xfrm>
          <a:off x="0" y="0"/>
          <a:ext cx="0" cy="0"/>
          <a:chOff x="0" y="0"/>
          <a:chExt cx="0" cy="0"/>
        </a:xfrm>
      </p:grpSpPr>
      <p:pic>
        <p:nvPicPr>
          <p:cNvPr id="1555" name="Google Shape;1555;p120"/>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556" name="Google Shape;1556;p120"/>
          <p:cNvGrpSpPr/>
          <p:nvPr/>
        </p:nvGrpSpPr>
        <p:grpSpPr>
          <a:xfrm>
            <a:off x="5129400" y="0"/>
            <a:ext cx="4520100" cy="5547325"/>
            <a:chOff x="5129400" y="0"/>
            <a:chExt cx="4520100" cy="5547325"/>
          </a:xfrm>
        </p:grpSpPr>
        <p:sp>
          <p:nvSpPr>
            <p:cNvPr id="1557" name="Google Shape;1557;p12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58" name="Google Shape;1558;p12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9" name="Google Shape;1559;p120"/>
          <p:cNvGrpSpPr/>
          <p:nvPr/>
        </p:nvGrpSpPr>
        <p:grpSpPr>
          <a:xfrm>
            <a:off x="2" y="156617"/>
            <a:ext cx="9088698" cy="4882915"/>
            <a:chOff x="2" y="156617"/>
            <a:chExt cx="9088698" cy="4882915"/>
          </a:xfrm>
        </p:grpSpPr>
        <p:grpSp>
          <p:nvGrpSpPr>
            <p:cNvPr id="1560" name="Google Shape;1560;p120"/>
            <p:cNvGrpSpPr/>
            <p:nvPr/>
          </p:nvGrpSpPr>
          <p:grpSpPr>
            <a:xfrm>
              <a:off x="2" y="156617"/>
              <a:ext cx="719987" cy="944360"/>
              <a:chOff x="2" y="156617"/>
              <a:chExt cx="719987" cy="944360"/>
            </a:xfrm>
          </p:grpSpPr>
          <p:pic>
            <p:nvPicPr>
              <p:cNvPr id="1561" name="Google Shape;1561;p12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62" name="Google Shape;1562;p12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63" name="Google Shape;1563;p120"/>
            <p:cNvGrpSpPr/>
            <p:nvPr/>
          </p:nvGrpSpPr>
          <p:grpSpPr>
            <a:xfrm>
              <a:off x="7986262" y="4462366"/>
              <a:ext cx="1102438" cy="577167"/>
              <a:chOff x="359837" y="4401391"/>
              <a:chExt cx="1102438" cy="577167"/>
            </a:xfrm>
          </p:grpSpPr>
          <p:pic>
            <p:nvPicPr>
              <p:cNvPr id="1564" name="Google Shape;1564;p12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65" name="Google Shape;1565;p1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566" name="Google Shape;1566;p1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67" name="Google Shape;1567;p120"/>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8" name="Google Shape;1568;p120"/>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9" name="Google Shape;1569;p120"/>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0" name="Google Shape;1570;p120"/>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1" name="Google Shape;1571;p120"/>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2" name="Google Shape;1572;p120"/>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3" name="Google Shape;1573;p120"/>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4" name="Google Shape;1574;p120"/>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575" name="Shape 1575"/>
        <p:cNvGrpSpPr/>
        <p:nvPr/>
      </p:nvGrpSpPr>
      <p:grpSpPr>
        <a:xfrm>
          <a:off x="0" y="0"/>
          <a:ext cx="0" cy="0"/>
          <a:chOff x="0" y="0"/>
          <a:chExt cx="0" cy="0"/>
        </a:xfrm>
      </p:grpSpPr>
      <p:pic>
        <p:nvPicPr>
          <p:cNvPr id="1576" name="Google Shape;1576;p12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77" name="Google Shape;1577;p1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78" name="Google Shape;1578;p121"/>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9" name="Google Shape;1579;p121"/>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0" name="Google Shape;1580;p121"/>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1" name="Google Shape;1581;p121"/>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2" name="Google Shape;1582;p121"/>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3" name="Google Shape;1583;p121"/>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4" name="Google Shape;1584;p121"/>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5" name="Google Shape;1585;p121"/>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6" name="Google Shape;1586;p121"/>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7" name="Google Shape;1587;p121"/>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88" name="Google Shape;1588;p121"/>
          <p:cNvGrpSpPr/>
          <p:nvPr/>
        </p:nvGrpSpPr>
        <p:grpSpPr>
          <a:xfrm>
            <a:off x="2" y="156617"/>
            <a:ext cx="719987" cy="944360"/>
            <a:chOff x="2" y="156617"/>
            <a:chExt cx="719987" cy="944360"/>
          </a:xfrm>
        </p:grpSpPr>
        <p:pic>
          <p:nvPicPr>
            <p:cNvPr id="1589" name="Google Shape;1589;p1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90" name="Google Shape;1590;p1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91" name="Google Shape;1591;p121"/>
          <p:cNvGrpSpPr/>
          <p:nvPr/>
        </p:nvGrpSpPr>
        <p:grpSpPr>
          <a:xfrm>
            <a:off x="0" y="2817900"/>
            <a:ext cx="9640900" cy="2932900"/>
            <a:chOff x="0" y="2817900"/>
            <a:chExt cx="9640900" cy="2932900"/>
          </a:xfrm>
        </p:grpSpPr>
        <p:sp>
          <p:nvSpPr>
            <p:cNvPr id="1592" name="Google Shape;1592;p121"/>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3" name="Google Shape;1593;p121"/>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4" name="Google Shape;1594;p121"/>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595" name="Shape 1595"/>
        <p:cNvGrpSpPr/>
        <p:nvPr/>
      </p:nvGrpSpPr>
      <p:grpSpPr>
        <a:xfrm>
          <a:off x="0" y="0"/>
          <a:ext cx="0" cy="0"/>
          <a:chOff x="0" y="0"/>
          <a:chExt cx="0" cy="0"/>
        </a:xfrm>
      </p:grpSpPr>
      <p:pic>
        <p:nvPicPr>
          <p:cNvPr id="1596" name="Google Shape;1596;p12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97" name="Google Shape;1597;p1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98" name="Google Shape;1598;p122"/>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9" name="Google Shape;1599;p122"/>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0" name="Google Shape;1600;p122"/>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1" name="Google Shape;1601;p122"/>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2" name="Google Shape;1602;p122"/>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3" name="Google Shape;1603;p122"/>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4" name="Google Shape;1604;p122"/>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5" name="Google Shape;1605;p122"/>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6" name="Google Shape;1606;p122"/>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7" name="Google Shape;1607;p122"/>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8" name="Google Shape;1608;p122"/>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9" name="Google Shape;1609;p122"/>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610" name="Google Shape;1610;p122"/>
          <p:cNvGrpSpPr/>
          <p:nvPr/>
        </p:nvGrpSpPr>
        <p:grpSpPr>
          <a:xfrm>
            <a:off x="-501600" y="128825"/>
            <a:ext cx="10252550" cy="5418500"/>
            <a:chOff x="-501600" y="128825"/>
            <a:chExt cx="10252550" cy="5418500"/>
          </a:xfrm>
        </p:grpSpPr>
        <p:sp>
          <p:nvSpPr>
            <p:cNvPr id="1611" name="Google Shape;1611;p12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2" name="Google Shape;1612;p122"/>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3" name="Google Shape;1613;p122"/>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14" name="Google Shape;1614;p122"/>
          <p:cNvGrpSpPr/>
          <p:nvPr/>
        </p:nvGrpSpPr>
        <p:grpSpPr>
          <a:xfrm>
            <a:off x="2" y="156617"/>
            <a:ext cx="9088698" cy="4882915"/>
            <a:chOff x="2" y="156617"/>
            <a:chExt cx="9088698" cy="4882915"/>
          </a:xfrm>
        </p:grpSpPr>
        <p:grpSp>
          <p:nvGrpSpPr>
            <p:cNvPr id="1615" name="Google Shape;1615;p122"/>
            <p:cNvGrpSpPr/>
            <p:nvPr/>
          </p:nvGrpSpPr>
          <p:grpSpPr>
            <a:xfrm>
              <a:off x="2" y="156617"/>
              <a:ext cx="719987" cy="944360"/>
              <a:chOff x="2" y="156617"/>
              <a:chExt cx="719987" cy="944360"/>
            </a:xfrm>
          </p:grpSpPr>
          <p:pic>
            <p:nvPicPr>
              <p:cNvPr id="1616" name="Google Shape;1616;p1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17" name="Google Shape;1617;p1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18" name="Google Shape;1618;p122"/>
            <p:cNvGrpSpPr/>
            <p:nvPr/>
          </p:nvGrpSpPr>
          <p:grpSpPr>
            <a:xfrm>
              <a:off x="7986262" y="4462366"/>
              <a:ext cx="1102438" cy="577167"/>
              <a:chOff x="359837" y="4401391"/>
              <a:chExt cx="1102438" cy="577167"/>
            </a:xfrm>
          </p:grpSpPr>
          <p:pic>
            <p:nvPicPr>
              <p:cNvPr id="1619" name="Google Shape;1619;p1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20" name="Google Shape;1620;p1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21" name="Shape 1621"/>
        <p:cNvGrpSpPr/>
        <p:nvPr/>
      </p:nvGrpSpPr>
      <p:grpSpPr>
        <a:xfrm>
          <a:off x="0" y="0"/>
          <a:ext cx="0" cy="0"/>
          <a:chOff x="0" y="0"/>
          <a:chExt cx="0" cy="0"/>
        </a:xfrm>
      </p:grpSpPr>
      <p:pic>
        <p:nvPicPr>
          <p:cNvPr id="1622" name="Google Shape;1622;p1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23" name="Google Shape;1623;p1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24" name="Google Shape;1624;p123"/>
          <p:cNvGrpSpPr/>
          <p:nvPr/>
        </p:nvGrpSpPr>
        <p:grpSpPr>
          <a:xfrm>
            <a:off x="2" y="156617"/>
            <a:ext cx="719987" cy="944360"/>
            <a:chOff x="2" y="156617"/>
            <a:chExt cx="719987" cy="944360"/>
          </a:xfrm>
        </p:grpSpPr>
        <p:pic>
          <p:nvPicPr>
            <p:cNvPr id="1625" name="Google Shape;1625;p12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26" name="Google Shape;1626;p12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27" name="Google Shape;1627;p123"/>
          <p:cNvGrpSpPr/>
          <p:nvPr/>
        </p:nvGrpSpPr>
        <p:grpSpPr>
          <a:xfrm>
            <a:off x="0" y="0"/>
            <a:ext cx="9569050" cy="5569647"/>
            <a:chOff x="0" y="0"/>
            <a:chExt cx="9569050" cy="5569647"/>
          </a:xfrm>
        </p:grpSpPr>
        <p:sp>
          <p:nvSpPr>
            <p:cNvPr id="1628" name="Google Shape;1628;p12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29" name="Google Shape;1629;p12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30" name="Shape 1630"/>
        <p:cNvGrpSpPr/>
        <p:nvPr/>
      </p:nvGrpSpPr>
      <p:grpSpPr>
        <a:xfrm>
          <a:off x="0" y="0"/>
          <a:ext cx="0" cy="0"/>
          <a:chOff x="0" y="0"/>
          <a:chExt cx="0" cy="0"/>
        </a:xfrm>
      </p:grpSpPr>
      <p:pic>
        <p:nvPicPr>
          <p:cNvPr id="1631" name="Google Shape;1631;p12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32" name="Google Shape;1632;p1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33" name="Google Shape;1633;p124"/>
          <p:cNvGrpSpPr/>
          <p:nvPr/>
        </p:nvGrpSpPr>
        <p:grpSpPr>
          <a:xfrm>
            <a:off x="2" y="156617"/>
            <a:ext cx="719987" cy="944360"/>
            <a:chOff x="2" y="156617"/>
            <a:chExt cx="719987" cy="944360"/>
          </a:xfrm>
        </p:grpSpPr>
        <p:pic>
          <p:nvPicPr>
            <p:cNvPr id="1634" name="Google Shape;1634;p12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35" name="Google Shape;1635;p12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36" name="Google Shape;1636;p124"/>
          <p:cNvGrpSpPr/>
          <p:nvPr/>
        </p:nvGrpSpPr>
        <p:grpSpPr>
          <a:xfrm>
            <a:off x="0" y="0"/>
            <a:ext cx="9569050" cy="5569647"/>
            <a:chOff x="0" y="0"/>
            <a:chExt cx="9569050" cy="5569647"/>
          </a:xfrm>
        </p:grpSpPr>
        <p:sp>
          <p:nvSpPr>
            <p:cNvPr id="1637" name="Google Shape;1637;p12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38" name="Google Shape;1638;p12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639" name="Shape 1639"/>
        <p:cNvGrpSpPr/>
        <p:nvPr/>
      </p:nvGrpSpPr>
      <p:grpSpPr>
        <a:xfrm>
          <a:off x="0" y="0"/>
          <a:ext cx="0" cy="0"/>
          <a:chOff x="0" y="0"/>
          <a:chExt cx="0" cy="0"/>
        </a:xfrm>
      </p:grpSpPr>
      <p:pic>
        <p:nvPicPr>
          <p:cNvPr id="1640" name="Google Shape;1640;p12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41" name="Google Shape;1641;p125"/>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2" name="Google Shape;1642;p125"/>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3" name="Google Shape;1643;p125"/>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4" name="Google Shape;1644;p125"/>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5" name="Google Shape;1645;p125"/>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6" name="Google Shape;1646;p125"/>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647" name="Google Shape;1647;p125"/>
          <p:cNvGrpSpPr/>
          <p:nvPr/>
        </p:nvGrpSpPr>
        <p:grpSpPr>
          <a:xfrm>
            <a:off x="-601700" y="0"/>
            <a:ext cx="10705100" cy="4676150"/>
            <a:chOff x="-601700" y="0"/>
            <a:chExt cx="10705100" cy="4676150"/>
          </a:xfrm>
        </p:grpSpPr>
        <p:sp>
          <p:nvSpPr>
            <p:cNvPr id="1648" name="Google Shape;1648;p12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49" name="Google Shape;1649;p125"/>
            <p:cNvGrpSpPr/>
            <p:nvPr/>
          </p:nvGrpSpPr>
          <p:grpSpPr>
            <a:xfrm rot="5400000">
              <a:off x="-2006450" y="1404750"/>
              <a:ext cx="4014600" cy="1205100"/>
              <a:chOff x="150" y="4543750"/>
              <a:chExt cx="4014600" cy="1205100"/>
            </a:xfrm>
          </p:grpSpPr>
          <p:sp>
            <p:nvSpPr>
              <p:cNvPr id="1650" name="Google Shape;1650;p12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51" name="Google Shape;1651;p12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652" name="Google Shape;1652;p125"/>
          <p:cNvGrpSpPr/>
          <p:nvPr/>
        </p:nvGrpSpPr>
        <p:grpSpPr>
          <a:xfrm>
            <a:off x="8206512" y="4230524"/>
            <a:ext cx="848365" cy="950159"/>
            <a:chOff x="41662" y="277999"/>
            <a:chExt cx="848365" cy="950159"/>
          </a:xfrm>
        </p:grpSpPr>
        <p:pic>
          <p:nvPicPr>
            <p:cNvPr id="1653" name="Google Shape;1653;p12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654" name="Google Shape;1654;p12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655" name="Google Shape;1655;p12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56" name="Shape 1656"/>
        <p:cNvGrpSpPr/>
        <p:nvPr/>
      </p:nvGrpSpPr>
      <p:grpSpPr>
        <a:xfrm>
          <a:off x="0" y="0"/>
          <a:ext cx="0" cy="0"/>
          <a:chOff x="0" y="0"/>
          <a:chExt cx="0" cy="0"/>
        </a:xfrm>
      </p:grpSpPr>
      <p:pic>
        <p:nvPicPr>
          <p:cNvPr id="1657" name="Google Shape;1657;p12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658" name="Google Shape;1658;p126"/>
          <p:cNvGrpSpPr/>
          <p:nvPr/>
        </p:nvGrpSpPr>
        <p:grpSpPr>
          <a:xfrm>
            <a:off x="-962824" y="-872075"/>
            <a:ext cx="10524450" cy="6436800"/>
            <a:chOff x="-962824" y="-872075"/>
            <a:chExt cx="10524450" cy="6436800"/>
          </a:xfrm>
        </p:grpSpPr>
        <p:sp>
          <p:nvSpPr>
            <p:cNvPr id="1659" name="Google Shape;1659;p126"/>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60" name="Google Shape;1660;p126"/>
            <p:cNvGrpSpPr/>
            <p:nvPr/>
          </p:nvGrpSpPr>
          <p:grpSpPr>
            <a:xfrm flipH="1">
              <a:off x="502351" y="-872075"/>
              <a:ext cx="2489300" cy="1740000"/>
              <a:chOff x="6148925" y="-872075"/>
              <a:chExt cx="2489300" cy="1740000"/>
            </a:xfrm>
          </p:grpSpPr>
          <p:sp>
            <p:nvSpPr>
              <p:cNvPr id="1661" name="Google Shape;1661;p1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2" name="Google Shape;1662;p1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663" name="Google Shape;1663;p126"/>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4" name="Google Shape;1664;p126"/>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65" name="Google Shape;1665;p126"/>
          <p:cNvGrpSpPr/>
          <p:nvPr/>
        </p:nvGrpSpPr>
        <p:grpSpPr>
          <a:xfrm>
            <a:off x="-962825" y="81904"/>
            <a:ext cx="10251619" cy="5069347"/>
            <a:chOff x="-962825" y="81904"/>
            <a:chExt cx="10251619" cy="5069347"/>
          </a:xfrm>
        </p:grpSpPr>
        <p:pic>
          <p:nvPicPr>
            <p:cNvPr id="1666" name="Google Shape;1666;p126"/>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667" name="Google Shape;1667;p126"/>
            <p:cNvGrpSpPr/>
            <p:nvPr/>
          </p:nvGrpSpPr>
          <p:grpSpPr>
            <a:xfrm flipH="1">
              <a:off x="7678302" y="4401391"/>
              <a:ext cx="1102438" cy="577167"/>
              <a:chOff x="359837" y="4401391"/>
              <a:chExt cx="1102438" cy="577167"/>
            </a:xfrm>
          </p:grpSpPr>
          <p:pic>
            <p:nvPicPr>
              <p:cNvPr id="1668" name="Google Shape;1668;p12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69" name="Google Shape;1669;p12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70" name="Google Shape;1670;p126"/>
            <p:cNvGrpSpPr/>
            <p:nvPr/>
          </p:nvGrpSpPr>
          <p:grpSpPr>
            <a:xfrm flipH="1">
              <a:off x="8100369" y="81904"/>
              <a:ext cx="1188426" cy="1227668"/>
              <a:chOff x="-7843" y="83454"/>
              <a:chExt cx="1188426" cy="1227668"/>
            </a:xfrm>
          </p:grpSpPr>
          <p:pic>
            <p:nvPicPr>
              <p:cNvPr id="1671" name="Google Shape;1671;p12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72" name="Google Shape;1672;p12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73" name="Google Shape;1673;p12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674" name="Google Shape;1674;p126"/>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75" name="Google Shape;1675;p126"/>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76" name="Google Shape;1676;p126"/>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677" name="Shape 1677"/>
        <p:cNvGrpSpPr/>
        <p:nvPr/>
      </p:nvGrpSpPr>
      <p:grpSpPr>
        <a:xfrm>
          <a:off x="0" y="0"/>
          <a:ext cx="0" cy="0"/>
          <a:chOff x="0" y="0"/>
          <a:chExt cx="0" cy="0"/>
        </a:xfrm>
      </p:grpSpPr>
      <p:pic>
        <p:nvPicPr>
          <p:cNvPr id="1678" name="Google Shape;1678;p12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79" name="Google Shape;1679;p127"/>
          <p:cNvGrpSpPr/>
          <p:nvPr/>
        </p:nvGrpSpPr>
        <p:grpSpPr>
          <a:xfrm>
            <a:off x="0" y="-613825"/>
            <a:ext cx="9564675" cy="6140950"/>
            <a:chOff x="0" y="-613825"/>
            <a:chExt cx="9564675" cy="6140950"/>
          </a:xfrm>
        </p:grpSpPr>
        <p:sp>
          <p:nvSpPr>
            <p:cNvPr id="1680" name="Google Shape;1680;p127"/>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1" name="Google Shape;1681;p127"/>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2" name="Google Shape;1682;p127"/>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83" name="Shape 1683"/>
        <p:cNvGrpSpPr/>
        <p:nvPr/>
      </p:nvGrpSpPr>
      <p:grpSpPr>
        <a:xfrm>
          <a:off x="0" y="0"/>
          <a:ext cx="0" cy="0"/>
          <a:chOff x="0" y="0"/>
          <a:chExt cx="0" cy="0"/>
        </a:xfrm>
      </p:grpSpPr>
      <p:pic>
        <p:nvPicPr>
          <p:cNvPr id="1684" name="Google Shape;1684;p1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85" name="Google Shape;1685;p128"/>
          <p:cNvGrpSpPr/>
          <p:nvPr/>
        </p:nvGrpSpPr>
        <p:grpSpPr>
          <a:xfrm>
            <a:off x="-601700" y="0"/>
            <a:ext cx="10358225" cy="5143500"/>
            <a:chOff x="-601700" y="0"/>
            <a:chExt cx="10358225" cy="5143500"/>
          </a:xfrm>
        </p:grpSpPr>
        <p:grpSp>
          <p:nvGrpSpPr>
            <p:cNvPr id="1686" name="Google Shape;1686;p128"/>
            <p:cNvGrpSpPr/>
            <p:nvPr/>
          </p:nvGrpSpPr>
          <p:grpSpPr>
            <a:xfrm rot="5400000">
              <a:off x="-2006450" y="1404750"/>
              <a:ext cx="4014600" cy="1205100"/>
              <a:chOff x="150" y="4543750"/>
              <a:chExt cx="4014600" cy="1205100"/>
            </a:xfrm>
          </p:grpSpPr>
          <p:sp>
            <p:nvSpPr>
              <p:cNvPr id="1687" name="Google Shape;1687;p12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8" name="Google Shape;1688;p12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89" name="Google Shape;1689;p128"/>
            <p:cNvGrpSpPr/>
            <p:nvPr/>
          </p:nvGrpSpPr>
          <p:grpSpPr>
            <a:xfrm rot="-5400000">
              <a:off x="7146675" y="2533650"/>
              <a:ext cx="4014600" cy="1205100"/>
              <a:chOff x="150" y="4543750"/>
              <a:chExt cx="4014600" cy="1205100"/>
            </a:xfrm>
          </p:grpSpPr>
          <p:sp>
            <p:nvSpPr>
              <p:cNvPr id="1690" name="Google Shape;1690;p128"/>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91" name="Google Shape;1691;p128"/>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95" name="Shape 1695"/>
        <p:cNvGrpSpPr/>
        <p:nvPr/>
      </p:nvGrpSpPr>
      <p:grpSpPr>
        <a:xfrm>
          <a:off x="0" y="0"/>
          <a:ext cx="0" cy="0"/>
          <a:chOff x="0" y="0"/>
          <a:chExt cx="0" cy="0"/>
        </a:xfrm>
      </p:grpSpPr>
      <p:pic>
        <p:nvPicPr>
          <p:cNvPr id="1696" name="Google Shape;1696;p1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97" name="Google Shape;1697;p130"/>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698" name="Google Shape;1698;p130"/>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699" name="Google Shape;1699;p130"/>
          <p:cNvGrpSpPr/>
          <p:nvPr/>
        </p:nvGrpSpPr>
        <p:grpSpPr>
          <a:xfrm>
            <a:off x="-421050" y="-872075"/>
            <a:ext cx="10524450" cy="6436800"/>
            <a:chOff x="-421050" y="-872075"/>
            <a:chExt cx="10524450" cy="6436800"/>
          </a:xfrm>
        </p:grpSpPr>
        <p:sp>
          <p:nvSpPr>
            <p:cNvPr id="1700" name="Google Shape;1700;p13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01" name="Google Shape;1701;p130"/>
            <p:cNvGrpSpPr/>
            <p:nvPr/>
          </p:nvGrpSpPr>
          <p:grpSpPr>
            <a:xfrm>
              <a:off x="6148925" y="-872075"/>
              <a:ext cx="2489300" cy="1740000"/>
              <a:chOff x="6148925" y="-872075"/>
              <a:chExt cx="2489300" cy="1740000"/>
            </a:xfrm>
          </p:grpSpPr>
          <p:sp>
            <p:nvSpPr>
              <p:cNvPr id="1702" name="Google Shape;1702;p13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3" name="Google Shape;1703;p13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04" name="Google Shape;1704;p13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5" name="Google Shape;1705;p13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06" name="Google Shape;1706;p130"/>
          <p:cNvGrpSpPr/>
          <p:nvPr/>
        </p:nvGrpSpPr>
        <p:grpSpPr>
          <a:xfrm>
            <a:off x="-148218" y="81904"/>
            <a:ext cx="10251619" cy="5069347"/>
            <a:chOff x="-148218" y="81904"/>
            <a:chExt cx="10251619" cy="5069347"/>
          </a:xfrm>
        </p:grpSpPr>
        <p:pic>
          <p:nvPicPr>
            <p:cNvPr id="1707" name="Google Shape;1707;p13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08" name="Google Shape;1708;p130"/>
            <p:cNvGrpSpPr/>
            <p:nvPr/>
          </p:nvGrpSpPr>
          <p:grpSpPr>
            <a:xfrm>
              <a:off x="359837" y="4401391"/>
              <a:ext cx="1102438" cy="577167"/>
              <a:chOff x="359837" y="4401391"/>
              <a:chExt cx="1102438" cy="577167"/>
            </a:xfrm>
          </p:grpSpPr>
          <p:pic>
            <p:nvPicPr>
              <p:cNvPr id="1709" name="Google Shape;1709;p13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10" name="Google Shape;1710;p13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711" name="Google Shape;1711;p130"/>
            <p:cNvGrpSpPr/>
            <p:nvPr/>
          </p:nvGrpSpPr>
          <p:grpSpPr>
            <a:xfrm>
              <a:off x="-148218" y="81904"/>
              <a:ext cx="1188426" cy="1227668"/>
              <a:chOff x="-7843" y="83454"/>
              <a:chExt cx="1188426" cy="1227668"/>
            </a:xfrm>
          </p:grpSpPr>
          <p:pic>
            <p:nvPicPr>
              <p:cNvPr id="1712" name="Google Shape;1712;p13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713" name="Google Shape;1713;p13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714" name="Google Shape;1714;p13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15" name="Shape 1715"/>
        <p:cNvGrpSpPr/>
        <p:nvPr/>
      </p:nvGrpSpPr>
      <p:grpSpPr>
        <a:xfrm>
          <a:off x="0" y="0"/>
          <a:ext cx="0" cy="0"/>
          <a:chOff x="0" y="0"/>
          <a:chExt cx="0" cy="0"/>
        </a:xfrm>
      </p:grpSpPr>
      <p:pic>
        <p:nvPicPr>
          <p:cNvPr id="1716" name="Google Shape;1716;p1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17" name="Google Shape;1717;p131"/>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18" name="Google Shape;1718;p131"/>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719" name="Google Shape;1719;p131"/>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720" name="Google Shape;1720;p131"/>
          <p:cNvGrpSpPr/>
          <p:nvPr/>
        </p:nvGrpSpPr>
        <p:grpSpPr>
          <a:xfrm>
            <a:off x="8206512" y="4230524"/>
            <a:ext cx="848365" cy="950159"/>
            <a:chOff x="41662" y="277999"/>
            <a:chExt cx="848365" cy="950159"/>
          </a:xfrm>
        </p:grpSpPr>
        <p:pic>
          <p:nvPicPr>
            <p:cNvPr id="1721" name="Google Shape;1721;p13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722" name="Google Shape;1722;p13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723" name="Google Shape;1723;p13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724" name="Google Shape;1724;p131"/>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725" name="Google Shape;1725;p131"/>
          <p:cNvGrpSpPr/>
          <p:nvPr/>
        </p:nvGrpSpPr>
        <p:grpSpPr>
          <a:xfrm>
            <a:off x="-601700" y="-872075"/>
            <a:ext cx="10705100" cy="5548225"/>
            <a:chOff x="-601700" y="-872075"/>
            <a:chExt cx="10705100" cy="5548225"/>
          </a:xfrm>
        </p:grpSpPr>
        <p:sp>
          <p:nvSpPr>
            <p:cNvPr id="1726" name="Google Shape;1726;p13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27" name="Google Shape;1727;p131"/>
            <p:cNvGrpSpPr/>
            <p:nvPr/>
          </p:nvGrpSpPr>
          <p:grpSpPr>
            <a:xfrm rot="5400000">
              <a:off x="-2006450" y="1404750"/>
              <a:ext cx="4014600" cy="1205100"/>
              <a:chOff x="150" y="4543750"/>
              <a:chExt cx="4014600" cy="1205100"/>
            </a:xfrm>
          </p:grpSpPr>
          <p:sp>
            <p:nvSpPr>
              <p:cNvPr id="1728" name="Google Shape;1728;p13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29" name="Google Shape;1729;p13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30" name="Google Shape;1730;p131"/>
            <p:cNvGrpSpPr/>
            <p:nvPr/>
          </p:nvGrpSpPr>
          <p:grpSpPr>
            <a:xfrm>
              <a:off x="6148925" y="-872075"/>
              <a:ext cx="2489300" cy="1740000"/>
              <a:chOff x="6148925" y="-872075"/>
              <a:chExt cx="2489300" cy="1740000"/>
            </a:xfrm>
          </p:grpSpPr>
          <p:sp>
            <p:nvSpPr>
              <p:cNvPr id="1731" name="Google Shape;1731;p1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2" name="Google Shape;1732;p1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33" name="Shape 1733"/>
        <p:cNvGrpSpPr/>
        <p:nvPr/>
      </p:nvGrpSpPr>
      <p:grpSpPr>
        <a:xfrm>
          <a:off x="0" y="0"/>
          <a:ext cx="0" cy="0"/>
          <a:chOff x="0" y="0"/>
          <a:chExt cx="0" cy="0"/>
        </a:xfrm>
      </p:grpSpPr>
      <p:pic>
        <p:nvPicPr>
          <p:cNvPr id="1734" name="Google Shape;1734;p1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35" name="Google Shape;1735;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36" name="Google Shape;1736;p132"/>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737" name="Google Shape;1737;p132"/>
          <p:cNvGrpSpPr/>
          <p:nvPr/>
        </p:nvGrpSpPr>
        <p:grpSpPr>
          <a:xfrm>
            <a:off x="150" y="2779250"/>
            <a:ext cx="10103250" cy="2785475"/>
            <a:chOff x="150" y="2779250"/>
            <a:chExt cx="10103250" cy="2785475"/>
          </a:xfrm>
        </p:grpSpPr>
        <p:sp>
          <p:nvSpPr>
            <p:cNvPr id="1738" name="Google Shape;1738;p13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9" name="Google Shape;1739;p13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40" name="Google Shape;1740;p132"/>
          <p:cNvGrpSpPr/>
          <p:nvPr/>
        </p:nvGrpSpPr>
        <p:grpSpPr>
          <a:xfrm>
            <a:off x="2" y="156617"/>
            <a:ext cx="1462273" cy="4821940"/>
            <a:chOff x="2" y="156617"/>
            <a:chExt cx="1462273" cy="4821940"/>
          </a:xfrm>
        </p:grpSpPr>
        <p:grpSp>
          <p:nvGrpSpPr>
            <p:cNvPr id="1741" name="Google Shape;1741;p132"/>
            <p:cNvGrpSpPr/>
            <p:nvPr/>
          </p:nvGrpSpPr>
          <p:grpSpPr>
            <a:xfrm>
              <a:off x="2" y="156617"/>
              <a:ext cx="719987" cy="944360"/>
              <a:chOff x="2" y="156617"/>
              <a:chExt cx="719987" cy="944360"/>
            </a:xfrm>
          </p:grpSpPr>
          <p:pic>
            <p:nvPicPr>
              <p:cNvPr id="1742" name="Google Shape;1742;p13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43" name="Google Shape;1743;p13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744" name="Google Shape;1744;p132"/>
            <p:cNvGrpSpPr/>
            <p:nvPr/>
          </p:nvGrpSpPr>
          <p:grpSpPr>
            <a:xfrm>
              <a:off x="359837" y="4401391"/>
              <a:ext cx="1102438" cy="577167"/>
              <a:chOff x="359837" y="4401391"/>
              <a:chExt cx="1102438" cy="577167"/>
            </a:xfrm>
          </p:grpSpPr>
          <p:pic>
            <p:nvPicPr>
              <p:cNvPr id="1745" name="Google Shape;1745;p13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46" name="Google Shape;1746;p13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7" name="Shape 1747"/>
        <p:cNvGrpSpPr/>
        <p:nvPr/>
      </p:nvGrpSpPr>
      <p:grpSpPr>
        <a:xfrm>
          <a:off x="0" y="0"/>
          <a:ext cx="0" cy="0"/>
          <a:chOff x="0" y="0"/>
          <a:chExt cx="0" cy="0"/>
        </a:xfrm>
      </p:grpSpPr>
      <p:pic>
        <p:nvPicPr>
          <p:cNvPr id="1748" name="Google Shape;1748;p1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49" name="Google Shape;1749;p1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50" name="Google Shape;1750;p133"/>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1" name="Google Shape;1751;p133"/>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2" name="Google Shape;1752;p133"/>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753" name="Google Shape;1753;p133"/>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754" name="Google Shape;1754;p133"/>
          <p:cNvGrpSpPr/>
          <p:nvPr/>
        </p:nvGrpSpPr>
        <p:grpSpPr>
          <a:xfrm>
            <a:off x="150" y="2779250"/>
            <a:ext cx="10103250" cy="2785475"/>
            <a:chOff x="150" y="2779250"/>
            <a:chExt cx="10103250" cy="2785475"/>
          </a:xfrm>
        </p:grpSpPr>
        <p:sp>
          <p:nvSpPr>
            <p:cNvPr id="1755" name="Google Shape;1755;p13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6" name="Google Shape;1756;p13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57" name="Google Shape;1757;p133"/>
          <p:cNvGrpSpPr/>
          <p:nvPr/>
        </p:nvGrpSpPr>
        <p:grpSpPr>
          <a:xfrm>
            <a:off x="2" y="156617"/>
            <a:ext cx="10103400" cy="4994633"/>
            <a:chOff x="2" y="156617"/>
            <a:chExt cx="10103400" cy="4994633"/>
          </a:xfrm>
        </p:grpSpPr>
        <p:grpSp>
          <p:nvGrpSpPr>
            <p:cNvPr id="1758" name="Google Shape;1758;p133"/>
            <p:cNvGrpSpPr/>
            <p:nvPr/>
          </p:nvGrpSpPr>
          <p:grpSpPr>
            <a:xfrm>
              <a:off x="2" y="156617"/>
              <a:ext cx="719987" cy="944360"/>
              <a:chOff x="2" y="156617"/>
              <a:chExt cx="719987" cy="944360"/>
            </a:xfrm>
          </p:grpSpPr>
          <p:pic>
            <p:nvPicPr>
              <p:cNvPr id="1759" name="Google Shape;1759;p13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60" name="Google Shape;1760;p13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761" name="Google Shape;1761;p133"/>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62" name="Google Shape;1762;p133"/>
            <p:cNvGrpSpPr/>
            <p:nvPr/>
          </p:nvGrpSpPr>
          <p:grpSpPr>
            <a:xfrm>
              <a:off x="359837" y="4401391"/>
              <a:ext cx="1102438" cy="577167"/>
              <a:chOff x="359837" y="4401391"/>
              <a:chExt cx="1102438" cy="577167"/>
            </a:xfrm>
          </p:grpSpPr>
          <p:pic>
            <p:nvPicPr>
              <p:cNvPr id="1763" name="Google Shape;1763;p133"/>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64" name="Google Shape;1764;p1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5" name="Shape 1765"/>
        <p:cNvGrpSpPr/>
        <p:nvPr/>
      </p:nvGrpSpPr>
      <p:grpSpPr>
        <a:xfrm>
          <a:off x="0" y="0"/>
          <a:ext cx="0" cy="0"/>
          <a:chOff x="0" y="0"/>
          <a:chExt cx="0" cy="0"/>
        </a:xfrm>
      </p:grpSpPr>
      <p:pic>
        <p:nvPicPr>
          <p:cNvPr id="1766" name="Google Shape;1766;p1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67" name="Google Shape;1767;p1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768" name="Google Shape;1768;p134"/>
          <p:cNvGrpSpPr/>
          <p:nvPr/>
        </p:nvGrpSpPr>
        <p:grpSpPr>
          <a:xfrm>
            <a:off x="5129400" y="4543750"/>
            <a:ext cx="4014600" cy="1205100"/>
            <a:chOff x="5129400" y="4543750"/>
            <a:chExt cx="4014600" cy="1205100"/>
          </a:xfrm>
        </p:grpSpPr>
        <p:sp>
          <p:nvSpPr>
            <p:cNvPr id="1769" name="Google Shape;1769;p134"/>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70" name="Google Shape;1770;p134"/>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71" name="Google Shape;1771;p134"/>
          <p:cNvGrpSpPr/>
          <p:nvPr/>
        </p:nvGrpSpPr>
        <p:grpSpPr>
          <a:xfrm>
            <a:off x="2" y="156617"/>
            <a:ext cx="9296400" cy="4986881"/>
            <a:chOff x="2" y="156617"/>
            <a:chExt cx="9296400" cy="4986881"/>
          </a:xfrm>
        </p:grpSpPr>
        <p:grpSp>
          <p:nvGrpSpPr>
            <p:cNvPr id="1772" name="Google Shape;1772;p134"/>
            <p:cNvGrpSpPr/>
            <p:nvPr/>
          </p:nvGrpSpPr>
          <p:grpSpPr>
            <a:xfrm>
              <a:off x="2" y="156617"/>
              <a:ext cx="719987" cy="944360"/>
              <a:chOff x="2" y="156617"/>
              <a:chExt cx="719987" cy="944360"/>
            </a:xfrm>
          </p:grpSpPr>
          <p:pic>
            <p:nvPicPr>
              <p:cNvPr id="1773" name="Google Shape;1773;p1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74" name="Google Shape;1774;p1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775" name="Google Shape;1775;p134"/>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76" name="Shape 1776"/>
        <p:cNvGrpSpPr/>
        <p:nvPr/>
      </p:nvGrpSpPr>
      <p:grpSpPr>
        <a:xfrm>
          <a:off x="0" y="0"/>
          <a:ext cx="0" cy="0"/>
          <a:chOff x="0" y="0"/>
          <a:chExt cx="0" cy="0"/>
        </a:xfrm>
      </p:grpSpPr>
      <p:pic>
        <p:nvPicPr>
          <p:cNvPr id="1777" name="Google Shape;1777;p1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78" name="Google Shape;1778;p135"/>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79" name="Google Shape;1779;p135"/>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780" name="Google Shape;1780;p13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81" name="Google Shape;1781;p135"/>
          <p:cNvGrpSpPr/>
          <p:nvPr/>
        </p:nvGrpSpPr>
        <p:grpSpPr>
          <a:xfrm>
            <a:off x="2" y="156617"/>
            <a:ext cx="1462273" cy="4821940"/>
            <a:chOff x="2" y="156617"/>
            <a:chExt cx="1462273" cy="4821940"/>
          </a:xfrm>
        </p:grpSpPr>
        <p:grpSp>
          <p:nvGrpSpPr>
            <p:cNvPr id="1782" name="Google Shape;1782;p135"/>
            <p:cNvGrpSpPr/>
            <p:nvPr/>
          </p:nvGrpSpPr>
          <p:grpSpPr>
            <a:xfrm>
              <a:off x="2" y="156617"/>
              <a:ext cx="719987" cy="944360"/>
              <a:chOff x="2" y="156617"/>
              <a:chExt cx="719987" cy="944360"/>
            </a:xfrm>
          </p:grpSpPr>
          <p:pic>
            <p:nvPicPr>
              <p:cNvPr id="1783" name="Google Shape;1783;p1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84" name="Google Shape;1784;p1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785" name="Google Shape;1785;p135"/>
            <p:cNvGrpSpPr/>
            <p:nvPr/>
          </p:nvGrpSpPr>
          <p:grpSpPr>
            <a:xfrm>
              <a:off x="359837" y="4401391"/>
              <a:ext cx="1102438" cy="577167"/>
              <a:chOff x="359837" y="4401391"/>
              <a:chExt cx="1102438" cy="577167"/>
            </a:xfrm>
          </p:grpSpPr>
          <p:pic>
            <p:nvPicPr>
              <p:cNvPr id="1786" name="Google Shape;1786;p1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87" name="Google Shape;1787;p1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88" name="Shape 1788"/>
        <p:cNvGrpSpPr/>
        <p:nvPr/>
      </p:nvGrpSpPr>
      <p:grpSpPr>
        <a:xfrm>
          <a:off x="0" y="0"/>
          <a:ext cx="0" cy="0"/>
          <a:chOff x="0" y="0"/>
          <a:chExt cx="0" cy="0"/>
        </a:xfrm>
      </p:grpSpPr>
      <p:pic>
        <p:nvPicPr>
          <p:cNvPr id="1789" name="Google Shape;1789;p13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90" name="Google Shape;1790;p136"/>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791" name="Google Shape;1791;p136"/>
          <p:cNvGrpSpPr/>
          <p:nvPr/>
        </p:nvGrpSpPr>
        <p:grpSpPr>
          <a:xfrm>
            <a:off x="-421050" y="0"/>
            <a:ext cx="10524450" cy="5564725"/>
            <a:chOff x="-421050" y="0"/>
            <a:chExt cx="10524450" cy="5564725"/>
          </a:xfrm>
        </p:grpSpPr>
        <p:sp>
          <p:nvSpPr>
            <p:cNvPr id="1792" name="Google Shape;1792;p136"/>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3" name="Google Shape;1793;p13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4" name="Google Shape;1794;p13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95" name="Google Shape;1795;p136"/>
          <p:cNvGrpSpPr/>
          <p:nvPr/>
        </p:nvGrpSpPr>
        <p:grpSpPr>
          <a:xfrm>
            <a:off x="-148218" y="81904"/>
            <a:ext cx="10251619" cy="5069347"/>
            <a:chOff x="-148218" y="81904"/>
            <a:chExt cx="10251619" cy="5069347"/>
          </a:xfrm>
        </p:grpSpPr>
        <p:pic>
          <p:nvPicPr>
            <p:cNvPr id="1796" name="Google Shape;1796;p136"/>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97" name="Google Shape;1797;p136"/>
            <p:cNvGrpSpPr/>
            <p:nvPr/>
          </p:nvGrpSpPr>
          <p:grpSpPr>
            <a:xfrm>
              <a:off x="359837" y="4401391"/>
              <a:ext cx="1102438" cy="577167"/>
              <a:chOff x="359837" y="4401391"/>
              <a:chExt cx="1102438" cy="577167"/>
            </a:xfrm>
          </p:grpSpPr>
          <p:pic>
            <p:nvPicPr>
              <p:cNvPr id="1798" name="Google Shape;1798;p13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99" name="Google Shape;1799;p13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800" name="Google Shape;1800;p136"/>
            <p:cNvGrpSpPr/>
            <p:nvPr/>
          </p:nvGrpSpPr>
          <p:grpSpPr>
            <a:xfrm>
              <a:off x="-148218" y="81904"/>
              <a:ext cx="1188426" cy="1227668"/>
              <a:chOff x="-7843" y="83454"/>
              <a:chExt cx="1188426" cy="1227668"/>
            </a:xfrm>
          </p:grpSpPr>
          <p:pic>
            <p:nvPicPr>
              <p:cNvPr id="1801" name="Google Shape;1801;p13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802" name="Google Shape;1802;p13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803" name="Google Shape;1803;p13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4" name="Shape 1804"/>
        <p:cNvGrpSpPr/>
        <p:nvPr/>
      </p:nvGrpSpPr>
      <p:grpSpPr>
        <a:xfrm>
          <a:off x="0" y="0"/>
          <a:ext cx="0" cy="0"/>
          <a:chOff x="0" y="0"/>
          <a:chExt cx="0" cy="0"/>
        </a:xfrm>
      </p:grpSpPr>
      <p:pic>
        <p:nvPicPr>
          <p:cNvPr id="1805" name="Google Shape;1805;p13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06" name="Google Shape;1806;p137"/>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807" name="Google Shape;1807;p137"/>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08" name="Google Shape;1808;p137"/>
          <p:cNvGrpSpPr/>
          <p:nvPr/>
        </p:nvGrpSpPr>
        <p:grpSpPr>
          <a:xfrm>
            <a:off x="0" y="-859375"/>
            <a:ext cx="9504775" cy="6608225"/>
            <a:chOff x="0" y="-859375"/>
            <a:chExt cx="9504775" cy="6608225"/>
          </a:xfrm>
        </p:grpSpPr>
        <p:grpSp>
          <p:nvGrpSpPr>
            <p:cNvPr id="1809" name="Google Shape;1809;p137"/>
            <p:cNvGrpSpPr/>
            <p:nvPr/>
          </p:nvGrpSpPr>
          <p:grpSpPr>
            <a:xfrm flipH="1">
              <a:off x="5129400" y="4543750"/>
              <a:ext cx="4014600" cy="1205100"/>
              <a:chOff x="150" y="4543750"/>
              <a:chExt cx="4014600" cy="1205100"/>
            </a:xfrm>
          </p:grpSpPr>
          <p:sp>
            <p:nvSpPr>
              <p:cNvPr id="1810" name="Google Shape;1810;p137"/>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1" name="Google Shape;1811;p137"/>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12" name="Google Shape;1812;p137"/>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13" name="Google Shape;1813;p137"/>
            <p:cNvGrpSpPr/>
            <p:nvPr/>
          </p:nvGrpSpPr>
          <p:grpSpPr>
            <a:xfrm flipH="1">
              <a:off x="0" y="-859375"/>
              <a:ext cx="2489300" cy="1740000"/>
              <a:chOff x="6148925" y="-872075"/>
              <a:chExt cx="2489300" cy="1740000"/>
            </a:xfrm>
          </p:grpSpPr>
          <p:sp>
            <p:nvSpPr>
              <p:cNvPr id="1814" name="Google Shape;1814;p13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5" name="Google Shape;1815;p13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16" name="Google Shape;1816;p137"/>
          <p:cNvGrpSpPr/>
          <p:nvPr/>
        </p:nvGrpSpPr>
        <p:grpSpPr>
          <a:xfrm>
            <a:off x="-736999" y="-445900"/>
            <a:ext cx="10033401" cy="5589398"/>
            <a:chOff x="-736999" y="-445900"/>
            <a:chExt cx="10033401" cy="5589398"/>
          </a:xfrm>
        </p:grpSpPr>
        <p:pic>
          <p:nvPicPr>
            <p:cNvPr id="1817" name="Google Shape;1817;p137"/>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818" name="Google Shape;1818;p137"/>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19" name="Shape 1819"/>
        <p:cNvGrpSpPr/>
        <p:nvPr/>
      </p:nvGrpSpPr>
      <p:grpSpPr>
        <a:xfrm>
          <a:off x="0" y="0"/>
          <a:ext cx="0" cy="0"/>
          <a:chOff x="0" y="0"/>
          <a:chExt cx="0" cy="0"/>
        </a:xfrm>
      </p:grpSpPr>
      <p:sp>
        <p:nvSpPr>
          <p:cNvPr id="1820" name="Google Shape;1820;p138"/>
          <p:cNvSpPr/>
          <p:nvPr>
            <p:ph idx="2" type="pic"/>
          </p:nvPr>
        </p:nvSpPr>
        <p:spPr>
          <a:xfrm>
            <a:off x="-25" y="-13725"/>
            <a:ext cx="9144000" cy="5157300"/>
          </a:xfrm>
          <a:prstGeom prst="rect">
            <a:avLst/>
          </a:prstGeom>
          <a:noFill/>
          <a:ln>
            <a:noFill/>
          </a:ln>
        </p:spPr>
      </p:sp>
      <p:sp>
        <p:nvSpPr>
          <p:cNvPr id="1821" name="Google Shape;1821;p138"/>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2" name="Shape 1822"/>
        <p:cNvGrpSpPr/>
        <p:nvPr/>
      </p:nvGrpSpPr>
      <p:grpSpPr>
        <a:xfrm>
          <a:off x="0" y="0"/>
          <a:ext cx="0" cy="0"/>
          <a:chOff x="0" y="0"/>
          <a:chExt cx="0" cy="0"/>
        </a:xfrm>
      </p:grpSpPr>
      <p:pic>
        <p:nvPicPr>
          <p:cNvPr id="1823" name="Google Shape;1823;p1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24" name="Google Shape;1824;p139"/>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25" name="Google Shape;1825;p139"/>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26" name="Google Shape;1826;p139"/>
          <p:cNvGrpSpPr/>
          <p:nvPr/>
        </p:nvGrpSpPr>
        <p:grpSpPr>
          <a:xfrm>
            <a:off x="-601700" y="-872075"/>
            <a:ext cx="10705100" cy="5548225"/>
            <a:chOff x="-601700" y="-872075"/>
            <a:chExt cx="10705100" cy="5548225"/>
          </a:xfrm>
        </p:grpSpPr>
        <p:sp>
          <p:nvSpPr>
            <p:cNvPr id="1827" name="Google Shape;1827;p13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28" name="Google Shape;1828;p139"/>
            <p:cNvGrpSpPr/>
            <p:nvPr/>
          </p:nvGrpSpPr>
          <p:grpSpPr>
            <a:xfrm rot="5400000">
              <a:off x="-2006450" y="1404750"/>
              <a:ext cx="4014600" cy="1205100"/>
              <a:chOff x="150" y="4543750"/>
              <a:chExt cx="4014600" cy="1205100"/>
            </a:xfrm>
          </p:grpSpPr>
          <p:sp>
            <p:nvSpPr>
              <p:cNvPr id="1829" name="Google Shape;1829;p13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0" name="Google Shape;1830;p13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831" name="Google Shape;1831;p139"/>
            <p:cNvGrpSpPr/>
            <p:nvPr/>
          </p:nvGrpSpPr>
          <p:grpSpPr>
            <a:xfrm>
              <a:off x="6148925" y="-872075"/>
              <a:ext cx="2489300" cy="1740000"/>
              <a:chOff x="6148925" y="-872075"/>
              <a:chExt cx="2489300" cy="1740000"/>
            </a:xfrm>
          </p:grpSpPr>
          <p:sp>
            <p:nvSpPr>
              <p:cNvPr id="1832" name="Google Shape;1832;p1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3" name="Google Shape;1833;p1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34" name="Google Shape;1834;p139"/>
          <p:cNvGrpSpPr/>
          <p:nvPr/>
        </p:nvGrpSpPr>
        <p:grpSpPr>
          <a:xfrm>
            <a:off x="-100888" y="2838714"/>
            <a:ext cx="9155766" cy="2341969"/>
            <a:chOff x="-100888" y="2838714"/>
            <a:chExt cx="9155766" cy="2341969"/>
          </a:xfrm>
        </p:grpSpPr>
        <p:grpSp>
          <p:nvGrpSpPr>
            <p:cNvPr id="1835" name="Google Shape;1835;p139"/>
            <p:cNvGrpSpPr/>
            <p:nvPr/>
          </p:nvGrpSpPr>
          <p:grpSpPr>
            <a:xfrm>
              <a:off x="8206512" y="4230524"/>
              <a:ext cx="848365" cy="950159"/>
              <a:chOff x="41662" y="277999"/>
              <a:chExt cx="848365" cy="950159"/>
            </a:xfrm>
          </p:grpSpPr>
          <p:pic>
            <p:nvPicPr>
              <p:cNvPr id="1836" name="Google Shape;1836;p13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837" name="Google Shape;1837;p13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838" name="Google Shape;1838;p13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839" name="Google Shape;1839;p139"/>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840" name="Shape 1840"/>
        <p:cNvGrpSpPr/>
        <p:nvPr/>
      </p:nvGrpSpPr>
      <p:grpSpPr>
        <a:xfrm>
          <a:off x="0" y="0"/>
          <a:ext cx="0" cy="0"/>
          <a:chOff x="0" y="0"/>
          <a:chExt cx="0" cy="0"/>
        </a:xfrm>
      </p:grpSpPr>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841" name="Shape 1841"/>
        <p:cNvGrpSpPr/>
        <p:nvPr/>
      </p:nvGrpSpPr>
      <p:grpSpPr>
        <a:xfrm>
          <a:off x="0" y="0"/>
          <a:ext cx="0" cy="0"/>
          <a:chOff x="0" y="0"/>
          <a:chExt cx="0" cy="0"/>
        </a:xfrm>
      </p:grpSpPr>
      <p:pic>
        <p:nvPicPr>
          <p:cNvPr id="1842" name="Google Shape;1842;p1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843" name="Google Shape;1843;p141"/>
          <p:cNvGrpSpPr/>
          <p:nvPr/>
        </p:nvGrpSpPr>
        <p:grpSpPr>
          <a:xfrm>
            <a:off x="7033266" y="-738725"/>
            <a:ext cx="2110732" cy="1475400"/>
            <a:chOff x="7033266" y="-738725"/>
            <a:chExt cx="2110732" cy="1475400"/>
          </a:xfrm>
        </p:grpSpPr>
        <p:sp>
          <p:nvSpPr>
            <p:cNvPr id="1844" name="Google Shape;1844;p141"/>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45" name="Google Shape;1845;p141"/>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46" name="Google Shape;1846;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47" name="Google Shape;1847;p141"/>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48" name="Google Shape;1848;p141"/>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49" name="Google Shape;1849;p141"/>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0" name="Google Shape;1850;p141"/>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1" name="Google Shape;1851;p141"/>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2" name="Google Shape;1852;p141"/>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3" name="Google Shape;1853;p141"/>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4" name="Google Shape;1854;p141"/>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5" name="Google Shape;1855;p141"/>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6" name="Google Shape;1856;p141"/>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7" name="Google Shape;1857;p141"/>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8" name="Google Shape;1858;p141"/>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859" name="Google Shape;1859;p141"/>
          <p:cNvGrpSpPr/>
          <p:nvPr/>
        </p:nvGrpSpPr>
        <p:grpSpPr>
          <a:xfrm>
            <a:off x="2" y="156617"/>
            <a:ext cx="9096298" cy="4929890"/>
            <a:chOff x="2" y="156617"/>
            <a:chExt cx="9096298" cy="4929890"/>
          </a:xfrm>
        </p:grpSpPr>
        <p:grpSp>
          <p:nvGrpSpPr>
            <p:cNvPr id="1860" name="Google Shape;1860;p141"/>
            <p:cNvGrpSpPr/>
            <p:nvPr/>
          </p:nvGrpSpPr>
          <p:grpSpPr>
            <a:xfrm>
              <a:off x="2" y="156617"/>
              <a:ext cx="719987" cy="944360"/>
              <a:chOff x="2" y="156617"/>
              <a:chExt cx="719987" cy="944360"/>
            </a:xfrm>
          </p:grpSpPr>
          <p:pic>
            <p:nvPicPr>
              <p:cNvPr id="1861" name="Google Shape;1861;p14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862" name="Google Shape;1862;p14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863" name="Google Shape;1863;p141"/>
            <p:cNvGrpSpPr/>
            <p:nvPr/>
          </p:nvGrpSpPr>
          <p:grpSpPr>
            <a:xfrm>
              <a:off x="7993862" y="4509341"/>
              <a:ext cx="1102438" cy="577167"/>
              <a:chOff x="7993862" y="4509341"/>
              <a:chExt cx="1102438" cy="577167"/>
            </a:xfrm>
          </p:grpSpPr>
          <p:pic>
            <p:nvPicPr>
              <p:cNvPr id="1864" name="Google Shape;1864;p141"/>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865" name="Google Shape;1865;p141"/>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866" name="Shape 1866"/>
        <p:cNvGrpSpPr/>
        <p:nvPr/>
      </p:nvGrpSpPr>
      <p:grpSpPr>
        <a:xfrm>
          <a:off x="0" y="0"/>
          <a:ext cx="0" cy="0"/>
          <a:chOff x="0" y="0"/>
          <a:chExt cx="0" cy="0"/>
        </a:xfrm>
      </p:grpSpPr>
      <p:pic>
        <p:nvPicPr>
          <p:cNvPr id="1867" name="Google Shape;1867;p14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68" name="Google Shape;1868;p142"/>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869" name="Google Shape;1869;p142"/>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870" name="Google Shape;1870;p142"/>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871" name="Google Shape;1871;p142"/>
          <p:cNvGrpSpPr/>
          <p:nvPr/>
        </p:nvGrpSpPr>
        <p:grpSpPr>
          <a:xfrm>
            <a:off x="0" y="-859375"/>
            <a:ext cx="9755475" cy="6421100"/>
            <a:chOff x="0" y="-859375"/>
            <a:chExt cx="9755475" cy="6421100"/>
          </a:xfrm>
        </p:grpSpPr>
        <p:sp>
          <p:nvSpPr>
            <p:cNvPr id="1872" name="Google Shape;1872;p14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73" name="Google Shape;1873;p142"/>
            <p:cNvGrpSpPr/>
            <p:nvPr/>
          </p:nvGrpSpPr>
          <p:grpSpPr>
            <a:xfrm flipH="1">
              <a:off x="0" y="-859375"/>
              <a:ext cx="2489300" cy="1740000"/>
              <a:chOff x="6148925" y="-872075"/>
              <a:chExt cx="2489300" cy="1740000"/>
            </a:xfrm>
          </p:grpSpPr>
          <p:sp>
            <p:nvSpPr>
              <p:cNvPr id="1874" name="Google Shape;1874;p1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75" name="Google Shape;1875;p1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76" name="Google Shape;1876;p14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77" name="Shape 1877"/>
        <p:cNvGrpSpPr/>
        <p:nvPr/>
      </p:nvGrpSpPr>
      <p:grpSpPr>
        <a:xfrm>
          <a:off x="0" y="0"/>
          <a:ext cx="0" cy="0"/>
          <a:chOff x="0" y="0"/>
          <a:chExt cx="0" cy="0"/>
        </a:xfrm>
      </p:grpSpPr>
      <p:pic>
        <p:nvPicPr>
          <p:cNvPr id="1878" name="Google Shape;1878;p1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79" name="Google Shape;1879;p143"/>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0" name="Google Shape;1880;p143"/>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81" name="Google Shape;1881;p143"/>
          <p:cNvSpPr/>
          <p:nvPr>
            <p:ph idx="2" type="pic"/>
          </p:nvPr>
        </p:nvSpPr>
        <p:spPr>
          <a:xfrm>
            <a:off x="4898950" y="533875"/>
            <a:ext cx="3489000" cy="4075800"/>
          </a:xfrm>
          <a:prstGeom prst="roundRect">
            <a:avLst>
              <a:gd fmla="val 18268" name="adj"/>
            </a:avLst>
          </a:prstGeom>
          <a:noFill/>
          <a:ln>
            <a:noFill/>
          </a:ln>
        </p:spPr>
      </p:sp>
      <p:grpSp>
        <p:nvGrpSpPr>
          <p:cNvPr id="1882" name="Google Shape;1882;p143"/>
          <p:cNvGrpSpPr/>
          <p:nvPr/>
        </p:nvGrpSpPr>
        <p:grpSpPr>
          <a:xfrm rot="5400000">
            <a:off x="-2006450" y="1404750"/>
            <a:ext cx="4014600" cy="1205100"/>
            <a:chOff x="150" y="4543750"/>
            <a:chExt cx="4014600" cy="1205100"/>
          </a:xfrm>
        </p:grpSpPr>
        <p:sp>
          <p:nvSpPr>
            <p:cNvPr id="1883" name="Google Shape;1883;p14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84" name="Google Shape;1884;p14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5" name="Shape 1885"/>
        <p:cNvGrpSpPr/>
        <p:nvPr/>
      </p:nvGrpSpPr>
      <p:grpSpPr>
        <a:xfrm>
          <a:off x="0" y="0"/>
          <a:ext cx="0" cy="0"/>
          <a:chOff x="0" y="0"/>
          <a:chExt cx="0" cy="0"/>
        </a:xfrm>
      </p:grpSpPr>
      <p:pic>
        <p:nvPicPr>
          <p:cNvPr id="1886" name="Google Shape;1886;p1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87" name="Google Shape;1887;p144"/>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8" name="Google Shape;1888;p144"/>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89" name="Google Shape;1889;p144"/>
          <p:cNvGrpSpPr/>
          <p:nvPr/>
        </p:nvGrpSpPr>
        <p:grpSpPr>
          <a:xfrm>
            <a:off x="0" y="-859375"/>
            <a:ext cx="9755475" cy="6421100"/>
            <a:chOff x="0" y="-859375"/>
            <a:chExt cx="9755475" cy="6421100"/>
          </a:xfrm>
        </p:grpSpPr>
        <p:sp>
          <p:nvSpPr>
            <p:cNvPr id="1890" name="Google Shape;1890;p14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91" name="Google Shape;1891;p144"/>
            <p:cNvGrpSpPr/>
            <p:nvPr/>
          </p:nvGrpSpPr>
          <p:grpSpPr>
            <a:xfrm flipH="1">
              <a:off x="0" y="-859375"/>
              <a:ext cx="2489300" cy="1740000"/>
              <a:chOff x="6148925" y="-872075"/>
              <a:chExt cx="2489300" cy="1740000"/>
            </a:xfrm>
          </p:grpSpPr>
          <p:sp>
            <p:nvSpPr>
              <p:cNvPr id="1892" name="Google Shape;1892;p1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93" name="Google Shape;1893;p1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94" name="Google Shape;1894;p14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895" name="Shape 1895"/>
        <p:cNvGrpSpPr/>
        <p:nvPr/>
      </p:nvGrpSpPr>
      <p:grpSpPr>
        <a:xfrm>
          <a:off x="0" y="0"/>
          <a:ext cx="0" cy="0"/>
          <a:chOff x="0" y="0"/>
          <a:chExt cx="0" cy="0"/>
        </a:xfrm>
      </p:grpSpPr>
      <p:pic>
        <p:nvPicPr>
          <p:cNvPr id="1896" name="Google Shape;1896;p14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97" name="Google Shape;1897;p145"/>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98" name="Google Shape;1898;p145"/>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99" name="Google Shape;1899;p145"/>
          <p:cNvGrpSpPr/>
          <p:nvPr/>
        </p:nvGrpSpPr>
        <p:grpSpPr>
          <a:xfrm>
            <a:off x="-601700" y="0"/>
            <a:ext cx="10705100" cy="4676150"/>
            <a:chOff x="-601700" y="0"/>
            <a:chExt cx="10705100" cy="4676150"/>
          </a:xfrm>
        </p:grpSpPr>
        <p:sp>
          <p:nvSpPr>
            <p:cNvPr id="1900" name="Google Shape;1900;p14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01" name="Google Shape;1901;p145"/>
            <p:cNvGrpSpPr/>
            <p:nvPr/>
          </p:nvGrpSpPr>
          <p:grpSpPr>
            <a:xfrm rot="5400000">
              <a:off x="-2006450" y="1404750"/>
              <a:ext cx="4014600" cy="1205100"/>
              <a:chOff x="150" y="4543750"/>
              <a:chExt cx="4014600" cy="1205100"/>
            </a:xfrm>
          </p:grpSpPr>
          <p:sp>
            <p:nvSpPr>
              <p:cNvPr id="1902" name="Google Shape;1902;p14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3" name="Google Shape;1903;p14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04" name="Google Shape;1904;p145"/>
          <p:cNvGrpSpPr/>
          <p:nvPr/>
        </p:nvGrpSpPr>
        <p:grpSpPr>
          <a:xfrm>
            <a:off x="8206512" y="4230524"/>
            <a:ext cx="848365" cy="950159"/>
            <a:chOff x="41662" y="277999"/>
            <a:chExt cx="848365" cy="950159"/>
          </a:xfrm>
        </p:grpSpPr>
        <p:pic>
          <p:nvPicPr>
            <p:cNvPr id="1905" name="Google Shape;1905;p14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06" name="Google Shape;1906;p14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07" name="Google Shape;1907;p14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08" name="Shape 1908"/>
        <p:cNvGrpSpPr/>
        <p:nvPr/>
      </p:nvGrpSpPr>
      <p:grpSpPr>
        <a:xfrm>
          <a:off x="0" y="0"/>
          <a:ext cx="0" cy="0"/>
          <a:chOff x="0" y="0"/>
          <a:chExt cx="0" cy="0"/>
        </a:xfrm>
      </p:grpSpPr>
      <p:pic>
        <p:nvPicPr>
          <p:cNvPr id="1909" name="Google Shape;1909;p1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10" name="Google Shape;1910;p1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11" name="Google Shape;1911;p146"/>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2" name="Google Shape;1912;p146"/>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3" name="Google Shape;1913;p146"/>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14" name="Google Shape;1914;p146"/>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15" name="Google Shape;1915;p146"/>
          <p:cNvGrpSpPr/>
          <p:nvPr/>
        </p:nvGrpSpPr>
        <p:grpSpPr>
          <a:xfrm>
            <a:off x="-501600" y="128825"/>
            <a:ext cx="10252550" cy="5418500"/>
            <a:chOff x="-501600" y="128825"/>
            <a:chExt cx="10252550" cy="5418500"/>
          </a:xfrm>
        </p:grpSpPr>
        <p:sp>
          <p:nvSpPr>
            <p:cNvPr id="1916" name="Google Shape;1916;p14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7" name="Google Shape;1917;p146"/>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8" name="Google Shape;1918;p146"/>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9" name="Google Shape;1919;p146"/>
          <p:cNvGrpSpPr/>
          <p:nvPr/>
        </p:nvGrpSpPr>
        <p:grpSpPr>
          <a:xfrm>
            <a:off x="2" y="156617"/>
            <a:ext cx="9088698" cy="4882915"/>
            <a:chOff x="2" y="156617"/>
            <a:chExt cx="9088698" cy="4882915"/>
          </a:xfrm>
        </p:grpSpPr>
        <p:grpSp>
          <p:nvGrpSpPr>
            <p:cNvPr id="1920" name="Google Shape;1920;p146"/>
            <p:cNvGrpSpPr/>
            <p:nvPr/>
          </p:nvGrpSpPr>
          <p:grpSpPr>
            <a:xfrm>
              <a:off x="2" y="156617"/>
              <a:ext cx="719987" cy="944360"/>
              <a:chOff x="2" y="156617"/>
              <a:chExt cx="719987" cy="944360"/>
            </a:xfrm>
          </p:grpSpPr>
          <p:pic>
            <p:nvPicPr>
              <p:cNvPr id="1921" name="Google Shape;1921;p14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22" name="Google Shape;1922;p14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23" name="Google Shape;1923;p146"/>
            <p:cNvGrpSpPr/>
            <p:nvPr/>
          </p:nvGrpSpPr>
          <p:grpSpPr>
            <a:xfrm>
              <a:off x="7986262" y="4462366"/>
              <a:ext cx="1102438" cy="577167"/>
              <a:chOff x="359837" y="4401391"/>
              <a:chExt cx="1102438" cy="577167"/>
            </a:xfrm>
          </p:grpSpPr>
          <p:pic>
            <p:nvPicPr>
              <p:cNvPr id="1924" name="Google Shape;1924;p14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25" name="Google Shape;1925;p1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26" name="Shape 1926"/>
        <p:cNvGrpSpPr/>
        <p:nvPr/>
      </p:nvGrpSpPr>
      <p:grpSpPr>
        <a:xfrm>
          <a:off x="0" y="0"/>
          <a:ext cx="0" cy="0"/>
          <a:chOff x="0" y="0"/>
          <a:chExt cx="0" cy="0"/>
        </a:xfrm>
      </p:grpSpPr>
      <p:pic>
        <p:nvPicPr>
          <p:cNvPr id="1927" name="Google Shape;1927;p1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28" name="Google Shape;1928;p1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29" name="Google Shape;1929;p147"/>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30" name="Google Shape;1930;p147"/>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931" name="Google Shape;1931;p147"/>
          <p:cNvGrpSpPr/>
          <p:nvPr/>
        </p:nvGrpSpPr>
        <p:grpSpPr>
          <a:xfrm>
            <a:off x="275000" y="0"/>
            <a:ext cx="9374500" cy="5748850"/>
            <a:chOff x="275000" y="0"/>
            <a:chExt cx="9374500" cy="5748850"/>
          </a:xfrm>
        </p:grpSpPr>
        <p:sp>
          <p:nvSpPr>
            <p:cNvPr id="1932" name="Google Shape;1932;p14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3" name="Google Shape;1933;p147"/>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4" name="Google Shape;1934;p14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35" name="Google Shape;1935;p147"/>
          <p:cNvGrpSpPr/>
          <p:nvPr/>
        </p:nvGrpSpPr>
        <p:grpSpPr>
          <a:xfrm>
            <a:off x="2" y="156617"/>
            <a:ext cx="9088698" cy="4882915"/>
            <a:chOff x="2" y="156617"/>
            <a:chExt cx="9088698" cy="4882915"/>
          </a:xfrm>
        </p:grpSpPr>
        <p:grpSp>
          <p:nvGrpSpPr>
            <p:cNvPr id="1936" name="Google Shape;1936;p147"/>
            <p:cNvGrpSpPr/>
            <p:nvPr/>
          </p:nvGrpSpPr>
          <p:grpSpPr>
            <a:xfrm>
              <a:off x="2" y="156617"/>
              <a:ext cx="719987" cy="944360"/>
              <a:chOff x="2" y="156617"/>
              <a:chExt cx="719987" cy="944360"/>
            </a:xfrm>
          </p:grpSpPr>
          <p:pic>
            <p:nvPicPr>
              <p:cNvPr id="1937" name="Google Shape;1937;p1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38" name="Google Shape;1938;p1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39" name="Google Shape;1939;p147"/>
            <p:cNvGrpSpPr/>
            <p:nvPr/>
          </p:nvGrpSpPr>
          <p:grpSpPr>
            <a:xfrm>
              <a:off x="7986262" y="4462366"/>
              <a:ext cx="1102438" cy="577167"/>
              <a:chOff x="359837" y="4401391"/>
              <a:chExt cx="1102438" cy="577167"/>
            </a:xfrm>
          </p:grpSpPr>
          <p:pic>
            <p:nvPicPr>
              <p:cNvPr id="1940" name="Google Shape;1940;p14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41" name="Google Shape;1941;p14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42" name="Shape 1942"/>
        <p:cNvGrpSpPr/>
        <p:nvPr/>
      </p:nvGrpSpPr>
      <p:grpSpPr>
        <a:xfrm>
          <a:off x="0" y="0"/>
          <a:ext cx="0" cy="0"/>
          <a:chOff x="0" y="0"/>
          <a:chExt cx="0" cy="0"/>
        </a:xfrm>
      </p:grpSpPr>
      <p:pic>
        <p:nvPicPr>
          <p:cNvPr id="1943" name="Google Shape;1943;p1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44" name="Google Shape;1944;p1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45" name="Google Shape;1945;p148"/>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6" name="Google Shape;1946;p148"/>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7" name="Google Shape;1947;p148"/>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8" name="Google Shape;1948;p148"/>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49" name="Google Shape;1949;p148"/>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50" name="Google Shape;1950;p148"/>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51" name="Google Shape;1951;p148"/>
          <p:cNvGrpSpPr/>
          <p:nvPr/>
        </p:nvGrpSpPr>
        <p:grpSpPr>
          <a:xfrm>
            <a:off x="-601700" y="0"/>
            <a:ext cx="10705100" cy="4676150"/>
            <a:chOff x="-601700" y="0"/>
            <a:chExt cx="10705100" cy="4676150"/>
          </a:xfrm>
        </p:grpSpPr>
        <p:sp>
          <p:nvSpPr>
            <p:cNvPr id="1952" name="Google Shape;1952;p14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53" name="Google Shape;1953;p148"/>
            <p:cNvGrpSpPr/>
            <p:nvPr/>
          </p:nvGrpSpPr>
          <p:grpSpPr>
            <a:xfrm rot="5400000">
              <a:off x="-2006450" y="1404750"/>
              <a:ext cx="4014600" cy="1205100"/>
              <a:chOff x="150" y="4543750"/>
              <a:chExt cx="4014600" cy="1205100"/>
            </a:xfrm>
          </p:grpSpPr>
          <p:sp>
            <p:nvSpPr>
              <p:cNvPr id="1954" name="Google Shape;1954;p14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55" name="Google Shape;1955;p14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56" name="Google Shape;1956;p148"/>
          <p:cNvGrpSpPr/>
          <p:nvPr/>
        </p:nvGrpSpPr>
        <p:grpSpPr>
          <a:xfrm>
            <a:off x="2" y="156617"/>
            <a:ext cx="9054876" cy="5024066"/>
            <a:chOff x="2" y="156617"/>
            <a:chExt cx="9054876" cy="5024066"/>
          </a:xfrm>
        </p:grpSpPr>
        <p:grpSp>
          <p:nvGrpSpPr>
            <p:cNvPr id="1957" name="Google Shape;1957;p148"/>
            <p:cNvGrpSpPr/>
            <p:nvPr/>
          </p:nvGrpSpPr>
          <p:grpSpPr>
            <a:xfrm>
              <a:off x="8206512" y="4230524"/>
              <a:ext cx="848365" cy="950159"/>
              <a:chOff x="41662" y="277999"/>
              <a:chExt cx="848365" cy="950159"/>
            </a:xfrm>
          </p:grpSpPr>
          <p:pic>
            <p:nvPicPr>
              <p:cNvPr id="1958" name="Google Shape;1958;p14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59" name="Google Shape;1959;p14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60" name="Google Shape;1960;p14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961" name="Google Shape;1961;p148"/>
            <p:cNvGrpSpPr/>
            <p:nvPr/>
          </p:nvGrpSpPr>
          <p:grpSpPr>
            <a:xfrm>
              <a:off x="2" y="156617"/>
              <a:ext cx="719987" cy="944360"/>
              <a:chOff x="2" y="156617"/>
              <a:chExt cx="719987" cy="944360"/>
            </a:xfrm>
          </p:grpSpPr>
          <p:pic>
            <p:nvPicPr>
              <p:cNvPr id="1962" name="Google Shape;1962;p1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63" name="Google Shape;1963;p1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64" name="Shape 1964"/>
        <p:cNvGrpSpPr/>
        <p:nvPr/>
      </p:nvGrpSpPr>
      <p:grpSpPr>
        <a:xfrm>
          <a:off x="0" y="0"/>
          <a:ext cx="0" cy="0"/>
          <a:chOff x="0" y="0"/>
          <a:chExt cx="0" cy="0"/>
        </a:xfrm>
      </p:grpSpPr>
      <p:pic>
        <p:nvPicPr>
          <p:cNvPr id="1965" name="Google Shape;1965;p14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966" name="Google Shape;1966;p149"/>
          <p:cNvGrpSpPr/>
          <p:nvPr/>
        </p:nvGrpSpPr>
        <p:grpSpPr>
          <a:xfrm>
            <a:off x="5129400" y="0"/>
            <a:ext cx="4520100" cy="5547325"/>
            <a:chOff x="5129400" y="0"/>
            <a:chExt cx="4520100" cy="5547325"/>
          </a:xfrm>
        </p:grpSpPr>
        <p:sp>
          <p:nvSpPr>
            <p:cNvPr id="1967" name="Google Shape;1967;p14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68" name="Google Shape;1968;p14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69" name="Google Shape;1969;p149"/>
          <p:cNvGrpSpPr/>
          <p:nvPr/>
        </p:nvGrpSpPr>
        <p:grpSpPr>
          <a:xfrm>
            <a:off x="2" y="156617"/>
            <a:ext cx="9088698" cy="4882915"/>
            <a:chOff x="2" y="156617"/>
            <a:chExt cx="9088698" cy="4882915"/>
          </a:xfrm>
        </p:grpSpPr>
        <p:grpSp>
          <p:nvGrpSpPr>
            <p:cNvPr id="1970" name="Google Shape;1970;p149"/>
            <p:cNvGrpSpPr/>
            <p:nvPr/>
          </p:nvGrpSpPr>
          <p:grpSpPr>
            <a:xfrm>
              <a:off x="2" y="156617"/>
              <a:ext cx="719987" cy="944360"/>
              <a:chOff x="2" y="156617"/>
              <a:chExt cx="719987" cy="944360"/>
            </a:xfrm>
          </p:grpSpPr>
          <p:pic>
            <p:nvPicPr>
              <p:cNvPr id="1971" name="Google Shape;1971;p14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72" name="Google Shape;1972;p14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73" name="Google Shape;1973;p149"/>
            <p:cNvGrpSpPr/>
            <p:nvPr/>
          </p:nvGrpSpPr>
          <p:grpSpPr>
            <a:xfrm>
              <a:off x="7986262" y="4462366"/>
              <a:ext cx="1102438" cy="577167"/>
              <a:chOff x="359837" y="4401391"/>
              <a:chExt cx="1102438" cy="577167"/>
            </a:xfrm>
          </p:grpSpPr>
          <p:pic>
            <p:nvPicPr>
              <p:cNvPr id="1974" name="Google Shape;1974;p14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75" name="Google Shape;1975;p14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976" name="Google Shape;1976;p1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77" name="Google Shape;1977;p149"/>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8" name="Google Shape;1978;p149"/>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9" name="Google Shape;1979;p149"/>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0" name="Google Shape;1980;p149"/>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1" name="Google Shape;1981;p149"/>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2" name="Google Shape;1982;p149"/>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3" name="Google Shape;1983;p149"/>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4" name="Google Shape;1984;p149"/>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985" name="Shape 1985"/>
        <p:cNvGrpSpPr/>
        <p:nvPr/>
      </p:nvGrpSpPr>
      <p:grpSpPr>
        <a:xfrm>
          <a:off x="0" y="0"/>
          <a:ext cx="0" cy="0"/>
          <a:chOff x="0" y="0"/>
          <a:chExt cx="0" cy="0"/>
        </a:xfrm>
      </p:grpSpPr>
      <p:pic>
        <p:nvPicPr>
          <p:cNvPr id="1986" name="Google Shape;1986;p15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87" name="Google Shape;1987;p1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88" name="Google Shape;1988;p150"/>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9" name="Google Shape;1989;p150"/>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0" name="Google Shape;1990;p150"/>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1" name="Google Shape;1991;p150"/>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2" name="Google Shape;1992;p150"/>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3" name="Google Shape;1993;p150"/>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4" name="Google Shape;1994;p150"/>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5" name="Google Shape;1995;p150"/>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6" name="Google Shape;1996;p150"/>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7" name="Google Shape;1997;p150"/>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98" name="Google Shape;1998;p150"/>
          <p:cNvGrpSpPr/>
          <p:nvPr/>
        </p:nvGrpSpPr>
        <p:grpSpPr>
          <a:xfrm>
            <a:off x="2" y="156617"/>
            <a:ext cx="719987" cy="944360"/>
            <a:chOff x="2" y="156617"/>
            <a:chExt cx="719987" cy="944360"/>
          </a:xfrm>
        </p:grpSpPr>
        <p:pic>
          <p:nvPicPr>
            <p:cNvPr id="1999" name="Google Shape;1999;p15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00" name="Google Shape;2000;p15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01" name="Google Shape;2001;p150"/>
          <p:cNvGrpSpPr/>
          <p:nvPr/>
        </p:nvGrpSpPr>
        <p:grpSpPr>
          <a:xfrm>
            <a:off x="0" y="2817900"/>
            <a:ext cx="9640900" cy="2932900"/>
            <a:chOff x="0" y="2817900"/>
            <a:chExt cx="9640900" cy="2932900"/>
          </a:xfrm>
        </p:grpSpPr>
        <p:sp>
          <p:nvSpPr>
            <p:cNvPr id="2002" name="Google Shape;2002;p150"/>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3" name="Google Shape;2003;p150"/>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4" name="Google Shape;2004;p150"/>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005" name="Shape 2005"/>
        <p:cNvGrpSpPr/>
        <p:nvPr/>
      </p:nvGrpSpPr>
      <p:grpSpPr>
        <a:xfrm>
          <a:off x="0" y="0"/>
          <a:ext cx="0" cy="0"/>
          <a:chOff x="0" y="0"/>
          <a:chExt cx="0" cy="0"/>
        </a:xfrm>
      </p:grpSpPr>
      <p:pic>
        <p:nvPicPr>
          <p:cNvPr id="2006" name="Google Shape;2006;p15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07" name="Google Shape;2007;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08" name="Google Shape;2008;p151"/>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9" name="Google Shape;2009;p151"/>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0" name="Google Shape;2010;p151"/>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1" name="Google Shape;2011;p151"/>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2" name="Google Shape;2012;p151"/>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3" name="Google Shape;2013;p151"/>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4" name="Google Shape;2014;p151"/>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5" name="Google Shape;2015;p151"/>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6" name="Google Shape;2016;p151"/>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7" name="Google Shape;2017;p151"/>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8" name="Google Shape;2018;p151"/>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9" name="Google Shape;2019;p151"/>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020" name="Google Shape;2020;p151"/>
          <p:cNvGrpSpPr/>
          <p:nvPr/>
        </p:nvGrpSpPr>
        <p:grpSpPr>
          <a:xfrm>
            <a:off x="-501600" y="128825"/>
            <a:ext cx="10252550" cy="5418500"/>
            <a:chOff x="-501600" y="128825"/>
            <a:chExt cx="10252550" cy="5418500"/>
          </a:xfrm>
        </p:grpSpPr>
        <p:sp>
          <p:nvSpPr>
            <p:cNvPr id="2021" name="Google Shape;2021;p15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2" name="Google Shape;2022;p151"/>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3" name="Google Shape;2023;p151"/>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24" name="Google Shape;2024;p151"/>
          <p:cNvGrpSpPr/>
          <p:nvPr/>
        </p:nvGrpSpPr>
        <p:grpSpPr>
          <a:xfrm>
            <a:off x="2" y="156617"/>
            <a:ext cx="9088698" cy="4882915"/>
            <a:chOff x="2" y="156617"/>
            <a:chExt cx="9088698" cy="4882915"/>
          </a:xfrm>
        </p:grpSpPr>
        <p:grpSp>
          <p:nvGrpSpPr>
            <p:cNvPr id="2025" name="Google Shape;2025;p151"/>
            <p:cNvGrpSpPr/>
            <p:nvPr/>
          </p:nvGrpSpPr>
          <p:grpSpPr>
            <a:xfrm>
              <a:off x="2" y="156617"/>
              <a:ext cx="719987" cy="944360"/>
              <a:chOff x="2" y="156617"/>
              <a:chExt cx="719987" cy="944360"/>
            </a:xfrm>
          </p:grpSpPr>
          <p:pic>
            <p:nvPicPr>
              <p:cNvPr id="2026" name="Google Shape;2026;p15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27" name="Google Shape;2027;p15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28" name="Google Shape;2028;p151"/>
            <p:cNvGrpSpPr/>
            <p:nvPr/>
          </p:nvGrpSpPr>
          <p:grpSpPr>
            <a:xfrm>
              <a:off x="7986262" y="4462366"/>
              <a:ext cx="1102438" cy="577167"/>
              <a:chOff x="359837" y="4401391"/>
              <a:chExt cx="1102438" cy="577167"/>
            </a:xfrm>
          </p:grpSpPr>
          <p:pic>
            <p:nvPicPr>
              <p:cNvPr id="2029" name="Google Shape;2029;p15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30" name="Google Shape;2030;p15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31" name="Shape 2031"/>
        <p:cNvGrpSpPr/>
        <p:nvPr/>
      </p:nvGrpSpPr>
      <p:grpSpPr>
        <a:xfrm>
          <a:off x="0" y="0"/>
          <a:ext cx="0" cy="0"/>
          <a:chOff x="0" y="0"/>
          <a:chExt cx="0" cy="0"/>
        </a:xfrm>
      </p:grpSpPr>
      <p:pic>
        <p:nvPicPr>
          <p:cNvPr id="2032" name="Google Shape;2032;p1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33" name="Google Shape;2033;p1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34" name="Google Shape;2034;p152"/>
          <p:cNvGrpSpPr/>
          <p:nvPr/>
        </p:nvGrpSpPr>
        <p:grpSpPr>
          <a:xfrm>
            <a:off x="2" y="156617"/>
            <a:ext cx="719987" cy="944360"/>
            <a:chOff x="2" y="156617"/>
            <a:chExt cx="719987" cy="944360"/>
          </a:xfrm>
        </p:grpSpPr>
        <p:pic>
          <p:nvPicPr>
            <p:cNvPr id="2035" name="Google Shape;2035;p15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36" name="Google Shape;2036;p15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37" name="Google Shape;2037;p152"/>
          <p:cNvGrpSpPr/>
          <p:nvPr/>
        </p:nvGrpSpPr>
        <p:grpSpPr>
          <a:xfrm>
            <a:off x="0" y="0"/>
            <a:ext cx="9569050" cy="5569647"/>
            <a:chOff x="0" y="0"/>
            <a:chExt cx="9569050" cy="5569647"/>
          </a:xfrm>
        </p:grpSpPr>
        <p:sp>
          <p:nvSpPr>
            <p:cNvPr id="2038" name="Google Shape;2038;p15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39" name="Google Shape;2039;p15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040" name="Shape 2040"/>
        <p:cNvGrpSpPr/>
        <p:nvPr/>
      </p:nvGrpSpPr>
      <p:grpSpPr>
        <a:xfrm>
          <a:off x="0" y="0"/>
          <a:ext cx="0" cy="0"/>
          <a:chOff x="0" y="0"/>
          <a:chExt cx="0" cy="0"/>
        </a:xfrm>
      </p:grpSpPr>
      <p:pic>
        <p:nvPicPr>
          <p:cNvPr id="2041" name="Google Shape;2041;p15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42" name="Google Shape;2042;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43" name="Google Shape;2043;p153"/>
          <p:cNvGrpSpPr/>
          <p:nvPr/>
        </p:nvGrpSpPr>
        <p:grpSpPr>
          <a:xfrm>
            <a:off x="2" y="156617"/>
            <a:ext cx="719987" cy="944360"/>
            <a:chOff x="2" y="156617"/>
            <a:chExt cx="719987" cy="944360"/>
          </a:xfrm>
        </p:grpSpPr>
        <p:pic>
          <p:nvPicPr>
            <p:cNvPr id="2044" name="Google Shape;2044;p15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45" name="Google Shape;2045;p15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46" name="Google Shape;2046;p153"/>
          <p:cNvGrpSpPr/>
          <p:nvPr/>
        </p:nvGrpSpPr>
        <p:grpSpPr>
          <a:xfrm>
            <a:off x="0" y="0"/>
            <a:ext cx="9569050" cy="5569647"/>
            <a:chOff x="0" y="0"/>
            <a:chExt cx="9569050" cy="5569647"/>
          </a:xfrm>
        </p:grpSpPr>
        <p:sp>
          <p:nvSpPr>
            <p:cNvPr id="2047" name="Google Shape;2047;p15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48" name="Google Shape;2048;p15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049" name="Shape 2049"/>
        <p:cNvGrpSpPr/>
        <p:nvPr/>
      </p:nvGrpSpPr>
      <p:grpSpPr>
        <a:xfrm>
          <a:off x="0" y="0"/>
          <a:ext cx="0" cy="0"/>
          <a:chOff x="0" y="0"/>
          <a:chExt cx="0" cy="0"/>
        </a:xfrm>
      </p:grpSpPr>
      <p:pic>
        <p:nvPicPr>
          <p:cNvPr id="2050" name="Google Shape;2050;p15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51" name="Google Shape;2051;p154"/>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2" name="Google Shape;2052;p154"/>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3" name="Google Shape;2053;p154"/>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4" name="Google Shape;2054;p154"/>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5" name="Google Shape;2055;p154"/>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6" name="Google Shape;2056;p154"/>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057" name="Google Shape;2057;p154"/>
          <p:cNvGrpSpPr/>
          <p:nvPr/>
        </p:nvGrpSpPr>
        <p:grpSpPr>
          <a:xfrm>
            <a:off x="-601700" y="0"/>
            <a:ext cx="10705100" cy="4676150"/>
            <a:chOff x="-601700" y="0"/>
            <a:chExt cx="10705100" cy="4676150"/>
          </a:xfrm>
        </p:grpSpPr>
        <p:sp>
          <p:nvSpPr>
            <p:cNvPr id="2058" name="Google Shape;2058;p15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59" name="Google Shape;2059;p154"/>
            <p:cNvGrpSpPr/>
            <p:nvPr/>
          </p:nvGrpSpPr>
          <p:grpSpPr>
            <a:xfrm rot="5400000">
              <a:off x="-2006450" y="1404750"/>
              <a:ext cx="4014600" cy="1205100"/>
              <a:chOff x="150" y="4543750"/>
              <a:chExt cx="4014600" cy="1205100"/>
            </a:xfrm>
          </p:grpSpPr>
          <p:sp>
            <p:nvSpPr>
              <p:cNvPr id="2060" name="Google Shape;2060;p15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61" name="Google Shape;2061;p15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062" name="Google Shape;2062;p154"/>
          <p:cNvGrpSpPr/>
          <p:nvPr/>
        </p:nvGrpSpPr>
        <p:grpSpPr>
          <a:xfrm>
            <a:off x="8206512" y="4230524"/>
            <a:ext cx="848365" cy="950159"/>
            <a:chOff x="41662" y="277999"/>
            <a:chExt cx="848365" cy="950159"/>
          </a:xfrm>
        </p:grpSpPr>
        <p:pic>
          <p:nvPicPr>
            <p:cNvPr id="2063" name="Google Shape;2063;p15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064" name="Google Shape;2064;p15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065" name="Google Shape;2065;p15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066" name="Shape 2066"/>
        <p:cNvGrpSpPr/>
        <p:nvPr/>
      </p:nvGrpSpPr>
      <p:grpSpPr>
        <a:xfrm>
          <a:off x="0" y="0"/>
          <a:ext cx="0" cy="0"/>
          <a:chOff x="0" y="0"/>
          <a:chExt cx="0" cy="0"/>
        </a:xfrm>
      </p:grpSpPr>
      <p:pic>
        <p:nvPicPr>
          <p:cNvPr id="2067" name="Google Shape;2067;p155"/>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068" name="Google Shape;2068;p155"/>
          <p:cNvGrpSpPr/>
          <p:nvPr/>
        </p:nvGrpSpPr>
        <p:grpSpPr>
          <a:xfrm>
            <a:off x="-962824" y="-872075"/>
            <a:ext cx="10524450" cy="6436800"/>
            <a:chOff x="-962824" y="-872075"/>
            <a:chExt cx="10524450" cy="6436800"/>
          </a:xfrm>
        </p:grpSpPr>
        <p:sp>
          <p:nvSpPr>
            <p:cNvPr id="2069" name="Google Shape;2069;p155"/>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70" name="Google Shape;2070;p155"/>
            <p:cNvGrpSpPr/>
            <p:nvPr/>
          </p:nvGrpSpPr>
          <p:grpSpPr>
            <a:xfrm flipH="1">
              <a:off x="502351" y="-872075"/>
              <a:ext cx="2489300" cy="1740000"/>
              <a:chOff x="6148925" y="-872075"/>
              <a:chExt cx="2489300" cy="1740000"/>
            </a:xfrm>
          </p:grpSpPr>
          <p:sp>
            <p:nvSpPr>
              <p:cNvPr id="2071" name="Google Shape;2071;p1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2" name="Google Shape;2072;p1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73" name="Google Shape;2073;p155"/>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4" name="Google Shape;2074;p155"/>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75" name="Google Shape;2075;p155"/>
          <p:cNvGrpSpPr/>
          <p:nvPr/>
        </p:nvGrpSpPr>
        <p:grpSpPr>
          <a:xfrm>
            <a:off x="-962825" y="81904"/>
            <a:ext cx="10251619" cy="5069347"/>
            <a:chOff x="-962825" y="81904"/>
            <a:chExt cx="10251619" cy="5069347"/>
          </a:xfrm>
        </p:grpSpPr>
        <p:pic>
          <p:nvPicPr>
            <p:cNvPr id="2076" name="Google Shape;2076;p155"/>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077" name="Google Shape;2077;p155"/>
            <p:cNvGrpSpPr/>
            <p:nvPr/>
          </p:nvGrpSpPr>
          <p:grpSpPr>
            <a:xfrm flipH="1">
              <a:off x="7678302" y="4401391"/>
              <a:ext cx="1102438" cy="577167"/>
              <a:chOff x="359837" y="4401391"/>
              <a:chExt cx="1102438" cy="577167"/>
            </a:xfrm>
          </p:grpSpPr>
          <p:pic>
            <p:nvPicPr>
              <p:cNvPr id="2078" name="Google Shape;2078;p15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79" name="Google Shape;2079;p15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080" name="Google Shape;2080;p155"/>
            <p:cNvGrpSpPr/>
            <p:nvPr/>
          </p:nvGrpSpPr>
          <p:grpSpPr>
            <a:xfrm flipH="1">
              <a:off x="8100369" y="81904"/>
              <a:ext cx="1188426" cy="1227668"/>
              <a:chOff x="-7843" y="83454"/>
              <a:chExt cx="1188426" cy="1227668"/>
            </a:xfrm>
          </p:grpSpPr>
          <p:pic>
            <p:nvPicPr>
              <p:cNvPr id="2081" name="Google Shape;2081;p15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082" name="Google Shape;2082;p15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083" name="Google Shape;2083;p15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084" name="Google Shape;2084;p155"/>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85" name="Google Shape;2085;p155"/>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6" name="Google Shape;2086;p155"/>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87" name="Shape 2087"/>
        <p:cNvGrpSpPr/>
        <p:nvPr/>
      </p:nvGrpSpPr>
      <p:grpSpPr>
        <a:xfrm>
          <a:off x="0" y="0"/>
          <a:ext cx="0" cy="0"/>
          <a:chOff x="0" y="0"/>
          <a:chExt cx="0" cy="0"/>
        </a:xfrm>
      </p:grpSpPr>
      <p:pic>
        <p:nvPicPr>
          <p:cNvPr id="2088" name="Google Shape;2088;p15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89" name="Google Shape;2089;p156"/>
          <p:cNvGrpSpPr/>
          <p:nvPr/>
        </p:nvGrpSpPr>
        <p:grpSpPr>
          <a:xfrm>
            <a:off x="0" y="-613825"/>
            <a:ext cx="9564675" cy="6140950"/>
            <a:chOff x="0" y="-613825"/>
            <a:chExt cx="9564675" cy="6140950"/>
          </a:xfrm>
        </p:grpSpPr>
        <p:sp>
          <p:nvSpPr>
            <p:cNvPr id="2090" name="Google Shape;2090;p156"/>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1" name="Google Shape;2091;p156"/>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2" name="Google Shape;2092;p156"/>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093" name="Shape 2093"/>
        <p:cNvGrpSpPr/>
        <p:nvPr/>
      </p:nvGrpSpPr>
      <p:grpSpPr>
        <a:xfrm>
          <a:off x="0" y="0"/>
          <a:ext cx="0" cy="0"/>
          <a:chOff x="0" y="0"/>
          <a:chExt cx="0" cy="0"/>
        </a:xfrm>
      </p:grpSpPr>
      <p:pic>
        <p:nvPicPr>
          <p:cNvPr id="2094" name="Google Shape;2094;p15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95" name="Google Shape;2095;p157"/>
          <p:cNvGrpSpPr/>
          <p:nvPr/>
        </p:nvGrpSpPr>
        <p:grpSpPr>
          <a:xfrm>
            <a:off x="-601700" y="0"/>
            <a:ext cx="10358225" cy="5143500"/>
            <a:chOff x="-601700" y="0"/>
            <a:chExt cx="10358225" cy="5143500"/>
          </a:xfrm>
        </p:grpSpPr>
        <p:grpSp>
          <p:nvGrpSpPr>
            <p:cNvPr id="2096" name="Google Shape;2096;p157"/>
            <p:cNvGrpSpPr/>
            <p:nvPr/>
          </p:nvGrpSpPr>
          <p:grpSpPr>
            <a:xfrm rot="5400000">
              <a:off x="-2006450" y="1404750"/>
              <a:ext cx="4014600" cy="1205100"/>
              <a:chOff x="150" y="4543750"/>
              <a:chExt cx="4014600" cy="1205100"/>
            </a:xfrm>
          </p:grpSpPr>
          <p:sp>
            <p:nvSpPr>
              <p:cNvPr id="2097" name="Google Shape;2097;p15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8" name="Google Shape;2098;p15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99" name="Google Shape;2099;p157"/>
            <p:cNvGrpSpPr/>
            <p:nvPr/>
          </p:nvGrpSpPr>
          <p:grpSpPr>
            <a:xfrm rot="-5400000">
              <a:off x="7146675" y="2533650"/>
              <a:ext cx="4014600" cy="1205100"/>
              <a:chOff x="150" y="4543750"/>
              <a:chExt cx="4014600" cy="1205100"/>
            </a:xfrm>
          </p:grpSpPr>
          <p:sp>
            <p:nvSpPr>
              <p:cNvPr id="2100" name="Google Shape;2100;p157"/>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01" name="Google Shape;2101;p157"/>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05" name="Shape 2105"/>
        <p:cNvGrpSpPr/>
        <p:nvPr/>
      </p:nvGrpSpPr>
      <p:grpSpPr>
        <a:xfrm>
          <a:off x="0" y="0"/>
          <a:ext cx="0" cy="0"/>
          <a:chOff x="0" y="0"/>
          <a:chExt cx="0" cy="0"/>
        </a:xfrm>
      </p:grpSpPr>
      <p:pic>
        <p:nvPicPr>
          <p:cNvPr id="2106" name="Google Shape;2106;p15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07" name="Google Shape;2107;p159"/>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108" name="Google Shape;2108;p159"/>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109" name="Google Shape;2109;p159"/>
          <p:cNvGrpSpPr/>
          <p:nvPr/>
        </p:nvGrpSpPr>
        <p:grpSpPr>
          <a:xfrm>
            <a:off x="-421050" y="-872075"/>
            <a:ext cx="10524450" cy="6436800"/>
            <a:chOff x="-421050" y="-872075"/>
            <a:chExt cx="10524450" cy="6436800"/>
          </a:xfrm>
        </p:grpSpPr>
        <p:sp>
          <p:nvSpPr>
            <p:cNvPr id="2110" name="Google Shape;2110;p15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11" name="Google Shape;2111;p159"/>
            <p:cNvGrpSpPr/>
            <p:nvPr/>
          </p:nvGrpSpPr>
          <p:grpSpPr>
            <a:xfrm>
              <a:off x="6148925" y="-872075"/>
              <a:ext cx="2489300" cy="1740000"/>
              <a:chOff x="6148925" y="-872075"/>
              <a:chExt cx="2489300" cy="1740000"/>
            </a:xfrm>
          </p:grpSpPr>
          <p:sp>
            <p:nvSpPr>
              <p:cNvPr id="2112" name="Google Shape;2112;p15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3" name="Google Shape;2113;p15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114" name="Google Shape;2114;p15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5" name="Google Shape;2115;p15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16" name="Google Shape;2116;p159"/>
          <p:cNvGrpSpPr/>
          <p:nvPr/>
        </p:nvGrpSpPr>
        <p:grpSpPr>
          <a:xfrm>
            <a:off x="-148218" y="81904"/>
            <a:ext cx="10251619" cy="5069347"/>
            <a:chOff x="-148218" y="81904"/>
            <a:chExt cx="10251619" cy="5069347"/>
          </a:xfrm>
        </p:grpSpPr>
        <p:pic>
          <p:nvPicPr>
            <p:cNvPr id="2117" name="Google Shape;2117;p15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18" name="Google Shape;2118;p159"/>
            <p:cNvGrpSpPr/>
            <p:nvPr/>
          </p:nvGrpSpPr>
          <p:grpSpPr>
            <a:xfrm>
              <a:off x="359837" y="4401391"/>
              <a:ext cx="1102438" cy="577167"/>
              <a:chOff x="359837" y="4401391"/>
              <a:chExt cx="1102438" cy="577167"/>
            </a:xfrm>
          </p:grpSpPr>
          <p:pic>
            <p:nvPicPr>
              <p:cNvPr id="2119" name="Google Shape;2119;p15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20" name="Google Shape;2120;p15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121" name="Google Shape;2121;p159"/>
            <p:cNvGrpSpPr/>
            <p:nvPr/>
          </p:nvGrpSpPr>
          <p:grpSpPr>
            <a:xfrm>
              <a:off x="-148218" y="81904"/>
              <a:ext cx="1188426" cy="1227668"/>
              <a:chOff x="-7843" y="83454"/>
              <a:chExt cx="1188426" cy="1227668"/>
            </a:xfrm>
          </p:grpSpPr>
          <p:pic>
            <p:nvPicPr>
              <p:cNvPr id="2122" name="Google Shape;2122;p15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123" name="Google Shape;2123;p15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124" name="Google Shape;2124;p15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25" name="Shape 2125"/>
        <p:cNvGrpSpPr/>
        <p:nvPr/>
      </p:nvGrpSpPr>
      <p:grpSpPr>
        <a:xfrm>
          <a:off x="0" y="0"/>
          <a:ext cx="0" cy="0"/>
          <a:chOff x="0" y="0"/>
          <a:chExt cx="0" cy="0"/>
        </a:xfrm>
      </p:grpSpPr>
      <p:pic>
        <p:nvPicPr>
          <p:cNvPr id="2126" name="Google Shape;2126;p16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27" name="Google Shape;2127;p160"/>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28" name="Google Shape;2128;p160"/>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129" name="Google Shape;2129;p160"/>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130" name="Google Shape;2130;p160"/>
          <p:cNvGrpSpPr/>
          <p:nvPr/>
        </p:nvGrpSpPr>
        <p:grpSpPr>
          <a:xfrm>
            <a:off x="8206512" y="4230524"/>
            <a:ext cx="848365" cy="950159"/>
            <a:chOff x="41662" y="277999"/>
            <a:chExt cx="848365" cy="950159"/>
          </a:xfrm>
        </p:grpSpPr>
        <p:pic>
          <p:nvPicPr>
            <p:cNvPr id="2131" name="Google Shape;2131;p16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132" name="Google Shape;2132;p16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133" name="Google Shape;2133;p16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134" name="Google Shape;2134;p160"/>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135" name="Google Shape;2135;p160"/>
          <p:cNvGrpSpPr/>
          <p:nvPr/>
        </p:nvGrpSpPr>
        <p:grpSpPr>
          <a:xfrm>
            <a:off x="-601700" y="-872075"/>
            <a:ext cx="10705100" cy="5548225"/>
            <a:chOff x="-601700" y="-872075"/>
            <a:chExt cx="10705100" cy="5548225"/>
          </a:xfrm>
        </p:grpSpPr>
        <p:sp>
          <p:nvSpPr>
            <p:cNvPr id="2136" name="Google Shape;2136;p16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37" name="Google Shape;2137;p160"/>
            <p:cNvGrpSpPr/>
            <p:nvPr/>
          </p:nvGrpSpPr>
          <p:grpSpPr>
            <a:xfrm rot="5400000">
              <a:off x="-2006450" y="1404750"/>
              <a:ext cx="4014600" cy="1205100"/>
              <a:chOff x="150" y="4543750"/>
              <a:chExt cx="4014600" cy="1205100"/>
            </a:xfrm>
          </p:grpSpPr>
          <p:sp>
            <p:nvSpPr>
              <p:cNvPr id="2138" name="Google Shape;2138;p16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39" name="Google Shape;2139;p16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40" name="Google Shape;2140;p160"/>
            <p:cNvGrpSpPr/>
            <p:nvPr/>
          </p:nvGrpSpPr>
          <p:grpSpPr>
            <a:xfrm>
              <a:off x="6148925" y="-872075"/>
              <a:ext cx="2489300" cy="1740000"/>
              <a:chOff x="6148925" y="-872075"/>
              <a:chExt cx="2489300" cy="1740000"/>
            </a:xfrm>
          </p:grpSpPr>
          <p:sp>
            <p:nvSpPr>
              <p:cNvPr id="2141" name="Google Shape;2141;p16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2" name="Google Shape;2142;p16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43" name="Shape 2143"/>
        <p:cNvGrpSpPr/>
        <p:nvPr/>
      </p:nvGrpSpPr>
      <p:grpSpPr>
        <a:xfrm>
          <a:off x="0" y="0"/>
          <a:ext cx="0" cy="0"/>
          <a:chOff x="0" y="0"/>
          <a:chExt cx="0" cy="0"/>
        </a:xfrm>
      </p:grpSpPr>
      <p:pic>
        <p:nvPicPr>
          <p:cNvPr id="2144" name="Google Shape;2144;p1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45" name="Google Shape;2145;p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6" name="Google Shape;2146;p161"/>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147" name="Google Shape;2147;p161"/>
          <p:cNvGrpSpPr/>
          <p:nvPr/>
        </p:nvGrpSpPr>
        <p:grpSpPr>
          <a:xfrm>
            <a:off x="150" y="2779250"/>
            <a:ext cx="10103250" cy="2785475"/>
            <a:chOff x="150" y="2779250"/>
            <a:chExt cx="10103250" cy="2785475"/>
          </a:xfrm>
        </p:grpSpPr>
        <p:sp>
          <p:nvSpPr>
            <p:cNvPr id="2148" name="Google Shape;2148;p16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9" name="Google Shape;2149;p16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50" name="Google Shape;2150;p161"/>
          <p:cNvGrpSpPr/>
          <p:nvPr/>
        </p:nvGrpSpPr>
        <p:grpSpPr>
          <a:xfrm>
            <a:off x="2" y="156617"/>
            <a:ext cx="1462273" cy="4821940"/>
            <a:chOff x="2" y="156617"/>
            <a:chExt cx="1462273" cy="4821940"/>
          </a:xfrm>
        </p:grpSpPr>
        <p:grpSp>
          <p:nvGrpSpPr>
            <p:cNvPr id="2151" name="Google Shape;2151;p161"/>
            <p:cNvGrpSpPr/>
            <p:nvPr/>
          </p:nvGrpSpPr>
          <p:grpSpPr>
            <a:xfrm>
              <a:off x="2" y="156617"/>
              <a:ext cx="719987" cy="944360"/>
              <a:chOff x="2" y="156617"/>
              <a:chExt cx="719987" cy="944360"/>
            </a:xfrm>
          </p:grpSpPr>
          <p:pic>
            <p:nvPicPr>
              <p:cNvPr id="2152" name="Google Shape;2152;p16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53" name="Google Shape;2153;p16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154" name="Google Shape;2154;p161"/>
            <p:cNvGrpSpPr/>
            <p:nvPr/>
          </p:nvGrpSpPr>
          <p:grpSpPr>
            <a:xfrm>
              <a:off x="359837" y="4401391"/>
              <a:ext cx="1102438" cy="577167"/>
              <a:chOff x="359837" y="4401391"/>
              <a:chExt cx="1102438" cy="577167"/>
            </a:xfrm>
          </p:grpSpPr>
          <p:pic>
            <p:nvPicPr>
              <p:cNvPr id="2155" name="Google Shape;2155;p16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56" name="Google Shape;2156;p16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7" name="Shape 2157"/>
        <p:cNvGrpSpPr/>
        <p:nvPr/>
      </p:nvGrpSpPr>
      <p:grpSpPr>
        <a:xfrm>
          <a:off x="0" y="0"/>
          <a:ext cx="0" cy="0"/>
          <a:chOff x="0" y="0"/>
          <a:chExt cx="0" cy="0"/>
        </a:xfrm>
      </p:grpSpPr>
      <p:pic>
        <p:nvPicPr>
          <p:cNvPr id="2158" name="Google Shape;2158;p16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59" name="Google Shape;2159;p1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60" name="Google Shape;2160;p162"/>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1" name="Google Shape;2161;p162"/>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2" name="Google Shape;2162;p162"/>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163" name="Google Shape;2163;p162"/>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164" name="Google Shape;2164;p162"/>
          <p:cNvGrpSpPr/>
          <p:nvPr/>
        </p:nvGrpSpPr>
        <p:grpSpPr>
          <a:xfrm>
            <a:off x="150" y="2779250"/>
            <a:ext cx="10103250" cy="2785475"/>
            <a:chOff x="150" y="2779250"/>
            <a:chExt cx="10103250" cy="2785475"/>
          </a:xfrm>
        </p:grpSpPr>
        <p:sp>
          <p:nvSpPr>
            <p:cNvPr id="2165" name="Google Shape;2165;p16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66" name="Google Shape;2166;p16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67" name="Google Shape;2167;p162"/>
          <p:cNvGrpSpPr/>
          <p:nvPr/>
        </p:nvGrpSpPr>
        <p:grpSpPr>
          <a:xfrm>
            <a:off x="2" y="156617"/>
            <a:ext cx="10103400" cy="4994633"/>
            <a:chOff x="2" y="156617"/>
            <a:chExt cx="10103400" cy="4994633"/>
          </a:xfrm>
        </p:grpSpPr>
        <p:grpSp>
          <p:nvGrpSpPr>
            <p:cNvPr id="2168" name="Google Shape;2168;p162"/>
            <p:cNvGrpSpPr/>
            <p:nvPr/>
          </p:nvGrpSpPr>
          <p:grpSpPr>
            <a:xfrm>
              <a:off x="2" y="156617"/>
              <a:ext cx="719987" cy="944360"/>
              <a:chOff x="2" y="156617"/>
              <a:chExt cx="719987" cy="944360"/>
            </a:xfrm>
          </p:grpSpPr>
          <p:pic>
            <p:nvPicPr>
              <p:cNvPr id="2169" name="Google Shape;2169;p16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70" name="Google Shape;2170;p16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171" name="Google Shape;2171;p162"/>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72" name="Google Shape;2172;p162"/>
            <p:cNvGrpSpPr/>
            <p:nvPr/>
          </p:nvGrpSpPr>
          <p:grpSpPr>
            <a:xfrm>
              <a:off x="359837" y="4401391"/>
              <a:ext cx="1102438" cy="577167"/>
              <a:chOff x="359837" y="4401391"/>
              <a:chExt cx="1102438" cy="577167"/>
            </a:xfrm>
          </p:grpSpPr>
          <p:pic>
            <p:nvPicPr>
              <p:cNvPr id="2173" name="Google Shape;2173;p162"/>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74" name="Google Shape;2174;p1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5" name="Shape 2175"/>
        <p:cNvGrpSpPr/>
        <p:nvPr/>
      </p:nvGrpSpPr>
      <p:grpSpPr>
        <a:xfrm>
          <a:off x="0" y="0"/>
          <a:ext cx="0" cy="0"/>
          <a:chOff x="0" y="0"/>
          <a:chExt cx="0" cy="0"/>
        </a:xfrm>
      </p:grpSpPr>
      <p:pic>
        <p:nvPicPr>
          <p:cNvPr id="2176" name="Google Shape;2176;p16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77" name="Google Shape;2177;p1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178" name="Google Shape;2178;p163"/>
          <p:cNvGrpSpPr/>
          <p:nvPr/>
        </p:nvGrpSpPr>
        <p:grpSpPr>
          <a:xfrm>
            <a:off x="5129400" y="4543750"/>
            <a:ext cx="4014600" cy="1205100"/>
            <a:chOff x="5129400" y="4543750"/>
            <a:chExt cx="4014600" cy="1205100"/>
          </a:xfrm>
        </p:grpSpPr>
        <p:sp>
          <p:nvSpPr>
            <p:cNvPr id="2179" name="Google Shape;2179;p163"/>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80" name="Google Shape;2180;p163"/>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81" name="Google Shape;2181;p163"/>
          <p:cNvGrpSpPr/>
          <p:nvPr/>
        </p:nvGrpSpPr>
        <p:grpSpPr>
          <a:xfrm>
            <a:off x="2" y="156617"/>
            <a:ext cx="9296400" cy="4986881"/>
            <a:chOff x="2" y="156617"/>
            <a:chExt cx="9296400" cy="4986881"/>
          </a:xfrm>
        </p:grpSpPr>
        <p:grpSp>
          <p:nvGrpSpPr>
            <p:cNvPr id="2182" name="Google Shape;2182;p163"/>
            <p:cNvGrpSpPr/>
            <p:nvPr/>
          </p:nvGrpSpPr>
          <p:grpSpPr>
            <a:xfrm>
              <a:off x="2" y="156617"/>
              <a:ext cx="719987" cy="944360"/>
              <a:chOff x="2" y="156617"/>
              <a:chExt cx="719987" cy="944360"/>
            </a:xfrm>
          </p:grpSpPr>
          <p:pic>
            <p:nvPicPr>
              <p:cNvPr id="2183" name="Google Shape;2183;p1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84" name="Google Shape;2184;p1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185" name="Google Shape;2185;p163"/>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86" name="Shape 2186"/>
        <p:cNvGrpSpPr/>
        <p:nvPr/>
      </p:nvGrpSpPr>
      <p:grpSpPr>
        <a:xfrm>
          <a:off x="0" y="0"/>
          <a:ext cx="0" cy="0"/>
          <a:chOff x="0" y="0"/>
          <a:chExt cx="0" cy="0"/>
        </a:xfrm>
      </p:grpSpPr>
      <p:pic>
        <p:nvPicPr>
          <p:cNvPr id="2187" name="Google Shape;2187;p16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88" name="Google Shape;2188;p16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89" name="Google Shape;2189;p164"/>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190" name="Google Shape;2190;p16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91" name="Google Shape;2191;p164"/>
          <p:cNvGrpSpPr/>
          <p:nvPr/>
        </p:nvGrpSpPr>
        <p:grpSpPr>
          <a:xfrm>
            <a:off x="2" y="156617"/>
            <a:ext cx="1462273" cy="4821940"/>
            <a:chOff x="2" y="156617"/>
            <a:chExt cx="1462273" cy="4821940"/>
          </a:xfrm>
        </p:grpSpPr>
        <p:grpSp>
          <p:nvGrpSpPr>
            <p:cNvPr id="2192" name="Google Shape;2192;p164"/>
            <p:cNvGrpSpPr/>
            <p:nvPr/>
          </p:nvGrpSpPr>
          <p:grpSpPr>
            <a:xfrm>
              <a:off x="2" y="156617"/>
              <a:ext cx="719987" cy="944360"/>
              <a:chOff x="2" y="156617"/>
              <a:chExt cx="719987" cy="944360"/>
            </a:xfrm>
          </p:grpSpPr>
          <p:pic>
            <p:nvPicPr>
              <p:cNvPr id="2193" name="Google Shape;2193;p1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94" name="Google Shape;2194;p1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195" name="Google Shape;2195;p164"/>
            <p:cNvGrpSpPr/>
            <p:nvPr/>
          </p:nvGrpSpPr>
          <p:grpSpPr>
            <a:xfrm>
              <a:off x="359837" y="4401391"/>
              <a:ext cx="1102438" cy="577167"/>
              <a:chOff x="359837" y="4401391"/>
              <a:chExt cx="1102438" cy="577167"/>
            </a:xfrm>
          </p:grpSpPr>
          <p:pic>
            <p:nvPicPr>
              <p:cNvPr id="2196" name="Google Shape;2196;p1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97" name="Google Shape;2197;p1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98" name="Shape 2198"/>
        <p:cNvGrpSpPr/>
        <p:nvPr/>
      </p:nvGrpSpPr>
      <p:grpSpPr>
        <a:xfrm>
          <a:off x="0" y="0"/>
          <a:ext cx="0" cy="0"/>
          <a:chOff x="0" y="0"/>
          <a:chExt cx="0" cy="0"/>
        </a:xfrm>
      </p:grpSpPr>
      <p:pic>
        <p:nvPicPr>
          <p:cNvPr id="2199" name="Google Shape;2199;p16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00" name="Google Shape;2200;p165"/>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201" name="Google Shape;2201;p165"/>
          <p:cNvGrpSpPr/>
          <p:nvPr/>
        </p:nvGrpSpPr>
        <p:grpSpPr>
          <a:xfrm>
            <a:off x="-421050" y="0"/>
            <a:ext cx="10524450" cy="5564725"/>
            <a:chOff x="-421050" y="0"/>
            <a:chExt cx="10524450" cy="5564725"/>
          </a:xfrm>
        </p:grpSpPr>
        <p:sp>
          <p:nvSpPr>
            <p:cNvPr id="2202" name="Google Shape;2202;p165"/>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3" name="Google Shape;2203;p16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4" name="Google Shape;2204;p16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05" name="Google Shape;2205;p165"/>
          <p:cNvGrpSpPr/>
          <p:nvPr/>
        </p:nvGrpSpPr>
        <p:grpSpPr>
          <a:xfrm>
            <a:off x="-148218" y="81904"/>
            <a:ext cx="10251619" cy="5069347"/>
            <a:chOff x="-148218" y="81904"/>
            <a:chExt cx="10251619" cy="5069347"/>
          </a:xfrm>
        </p:grpSpPr>
        <p:pic>
          <p:nvPicPr>
            <p:cNvPr id="2206" name="Google Shape;2206;p165"/>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207" name="Google Shape;2207;p165"/>
            <p:cNvGrpSpPr/>
            <p:nvPr/>
          </p:nvGrpSpPr>
          <p:grpSpPr>
            <a:xfrm>
              <a:off x="359837" y="4401391"/>
              <a:ext cx="1102438" cy="577167"/>
              <a:chOff x="359837" y="4401391"/>
              <a:chExt cx="1102438" cy="577167"/>
            </a:xfrm>
          </p:grpSpPr>
          <p:pic>
            <p:nvPicPr>
              <p:cNvPr id="2208" name="Google Shape;2208;p16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209" name="Google Shape;2209;p16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210" name="Google Shape;2210;p165"/>
            <p:cNvGrpSpPr/>
            <p:nvPr/>
          </p:nvGrpSpPr>
          <p:grpSpPr>
            <a:xfrm>
              <a:off x="-148218" y="81904"/>
              <a:ext cx="1188426" cy="1227668"/>
              <a:chOff x="-7843" y="83454"/>
              <a:chExt cx="1188426" cy="1227668"/>
            </a:xfrm>
          </p:grpSpPr>
          <p:pic>
            <p:nvPicPr>
              <p:cNvPr id="2211" name="Google Shape;2211;p16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212" name="Google Shape;2212;p16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213" name="Google Shape;2213;p16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14" name="Shape 2214"/>
        <p:cNvGrpSpPr/>
        <p:nvPr/>
      </p:nvGrpSpPr>
      <p:grpSpPr>
        <a:xfrm>
          <a:off x="0" y="0"/>
          <a:ext cx="0" cy="0"/>
          <a:chOff x="0" y="0"/>
          <a:chExt cx="0" cy="0"/>
        </a:xfrm>
      </p:grpSpPr>
      <p:pic>
        <p:nvPicPr>
          <p:cNvPr id="2215" name="Google Shape;2215;p16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16" name="Google Shape;2216;p166"/>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217" name="Google Shape;2217;p166"/>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18" name="Google Shape;2218;p166"/>
          <p:cNvGrpSpPr/>
          <p:nvPr/>
        </p:nvGrpSpPr>
        <p:grpSpPr>
          <a:xfrm>
            <a:off x="0" y="-859375"/>
            <a:ext cx="9504775" cy="6608225"/>
            <a:chOff x="0" y="-859375"/>
            <a:chExt cx="9504775" cy="6608225"/>
          </a:xfrm>
        </p:grpSpPr>
        <p:grpSp>
          <p:nvGrpSpPr>
            <p:cNvPr id="2219" name="Google Shape;2219;p166"/>
            <p:cNvGrpSpPr/>
            <p:nvPr/>
          </p:nvGrpSpPr>
          <p:grpSpPr>
            <a:xfrm flipH="1">
              <a:off x="5129400" y="4543750"/>
              <a:ext cx="4014600" cy="1205100"/>
              <a:chOff x="150" y="4543750"/>
              <a:chExt cx="4014600" cy="1205100"/>
            </a:xfrm>
          </p:grpSpPr>
          <p:sp>
            <p:nvSpPr>
              <p:cNvPr id="2220" name="Google Shape;2220;p166"/>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1" name="Google Shape;2221;p166"/>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22" name="Google Shape;2222;p166"/>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23" name="Google Shape;2223;p166"/>
            <p:cNvGrpSpPr/>
            <p:nvPr/>
          </p:nvGrpSpPr>
          <p:grpSpPr>
            <a:xfrm flipH="1">
              <a:off x="0" y="-859375"/>
              <a:ext cx="2489300" cy="1740000"/>
              <a:chOff x="6148925" y="-872075"/>
              <a:chExt cx="2489300" cy="1740000"/>
            </a:xfrm>
          </p:grpSpPr>
          <p:sp>
            <p:nvSpPr>
              <p:cNvPr id="2224" name="Google Shape;2224;p16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5" name="Google Shape;2225;p16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26" name="Google Shape;2226;p166"/>
          <p:cNvGrpSpPr/>
          <p:nvPr/>
        </p:nvGrpSpPr>
        <p:grpSpPr>
          <a:xfrm>
            <a:off x="-736999" y="-445900"/>
            <a:ext cx="10033401" cy="5589398"/>
            <a:chOff x="-736999" y="-445900"/>
            <a:chExt cx="10033401" cy="5589398"/>
          </a:xfrm>
        </p:grpSpPr>
        <p:pic>
          <p:nvPicPr>
            <p:cNvPr id="2227" name="Google Shape;2227;p16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228" name="Google Shape;2228;p166"/>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9" name="Shape 2229"/>
        <p:cNvGrpSpPr/>
        <p:nvPr/>
      </p:nvGrpSpPr>
      <p:grpSpPr>
        <a:xfrm>
          <a:off x="0" y="0"/>
          <a:ext cx="0" cy="0"/>
          <a:chOff x="0" y="0"/>
          <a:chExt cx="0" cy="0"/>
        </a:xfrm>
      </p:grpSpPr>
      <p:sp>
        <p:nvSpPr>
          <p:cNvPr id="2230" name="Google Shape;2230;p167"/>
          <p:cNvSpPr/>
          <p:nvPr>
            <p:ph idx="2" type="pic"/>
          </p:nvPr>
        </p:nvSpPr>
        <p:spPr>
          <a:xfrm>
            <a:off x="-25" y="-13725"/>
            <a:ext cx="9144000" cy="5157300"/>
          </a:xfrm>
          <a:prstGeom prst="rect">
            <a:avLst/>
          </a:prstGeom>
          <a:noFill/>
          <a:ln>
            <a:noFill/>
          </a:ln>
        </p:spPr>
      </p:sp>
      <p:sp>
        <p:nvSpPr>
          <p:cNvPr id="2231" name="Google Shape;2231;p167"/>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32" name="Shape 2232"/>
        <p:cNvGrpSpPr/>
        <p:nvPr/>
      </p:nvGrpSpPr>
      <p:grpSpPr>
        <a:xfrm>
          <a:off x="0" y="0"/>
          <a:ext cx="0" cy="0"/>
          <a:chOff x="0" y="0"/>
          <a:chExt cx="0" cy="0"/>
        </a:xfrm>
      </p:grpSpPr>
      <p:pic>
        <p:nvPicPr>
          <p:cNvPr id="2233" name="Google Shape;2233;p16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34" name="Google Shape;2234;p168"/>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35" name="Google Shape;2235;p168"/>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236" name="Google Shape;2236;p168"/>
          <p:cNvGrpSpPr/>
          <p:nvPr/>
        </p:nvGrpSpPr>
        <p:grpSpPr>
          <a:xfrm>
            <a:off x="-601700" y="-872075"/>
            <a:ext cx="10705100" cy="5548225"/>
            <a:chOff x="-601700" y="-872075"/>
            <a:chExt cx="10705100" cy="5548225"/>
          </a:xfrm>
        </p:grpSpPr>
        <p:sp>
          <p:nvSpPr>
            <p:cNvPr id="2237" name="Google Shape;2237;p16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38" name="Google Shape;2238;p168"/>
            <p:cNvGrpSpPr/>
            <p:nvPr/>
          </p:nvGrpSpPr>
          <p:grpSpPr>
            <a:xfrm rot="5400000">
              <a:off x="-2006450" y="1404750"/>
              <a:ext cx="4014600" cy="1205100"/>
              <a:chOff x="150" y="4543750"/>
              <a:chExt cx="4014600" cy="1205100"/>
            </a:xfrm>
          </p:grpSpPr>
          <p:sp>
            <p:nvSpPr>
              <p:cNvPr id="2239" name="Google Shape;2239;p16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0" name="Google Shape;2240;p16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41" name="Google Shape;2241;p168"/>
            <p:cNvGrpSpPr/>
            <p:nvPr/>
          </p:nvGrpSpPr>
          <p:grpSpPr>
            <a:xfrm>
              <a:off x="6148925" y="-872075"/>
              <a:ext cx="2489300" cy="1740000"/>
              <a:chOff x="6148925" y="-872075"/>
              <a:chExt cx="2489300" cy="1740000"/>
            </a:xfrm>
          </p:grpSpPr>
          <p:sp>
            <p:nvSpPr>
              <p:cNvPr id="2242" name="Google Shape;2242;p1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3" name="Google Shape;2243;p1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44" name="Google Shape;2244;p168"/>
          <p:cNvGrpSpPr/>
          <p:nvPr/>
        </p:nvGrpSpPr>
        <p:grpSpPr>
          <a:xfrm>
            <a:off x="-100888" y="2838714"/>
            <a:ext cx="9155766" cy="2341969"/>
            <a:chOff x="-100888" y="2838714"/>
            <a:chExt cx="9155766" cy="2341969"/>
          </a:xfrm>
        </p:grpSpPr>
        <p:grpSp>
          <p:nvGrpSpPr>
            <p:cNvPr id="2245" name="Google Shape;2245;p168"/>
            <p:cNvGrpSpPr/>
            <p:nvPr/>
          </p:nvGrpSpPr>
          <p:grpSpPr>
            <a:xfrm>
              <a:off x="8206512" y="4230524"/>
              <a:ext cx="848365" cy="950159"/>
              <a:chOff x="41662" y="277999"/>
              <a:chExt cx="848365" cy="950159"/>
            </a:xfrm>
          </p:grpSpPr>
          <p:pic>
            <p:nvPicPr>
              <p:cNvPr id="2246" name="Google Shape;2246;p16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247" name="Google Shape;2247;p16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248" name="Google Shape;2248;p16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249" name="Google Shape;2249;p168"/>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250" name="Shape 2250"/>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51" name="Shape 2251"/>
        <p:cNvGrpSpPr/>
        <p:nvPr/>
      </p:nvGrpSpPr>
      <p:grpSpPr>
        <a:xfrm>
          <a:off x="0" y="0"/>
          <a:ext cx="0" cy="0"/>
          <a:chOff x="0" y="0"/>
          <a:chExt cx="0" cy="0"/>
        </a:xfrm>
      </p:grpSpPr>
      <p:pic>
        <p:nvPicPr>
          <p:cNvPr id="2252" name="Google Shape;2252;p1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253" name="Google Shape;2253;p170"/>
          <p:cNvGrpSpPr/>
          <p:nvPr/>
        </p:nvGrpSpPr>
        <p:grpSpPr>
          <a:xfrm>
            <a:off x="7033266" y="-738725"/>
            <a:ext cx="2110732" cy="1475400"/>
            <a:chOff x="7033266" y="-738725"/>
            <a:chExt cx="2110732" cy="1475400"/>
          </a:xfrm>
        </p:grpSpPr>
        <p:sp>
          <p:nvSpPr>
            <p:cNvPr id="2254" name="Google Shape;2254;p170"/>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55" name="Google Shape;2255;p170"/>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56" name="Google Shape;2256;p1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57" name="Google Shape;2257;p170"/>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58" name="Google Shape;2258;p170"/>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59" name="Google Shape;2259;p170"/>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0" name="Google Shape;2260;p170"/>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1" name="Google Shape;2261;p170"/>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2" name="Google Shape;2262;p170"/>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3" name="Google Shape;2263;p170"/>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4" name="Google Shape;2264;p170"/>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5" name="Google Shape;2265;p170"/>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6" name="Google Shape;2266;p170"/>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7" name="Google Shape;2267;p170"/>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8" name="Google Shape;2268;p170"/>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269" name="Google Shape;2269;p170"/>
          <p:cNvGrpSpPr/>
          <p:nvPr/>
        </p:nvGrpSpPr>
        <p:grpSpPr>
          <a:xfrm>
            <a:off x="2" y="156617"/>
            <a:ext cx="9096298" cy="4929890"/>
            <a:chOff x="2" y="156617"/>
            <a:chExt cx="9096298" cy="4929890"/>
          </a:xfrm>
        </p:grpSpPr>
        <p:grpSp>
          <p:nvGrpSpPr>
            <p:cNvPr id="2270" name="Google Shape;2270;p170"/>
            <p:cNvGrpSpPr/>
            <p:nvPr/>
          </p:nvGrpSpPr>
          <p:grpSpPr>
            <a:xfrm>
              <a:off x="2" y="156617"/>
              <a:ext cx="719987" cy="944360"/>
              <a:chOff x="2" y="156617"/>
              <a:chExt cx="719987" cy="944360"/>
            </a:xfrm>
          </p:grpSpPr>
          <p:pic>
            <p:nvPicPr>
              <p:cNvPr id="2271" name="Google Shape;2271;p17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72" name="Google Shape;2272;p17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73" name="Google Shape;2273;p170"/>
            <p:cNvGrpSpPr/>
            <p:nvPr/>
          </p:nvGrpSpPr>
          <p:grpSpPr>
            <a:xfrm>
              <a:off x="7993862" y="4509341"/>
              <a:ext cx="1102438" cy="577167"/>
              <a:chOff x="7993862" y="4509341"/>
              <a:chExt cx="1102438" cy="577167"/>
            </a:xfrm>
          </p:grpSpPr>
          <p:pic>
            <p:nvPicPr>
              <p:cNvPr id="2274" name="Google Shape;2274;p170"/>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75" name="Google Shape;2275;p170"/>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76" name="Shape 2276"/>
        <p:cNvGrpSpPr/>
        <p:nvPr/>
      </p:nvGrpSpPr>
      <p:grpSpPr>
        <a:xfrm>
          <a:off x="0" y="0"/>
          <a:ext cx="0" cy="0"/>
          <a:chOff x="0" y="0"/>
          <a:chExt cx="0" cy="0"/>
        </a:xfrm>
      </p:grpSpPr>
      <p:pic>
        <p:nvPicPr>
          <p:cNvPr id="2277" name="Google Shape;2277;p17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78" name="Google Shape;2278;p171"/>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79" name="Google Shape;2279;p171"/>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280" name="Google Shape;2280;p17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281" name="Google Shape;2281;p171"/>
          <p:cNvGrpSpPr/>
          <p:nvPr/>
        </p:nvGrpSpPr>
        <p:grpSpPr>
          <a:xfrm>
            <a:off x="0" y="-859375"/>
            <a:ext cx="9755475" cy="6421100"/>
            <a:chOff x="0" y="-859375"/>
            <a:chExt cx="9755475" cy="6421100"/>
          </a:xfrm>
        </p:grpSpPr>
        <p:sp>
          <p:nvSpPr>
            <p:cNvPr id="2282" name="Google Shape;2282;p17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83" name="Google Shape;2283;p171"/>
            <p:cNvGrpSpPr/>
            <p:nvPr/>
          </p:nvGrpSpPr>
          <p:grpSpPr>
            <a:xfrm flipH="1">
              <a:off x="0" y="-859375"/>
              <a:ext cx="2489300" cy="1740000"/>
              <a:chOff x="6148925" y="-872075"/>
              <a:chExt cx="2489300" cy="1740000"/>
            </a:xfrm>
          </p:grpSpPr>
          <p:sp>
            <p:nvSpPr>
              <p:cNvPr id="2284" name="Google Shape;2284;p17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85" name="Google Shape;2285;p17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86" name="Google Shape;2286;p17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287" name="Shape 2287"/>
        <p:cNvGrpSpPr/>
        <p:nvPr/>
      </p:nvGrpSpPr>
      <p:grpSpPr>
        <a:xfrm>
          <a:off x="0" y="0"/>
          <a:ext cx="0" cy="0"/>
          <a:chOff x="0" y="0"/>
          <a:chExt cx="0" cy="0"/>
        </a:xfrm>
      </p:grpSpPr>
      <p:pic>
        <p:nvPicPr>
          <p:cNvPr id="2288" name="Google Shape;2288;p1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89" name="Google Shape;2289;p172"/>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0" name="Google Shape;2290;p172"/>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1" name="Google Shape;2291;p172"/>
          <p:cNvSpPr/>
          <p:nvPr>
            <p:ph idx="2" type="pic"/>
          </p:nvPr>
        </p:nvSpPr>
        <p:spPr>
          <a:xfrm>
            <a:off x="4898950" y="533875"/>
            <a:ext cx="3489000" cy="4075800"/>
          </a:xfrm>
          <a:prstGeom prst="roundRect">
            <a:avLst>
              <a:gd fmla="val 18268" name="adj"/>
            </a:avLst>
          </a:prstGeom>
          <a:noFill/>
          <a:ln>
            <a:noFill/>
          </a:ln>
        </p:spPr>
      </p:sp>
      <p:grpSp>
        <p:nvGrpSpPr>
          <p:cNvPr id="2292" name="Google Shape;2292;p172"/>
          <p:cNvGrpSpPr/>
          <p:nvPr/>
        </p:nvGrpSpPr>
        <p:grpSpPr>
          <a:xfrm rot="5400000">
            <a:off x="-2006450" y="1404750"/>
            <a:ext cx="4014600" cy="1205100"/>
            <a:chOff x="150" y="4543750"/>
            <a:chExt cx="4014600" cy="1205100"/>
          </a:xfrm>
        </p:grpSpPr>
        <p:sp>
          <p:nvSpPr>
            <p:cNvPr id="2293" name="Google Shape;2293;p17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94" name="Google Shape;2294;p17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95" name="Shape 2295"/>
        <p:cNvGrpSpPr/>
        <p:nvPr/>
      </p:nvGrpSpPr>
      <p:grpSpPr>
        <a:xfrm>
          <a:off x="0" y="0"/>
          <a:ext cx="0" cy="0"/>
          <a:chOff x="0" y="0"/>
          <a:chExt cx="0" cy="0"/>
        </a:xfrm>
      </p:grpSpPr>
      <p:pic>
        <p:nvPicPr>
          <p:cNvPr id="2296" name="Google Shape;2296;p1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97" name="Google Shape;2297;p173"/>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8" name="Google Shape;2298;p173"/>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99" name="Google Shape;2299;p173"/>
          <p:cNvGrpSpPr/>
          <p:nvPr/>
        </p:nvGrpSpPr>
        <p:grpSpPr>
          <a:xfrm>
            <a:off x="0" y="-859375"/>
            <a:ext cx="9755475" cy="6421100"/>
            <a:chOff x="0" y="-859375"/>
            <a:chExt cx="9755475" cy="6421100"/>
          </a:xfrm>
        </p:grpSpPr>
        <p:sp>
          <p:nvSpPr>
            <p:cNvPr id="2300" name="Google Shape;2300;p17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01" name="Google Shape;2301;p173"/>
            <p:cNvGrpSpPr/>
            <p:nvPr/>
          </p:nvGrpSpPr>
          <p:grpSpPr>
            <a:xfrm flipH="1">
              <a:off x="0" y="-859375"/>
              <a:ext cx="2489300" cy="1740000"/>
              <a:chOff x="6148925" y="-872075"/>
              <a:chExt cx="2489300" cy="1740000"/>
            </a:xfrm>
          </p:grpSpPr>
          <p:sp>
            <p:nvSpPr>
              <p:cNvPr id="2302" name="Google Shape;2302;p1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03" name="Google Shape;2303;p1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04" name="Google Shape;2304;p17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05" name="Shape 2305"/>
        <p:cNvGrpSpPr/>
        <p:nvPr/>
      </p:nvGrpSpPr>
      <p:grpSpPr>
        <a:xfrm>
          <a:off x="0" y="0"/>
          <a:ext cx="0" cy="0"/>
          <a:chOff x="0" y="0"/>
          <a:chExt cx="0" cy="0"/>
        </a:xfrm>
      </p:grpSpPr>
      <p:pic>
        <p:nvPicPr>
          <p:cNvPr id="2306" name="Google Shape;2306;p17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07" name="Google Shape;2307;p174"/>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08" name="Google Shape;2308;p174"/>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09" name="Google Shape;2309;p174"/>
          <p:cNvGrpSpPr/>
          <p:nvPr/>
        </p:nvGrpSpPr>
        <p:grpSpPr>
          <a:xfrm>
            <a:off x="-601700" y="0"/>
            <a:ext cx="10705100" cy="4676150"/>
            <a:chOff x="-601700" y="0"/>
            <a:chExt cx="10705100" cy="4676150"/>
          </a:xfrm>
        </p:grpSpPr>
        <p:sp>
          <p:nvSpPr>
            <p:cNvPr id="2310" name="Google Shape;2310;p17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11" name="Google Shape;2311;p174"/>
            <p:cNvGrpSpPr/>
            <p:nvPr/>
          </p:nvGrpSpPr>
          <p:grpSpPr>
            <a:xfrm rot="5400000">
              <a:off x="-2006450" y="1404750"/>
              <a:ext cx="4014600" cy="1205100"/>
              <a:chOff x="150" y="4543750"/>
              <a:chExt cx="4014600" cy="1205100"/>
            </a:xfrm>
          </p:grpSpPr>
          <p:sp>
            <p:nvSpPr>
              <p:cNvPr id="2312" name="Google Shape;2312;p17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13" name="Google Shape;2313;p17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14" name="Google Shape;2314;p174"/>
          <p:cNvGrpSpPr/>
          <p:nvPr/>
        </p:nvGrpSpPr>
        <p:grpSpPr>
          <a:xfrm>
            <a:off x="8206512" y="4230524"/>
            <a:ext cx="848365" cy="950159"/>
            <a:chOff x="41662" y="277999"/>
            <a:chExt cx="848365" cy="950159"/>
          </a:xfrm>
        </p:grpSpPr>
        <p:pic>
          <p:nvPicPr>
            <p:cNvPr id="2315" name="Google Shape;2315;p17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16" name="Google Shape;2316;p17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17" name="Google Shape;2317;p17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318" name="Shape 2318"/>
        <p:cNvGrpSpPr/>
        <p:nvPr/>
      </p:nvGrpSpPr>
      <p:grpSpPr>
        <a:xfrm>
          <a:off x="0" y="0"/>
          <a:ext cx="0" cy="0"/>
          <a:chOff x="0" y="0"/>
          <a:chExt cx="0" cy="0"/>
        </a:xfrm>
      </p:grpSpPr>
      <p:pic>
        <p:nvPicPr>
          <p:cNvPr id="2319" name="Google Shape;2319;p1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20" name="Google Shape;2320;p1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21" name="Google Shape;2321;p175"/>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2" name="Google Shape;2322;p175"/>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3" name="Google Shape;2323;p175"/>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24" name="Google Shape;2324;p175"/>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25" name="Google Shape;2325;p175"/>
          <p:cNvGrpSpPr/>
          <p:nvPr/>
        </p:nvGrpSpPr>
        <p:grpSpPr>
          <a:xfrm>
            <a:off x="-501600" y="128825"/>
            <a:ext cx="10252550" cy="5418500"/>
            <a:chOff x="-501600" y="128825"/>
            <a:chExt cx="10252550" cy="5418500"/>
          </a:xfrm>
        </p:grpSpPr>
        <p:sp>
          <p:nvSpPr>
            <p:cNvPr id="2326" name="Google Shape;2326;p17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7" name="Google Shape;2327;p17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8" name="Google Shape;2328;p17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29" name="Google Shape;2329;p175"/>
          <p:cNvGrpSpPr/>
          <p:nvPr/>
        </p:nvGrpSpPr>
        <p:grpSpPr>
          <a:xfrm>
            <a:off x="2" y="156617"/>
            <a:ext cx="9088698" cy="4882915"/>
            <a:chOff x="2" y="156617"/>
            <a:chExt cx="9088698" cy="4882915"/>
          </a:xfrm>
        </p:grpSpPr>
        <p:grpSp>
          <p:nvGrpSpPr>
            <p:cNvPr id="2330" name="Google Shape;2330;p175"/>
            <p:cNvGrpSpPr/>
            <p:nvPr/>
          </p:nvGrpSpPr>
          <p:grpSpPr>
            <a:xfrm>
              <a:off x="2" y="156617"/>
              <a:ext cx="719987" cy="944360"/>
              <a:chOff x="2" y="156617"/>
              <a:chExt cx="719987" cy="944360"/>
            </a:xfrm>
          </p:grpSpPr>
          <p:pic>
            <p:nvPicPr>
              <p:cNvPr id="2331" name="Google Shape;2331;p17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32" name="Google Shape;2332;p17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33" name="Google Shape;2333;p175"/>
            <p:cNvGrpSpPr/>
            <p:nvPr/>
          </p:nvGrpSpPr>
          <p:grpSpPr>
            <a:xfrm>
              <a:off x="7986262" y="4462366"/>
              <a:ext cx="1102438" cy="577167"/>
              <a:chOff x="359837" y="4401391"/>
              <a:chExt cx="1102438" cy="577167"/>
            </a:xfrm>
          </p:grpSpPr>
          <p:pic>
            <p:nvPicPr>
              <p:cNvPr id="2334" name="Google Shape;2334;p17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35" name="Google Shape;2335;p1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36" name="Shape 2336"/>
        <p:cNvGrpSpPr/>
        <p:nvPr/>
      </p:nvGrpSpPr>
      <p:grpSpPr>
        <a:xfrm>
          <a:off x="0" y="0"/>
          <a:ext cx="0" cy="0"/>
          <a:chOff x="0" y="0"/>
          <a:chExt cx="0" cy="0"/>
        </a:xfrm>
      </p:grpSpPr>
      <p:pic>
        <p:nvPicPr>
          <p:cNvPr id="2337" name="Google Shape;2337;p1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38" name="Google Shape;2338;p1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39" name="Google Shape;2339;p176"/>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0" name="Google Shape;2340;p176"/>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41" name="Google Shape;2341;p176"/>
          <p:cNvGrpSpPr/>
          <p:nvPr/>
        </p:nvGrpSpPr>
        <p:grpSpPr>
          <a:xfrm>
            <a:off x="275000" y="0"/>
            <a:ext cx="9374500" cy="5748850"/>
            <a:chOff x="275000" y="0"/>
            <a:chExt cx="9374500" cy="5748850"/>
          </a:xfrm>
        </p:grpSpPr>
        <p:sp>
          <p:nvSpPr>
            <p:cNvPr id="2342" name="Google Shape;2342;p17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3" name="Google Shape;2343;p176"/>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4" name="Google Shape;2344;p17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45" name="Google Shape;2345;p176"/>
          <p:cNvGrpSpPr/>
          <p:nvPr/>
        </p:nvGrpSpPr>
        <p:grpSpPr>
          <a:xfrm>
            <a:off x="2" y="156617"/>
            <a:ext cx="9088698" cy="4882915"/>
            <a:chOff x="2" y="156617"/>
            <a:chExt cx="9088698" cy="4882915"/>
          </a:xfrm>
        </p:grpSpPr>
        <p:grpSp>
          <p:nvGrpSpPr>
            <p:cNvPr id="2346" name="Google Shape;2346;p176"/>
            <p:cNvGrpSpPr/>
            <p:nvPr/>
          </p:nvGrpSpPr>
          <p:grpSpPr>
            <a:xfrm>
              <a:off x="2" y="156617"/>
              <a:ext cx="719987" cy="944360"/>
              <a:chOff x="2" y="156617"/>
              <a:chExt cx="719987" cy="944360"/>
            </a:xfrm>
          </p:grpSpPr>
          <p:pic>
            <p:nvPicPr>
              <p:cNvPr id="2347" name="Google Shape;2347;p1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48" name="Google Shape;2348;p1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49" name="Google Shape;2349;p176"/>
            <p:cNvGrpSpPr/>
            <p:nvPr/>
          </p:nvGrpSpPr>
          <p:grpSpPr>
            <a:xfrm>
              <a:off x="7986262" y="4462366"/>
              <a:ext cx="1102438" cy="577167"/>
              <a:chOff x="359837" y="4401391"/>
              <a:chExt cx="1102438" cy="577167"/>
            </a:xfrm>
          </p:grpSpPr>
          <p:pic>
            <p:nvPicPr>
              <p:cNvPr id="2350" name="Google Shape;2350;p17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51" name="Google Shape;2351;p17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52" name="Shape 2352"/>
        <p:cNvGrpSpPr/>
        <p:nvPr/>
      </p:nvGrpSpPr>
      <p:grpSpPr>
        <a:xfrm>
          <a:off x="0" y="0"/>
          <a:ext cx="0" cy="0"/>
          <a:chOff x="0" y="0"/>
          <a:chExt cx="0" cy="0"/>
        </a:xfrm>
      </p:grpSpPr>
      <p:pic>
        <p:nvPicPr>
          <p:cNvPr id="2353" name="Google Shape;2353;p1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54" name="Google Shape;2354;p1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55" name="Google Shape;2355;p177"/>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6" name="Google Shape;2356;p177"/>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7" name="Google Shape;2357;p177"/>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8" name="Google Shape;2358;p177"/>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59" name="Google Shape;2359;p177"/>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60" name="Google Shape;2360;p177"/>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61" name="Google Shape;2361;p177"/>
          <p:cNvGrpSpPr/>
          <p:nvPr/>
        </p:nvGrpSpPr>
        <p:grpSpPr>
          <a:xfrm>
            <a:off x="-601700" y="0"/>
            <a:ext cx="10705100" cy="4676150"/>
            <a:chOff x="-601700" y="0"/>
            <a:chExt cx="10705100" cy="4676150"/>
          </a:xfrm>
        </p:grpSpPr>
        <p:sp>
          <p:nvSpPr>
            <p:cNvPr id="2362" name="Google Shape;2362;p17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63" name="Google Shape;2363;p177"/>
            <p:cNvGrpSpPr/>
            <p:nvPr/>
          </p:nvGrpSpPr>
          <p:grpSpPr>
            <a:xfrm rot="5400000">
              <a:off x="-2006450" y="1404750"/>
              <a:ext cx="4014600" cy="1205100"/>
              <a:chOff x="150" y="4543750"/>
              <a:chExt cx="4014600" cy="1205100"/>
            </a:xfrm>
          </p:grpSpPr>
          <p:sp>
            <p:nvSpPr>
              <p:cNvPr id="2364" name="Google Shape;2364;p17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65" name="Google Shape;2365;p17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66" name="Google Shape;2366;p177"/>
          <p:cNvGrpSpPr/>
          <p:nvPr/>
        </p:nvGrpSpPr>
        <p:grpSpPr>
          <a:xfrm>
            <a:off x="2" y="156617"/>
            <a:ext cx="9054876" cy="5024066"/>
            <a:chOff x="2" y="156617"/>
            <a:chExt cx="9054876" cy="5024066"/>
          </a:xfrm>
        </p:grpSpPr>
        <p:grpSp>
          <p:nvGrpSpPr>
            <p:cNvPr id="2367" name="Google Shape;2367;p177"/>
            <p:cNvGrpSpPr/>
            <p:nvPr/>
          </p:nvGrpSpPr>
          <p:grpSpPr>
            <a:xfrm>
              <a:off x="8206512" y="4230524"/>
              <a:ext cx="848365" cy="950159"/>
              <a:chOff x="41662" y="277999"/>
              <a:chExt cx="848365" cy="950159"/>
            </a:xfrm>
          </p:grpSpPr>
          <p:pic>
            <p:nvPicPr>
              <p:cNvPr id="2368" name="Google Shape;2368;p17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69" name="Google Shape;2369;p17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70" name="Google Shape;2370;p17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371" name="Google Shape;2371;p177"/>
            <p:cNvGrpSpPr/>
            <p:nvPr/>
          </p:nvGrpSpPr>
          <p:grpSpPr>
            <a:xfrm>
              <a:off x="2" y="156617"/>
              <a:ext cx="719987" cy="944360"/>
              <a:chOff x="2" y="156617"/>
              <a:chExt cx="719987" cy="944360"/>
            </a:xfrm>
          </p:grpSpPr>
          <p:pic>
            <p:nvPicPr>
              <p:cNvPr id="2372" name="Google Shape;2372;p1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73" name="Google Shape;2373;p1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74" name="Shape 2374"/>
        <p:cNvGrpSpPr/>
        <p:nvPr/>
      </p:nvGrpSpPr>
      <p:grpSpPr>
        <a:xfrm>
          <a:off x="0" y="0"/>
          <a:ext cx="0" cy="0"/>
          <a:chOff x="0" y="0"/>
          <a:chExt cx="0" cy="0"/>
        </a:xfrm>
      </p:grpSpPr>
      <p:pic>
        <p:nvPicPr>
          <p:cNvPr id="2375" name="Google Shape;2375;p17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376" name="Google Shape;2376;p178"/>
          <p:cNvGrpSpPr/>
          <p:nvPr/>
        </p:nvGrpSpPr>
        <p:grpSpPr>
          <a:xfrm>
            <a:off x="5129400" y="0"/>
            <a:ext cx="4520100" cy="5547325"/>
            <a:chOff x="5129400" y="0"/>
            <a:chExt cx="4520100" cy="5547325"/>
          </a:xfrm>
        </p:grpSpPr>
        <p:sp>
          <p:nvSpPr>
            <p:cNvPr id="2377" name="Google Shape;2377;p17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78" name="Google Shape;2378;p17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79" name="Google Shape;2379;p178"/>
          <p:cNvGrpSpPr/>
          <p:nvPr/>
        </p:nvGrpSpPr>
        <p:grpSpPr>
          <a:xfrm>
            <a:off x="2" y="156617"/>
            <a:ext cx="9088698" cy="4882915"/>
            <a:chOff x="2" y="156617"/>
            <a:chExt cx="9088698" cy="4882915"/>
          </a:xfrm>
        </p:grpSpPr>
        <p:grpSp>
          <p:nvGrpSpPr>
            <p:cNvPr id="2380" name="Google Shape;2380;p178"/>
            <p:cNvGrpSpPr/>
            <p:nvPr/>
          </p:nvGrpSpPr>
          <p:grpSpPr>
            <a:xfrm>
              <a:off x="2" y="156617"/>
              <a:ext cx="719987" cy="944360"/>
              <a:chOff x="2" y="156617"/>
              <a:chExt cx="719987" cy="944360"/>
            </a:xfrm>
          </p:grpSpPr>
          <p:pic>
            <p:nvPicPr>
              <p:cNvPr id="2381" name="Google Shape;2381;p17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82" name="Google Shape;2382;p17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83" name="Google Shape;2383;p178"/>
            <p:cNvGrpSpPr/>
            <p:nvPr/>
          </p:nvGrpSpPr>
          <p:grpSpPr>
            <a:xfrm>
              <a:off x="7986262" y="4462366"/>
              <a:ext cx="1102438" cy="577167"/>
              <a:chOff x="359837" y="4401391"/>
              <a:chExt cx="1102438" cy="577167"/>
            </a:xfrm>
          </p:grpSpPr>
          <p:pic>
            <p:nvPicPr>
              <p:cNvPr id="2384" name="Google Shape;2384;p17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85" name="Google Shape;2385;p17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386" name="Google Shape;2386;p1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87" name="Google Shape;2387;p178"/>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8" name="Google Shape;2388;p178"/>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9" name="Google Shape;2389;p178"/>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0" name="Google Shape;2390;p178"/>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1" name="Google Shape;2391;p178"/>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2" name="Google Shape;2392;p178"/>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3" name="Google Shape;2393;p178"/>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4" name="Google Shape;2394;p178"/>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395" name="Shape 2395"/>
        <p:cNvGrpSpPr/>
        <p:nvPr/>
      </p:nvGrpSpPr>
      <p:grpSpPr>
        <a:xfrm>
          <a:off x="0" y="0"/>
          <a:ext cx="0" cy="0"/>
          <a:chOff x="0" y="0"/>
          <a:chExt cx="0" cy="0"/>
        </a:xfrm>
      </p:grpSpPr>
      <p:pic>
        <p:nvPicPr>
          <p:cNvPr id="2396" name="Google Shape;2396;p17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7" name="Google Shape;2397;p1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98" name="Google Shape;2398;p179"/>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9" name="Google Shape;2399;p179"/>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0" name="Google Shape;2400;p179"/>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1" name="Google Shape;2401;p179"/>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2" name="Google Shape;2402;p179"/>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3" name="Google Shape;2403;p179"/>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4" name="Google Shape;2404;p179"/>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5" name="Google Shape;2405;p179"/>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6" name="Google Shape;2406;p179"/>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7" name="Google Shape;2407;p179"/>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08" name="Google Shape;2408;p179"/>
          <p:cNvGrpSpPr/>
          <p:nvPr/>
        </p:nvGrpSpPr>
        <p:grpSpPr>
          <a:xfrm>
            <a:off x="2" y="156617"/>
            <a:ext cx="719987" cy="944360"/>
            <a:chOff x="2" y="156617"/>
            <a:chExt cx="719987" cy="944360"/>
          </a:xfrm>
        </p:grpSpPr>
        <p:pic>
          <p:nvPicPr>
            <p:cNvPr id="2409" name="Google Shape;2409;p17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10" name="Google Shape;2410;p17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11" name="Google Shape;2411;p179"/>
          <p:cNvGrpSpPr/>
          <p:nvPr/>
        </p:nvGrpSpPr>
        <p:grpSpPr>
          <a:xfrm>
            <a:off x="0" y="2817900"/>
            <a:ext cx="9640900" cy="2932900"/>
            <a:chOff x="0" y="2817900"/>
            <a:chExt cx="9640900" cy="2932900"/>
          </a:xfrm>
        </p:grpSpPr>
        <p:sp>
          <p:nvSpPr>
            <p:cNvPr id="2412" name="Google Shape;2412;p179"/>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3" name="Google Shape;2413;p179"/>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4" name="Google Shape;2414;p179"/>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15" name="Shape 2415"/>
        <p:cNvGrpSpPr/>
        <p:nvPr/>
      </p:nvGrpSpPr>
      <p:grpSpPr>
        <a:xfrm>
          <a:off x="0" y="0"/>
          <a:ext cx="0" cy="0"/>
          <a:chOff x="0" y="0"/>
          <a:chExt cx="0" cy="0"/>
        </a:xfrm>
      </p:grpSpPr>
      <p:pic>
        <p:nvPicPr>
          <p:cNvPr id="2416" name="Google Shape;2416;p18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17" name="Google Shape;2417;p1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18" name="Google Shape;2418;p180"/>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9" name="Google Shape;2419;p180"/>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0" name="Google Shape;2420;p180"/>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1" name="Google Shape;2421;p180"/>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2" name="Google Shape;2422;p180"/>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3" name="Google Shape;2423;p180"/>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4" name="Google Shape;2424;p180"/>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5" name="Google Shape;2425;p180"/>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6" name="Google Shape;2426;p180"/>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7" name="Google Shape;2427;p180"/>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8" name="Google Shape;2428;p180"/>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9" name="Google Shape;2429;p180"/>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30" name="Google Shape;2430;p180"/>
          <p:cNvGrpSpPr/>
          <p:nvPr/>
        </p:nvGrpSpPr>
        <p:grpSpPr>
          <a:xfrm>
            <a:off x="-501600" y="128825"/>
            <a:ext cx="10252550" cy="5418500"/>
            <a:chOff x="-501600" y="128825"/>
            <a:chExt cx="10252550" cy="5418500"/>
          </a:xfrm>
        </p:grpSpPr>
        <p:sp>
          <p:nvSpPr>
            <p:cNvPr id="2431" name="Google Shape;2431;p18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2" name="Google Shape;2432;p18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3" name="Google Shape;2433;p18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34" name="Google Shape;2434;p180"/>
          <p:cNvGrpSpPr/>
          <p:nvPr/>
        </p:nvGrpSpPr>
        <p:grpSpPr>
          <a:xfrm>
            <a:off x="2" y="156617"/>
            <a:ext cx="9088698" cy="4882915"/>
            <a:chOff x="2" y="156617"/>
            <a:chExt cx="9088698" cy="4882915"/>
          </a:xfrm>
        </p:grpSpPr>
        <p:grpSp>
          <p:nvGrpSpPr>
            <p:cNvPr id="2435" name="Google Shape;2435;p180"/>
            <p:cNvGrpSpPr/>
            <p:nvPr/>
          </p:nvGrpSpPr>
          <p:grpSpPr>
            <a:xfrm>
              <a:off x="2" y="156617"/>
              <a:ext cx="719987" cy="944360"/>
              <a:chOff x="2" y="156617"/>
              <a:chExt cx="719987" cy="944360"/>
            </a:xfrm>
          </p:grpSpPr>
          <p:pic>
            <p:nvPicPr>
              <p:cNvPr id="2436" name="Google Shape;2436;p18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37" name="Google Shape;2437;p18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38" name="Google Shape;2438;p180"/>
            <p:cNvGrpSpPr/>
            <p:nvPr/>
          </p:nvGrpSpPr>
          <p:grpSpPr>
            <a:xfrm>
              <a:off x="7986262" y="4462366"/>
              <a:ext cx="1102438" cy="577167"/>
              <a:chOff x="359837" y="4401391"/>
              <a:chExt cx="1102438" cy="577167"/>
            </a:xfrm>
          </p:grpSpPr>
          <p:pic>
            <p:nvPicPr>
              <p:cNvPr id="2439" name="Google Shape;2439;p18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40" name="Google Shape;2440;p18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441" name="Shape 2441"/>
        <p:cNvGrpSpPr/>
        <p:nvPr/>
      </p:nvGrpSpPr>
      <p:grpSpPr>
        <a:xfrm>
          <a:off x="0" y="0"/>
          <a:ext cx="0" cy="0"/>
          <a:chOff x="0" y="0"/>
          <a:chExt cx="0" cy="0"/>
        </a:xfrm>
      </p:grpSpPr>
      <p:pic>
        <p:nvPicPr>
          <p:cNvPr id="2442" name="Google Shape;2442;p1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43" name="Google Shape;2443;p1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44" name="Google Shape;2444;p181"/>
          <p:cNvGrpSpPr/>
          <p:nvPr/>
        </p:nvGrpSpPr>
        <p:grpSpPr>
          <a:xfrm>
            <a:off x="2" y="156617"/>
            <a:ext cx="719987" cy="944360"/>
            <a:chOff x="2" y="156617"/>
            <a:chExt cx="719987" cy="944360"/>
          </a:xfrm>
        </p:grpSpPr>
        <p:pic>
          <p:nvPicPr>
            <p:cNvPr id="2445" name="Google Shape;2445;p18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46" name="Google Shape;2446;p18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47" name="Google Shape;2447;p181"/>
          <p:cNvGrpSpPr/>
          <p:nvPr/>
        </p:nvGrpSpPr>
        <p:grpSpPr>
          <a:xfrm>
            <a:off x="0" y="0"/>
            <a:ext cx="9569050" cy="5569647"/>
            <a:chOff x="0" y="0"/>
            <a:chExt cx="9569050" cy="5569647"/>
          </a:xfrm>
        </p:grpSpPr>
        <p:sp>
          <p:nvSpPr>
            <p:cNvPr id="2448" name="Google Shape;2448;p18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9" name="Google Shape;2449;p18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450" name="Shape 2450"/>
        <p:cNvGrpSpPr/>
        <p:nvPr/>
      </p:nvGrpSpPr>
      <p:grpSpPr>
        <a:xfrm>
          <a:off x="0" y="0"/>
          <a:ext cx="0" cy="0"/>
          <a:chOff x="0" y="0"/>
          <a:chExt cx="0" cy="0"/>
        </a:xfrm>
      </p:grpSpPr>
      <p:pic>
        <p:nvPicPr>
          <p:cNvPr id="2451" name="Google Shape;2451;p18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52" name="Google Shape;2452;p1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53" name="Google Shape;2453;p182"/>
          <p:cNvGrpSpPr/>
          <p:nvPr/>
        </p:nvGrpSpPr>
        <p:grpSpPr>
          <a:xfrm>
            <a:off x="2" y="156617"/>
            <a:ext cx="719987" cy="944360"/>
            <a:chOff x="2" y="156617"/>
            <a:chExt cx="719987" cy="944360"/>
          </a:xfrm>
        </p:grpSpPr>
        <p:pic>
          <p:nvPicPr>
            <p:cNvPr id="2454" name="Google Shape;2454;p18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55" name="Google Shape;2455;p18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56" name="Google Shape;2456;p182"/>
          <p:cNvGrpSpPr/>
          <p:nvPr/>
        </p:nvGrpSpPr>
        <p:grpSpPr>
          <a:xfrm>
            <a:off x="0" y="0"/>
            <a:ext cx="9569050" cy="5569647"/>
            <a:chOff x="0" y="0"/>
            <a:chExt cx="9569050" cy="5569647"/>
          </a:xfrm>
        </p:grpSpPr>
        <p:sp>
          <p:nvSpPr>
            <p:cNvPr id="2457" name="Google Shape;2457;p18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58" name="Google Shape;2458;p18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59" name="Shape 2459"/>
        <p:cNvGrpSpPr/>
        <p:nvPr/>
      </p:nvGrpSpPr>
      <p:grpSpPr>
        <a:xfrm>
          <a:off x="0" y="0"/>
          <a:ext cx="0" cy="0"/>
          <a:chOff x="0" y="0"/>
          <a:chExt cx="0" cy="0"/>
        </a:xfrm>
      </p:grpSpPr>
      <p:pic>
        <p:nvPicPr>
          <p:cNvPr id="2460" name="Google Shape;2460;p18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61" name="Google Shape;2461;p183"/>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2" name="Google Shape;2462;p183"/>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3" name="Google Shape;2463;p183"/>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4" name="Google Shape;2464;p183"/>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5" name="Google Shape;2465;p183"/>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6" name="Google Shape;2466;p183"/>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467" name="Google Shape;2467;p183"/>
          <p:cNvGrpSpPr/>
          <p:nvPr/>
        </p:nvGrpSpPr>
        <p:grpSpPr>
          <a:xfrm>
            <a:off x="-601700" y="0"/>
            <a:ext cx="10705100" cy="4676150"/>
            <a:chOff x="-601700" y="0"/>
            <a:chExt cx="10705100" cy="4676150"/>
          </a:xfrm>
        </p:grpSpPr>
        <p:sp>
          <p:nvSpPr>
            <p:cNvPr id="2468" name="Google Shape;2468;p18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69" name="Google Shape;2469;p183"/>
            <p:cNvGrpSpPr/>
            <p:nvPr/>
          </p:nvGrpSpPr>
          <p:grpSpPr>
            <a:xfrm rot="5400000">
              <a:off x="-2006450" y="1404750"/>
              <a:ext cx="4014600" cy="1205100"/>
              <a:chOff x="150" y="4543750"/>
              <a:chExt cx="4014600" cy="1205100"/>
            </a:xfrm>
          </p:grpSpPr>
          <p:sp>
            <p:nvSpPr>
              <p:cNvPr id="2470" name="Google Shape;2470;p18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71" name="Google Shape;2471;p18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472" name="Google Shape;2472;p183"/>
          <p:cNvGrpSpPr/>
          <p:nvPr/>
        </p:nvGrpSpPr>
        <p:grpSpPr>
          <a:xfrm>
            <a:off x="8206512" y="4230524"/>
            <a:ext cx="848365" cy="950159"/>
            <a:chOff x="41662" y="277999"/>
            <a:chExt cx="848365" cy="950159"/>
          </a:xfrm>
        </p:grpSpPr>
        <p:pic>
          <p:nvPicPr>
            <p:cNvPr id="2473" name="Google Shape;2473;p18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474" name="Google Shape;2474;p18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475" name="Google Shape;2475;p18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476" name="Shape 2476"/>
        <p:cNvGrpSpPr/>
        <p:nvPr/>
      </p:nvGrpSpPr>
      <p:grpSpPr>
        <a:xfrm>
          <a:off x="0" y="0"/>
          <a:ext cx="0" cy="0"/>
          <a:chOff x="0" y="0"/>
          <a:chExt cx="0" cy="0"/>
        </a:xfrm>
      </p:grpSpPr>
      <p:pic>
        <p:nvPicPr>
          <p:cNvPr id="2477" name="Google Shape;2477;p184"/>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478" name="Google Shape;2478;p184"/>
          <p:cNvGrpSpPr/>
          <p:nvPr/>
        </p:nvGrpSpPr>
        <p:grpSpPr>
          <a:xfrm>
            <a:off x="-962824" y="-872075"/>
            <a:ext cx="10524450" cy="6436800"/>
            <a:chOff x="-962824" y="-872075"/>
            <a:chExt cx="10524450" cy="6436800"/>
          </a:xfrm>
        </p:grpSpPr>
        <p:sp>
          <p:nvSpPr>
            <p:cNvPr id="2479" name="Google Shape;2479;p184"/>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80" name="Google Shape;2480;p184"/>
            <p:cNvGrpSpPr/>
            <p:nvPr/>
          </p:nvGrpSpPr>
          <p:grpSpPr>
            <a:xfrm flipH="1">
              <a:off x="502351" y="-872075"/>
              <a:ext cx="2489300" cy="1740000"/>
              <a:chOff x="6148925" y="-872075"/>
              <a:chExt cx="2489300" cy="1740000"/>
            </a:xfrm>
          </p:grpSpPr>
          <p:sp>
            <p:nvSpPr>
              <p:cNvPr id="2481" name="Google Shape;2481;p1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2" name="Google Shape;2482;p1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483" name="Google Shape;2483;p184"/>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4" name="Google Shape;2484;p184"/>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85" name="Google Shape;2485;p184"/>
          <p:cNvGrpSpPr/>
          <p:nvPr/>
        </p:nvGrpSpPr>
        <p:grpSpPr>
          <a:xfrm>
            <a:off x="-962825" y="81904"/>
            <a:ext cx="10251619" cy="5069347"/>
            <a:chOff x="-962825" y="81904"/>
            <a:chExt cx="10251619" cy="5069347"/>
          </a:xfrm>
        </p:grpSpPr>
        <p:pic>
          <p:nvPicPr>
            <p:cNvPr id="2486" name="Google Shape;2486;p184"/>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487" name="Google Shape;2487;p184"/>
            <p:cNvGrpSpPr/>
            <p:nvPr/>
          </p:nvGrpSpPr>
          <p:grpSpPr>
            <a:xfrm flipH="1">
              <a:off x="7678302" y="4401391"/>
              <a:ext cx="1102438" cy="577167"/>
              <a:chOff x="359837" y="4401391"/>
              <a:chExt cx="1102438" cy="577167"/>
            </a:xfrm>
          </p:grpSpPr>
          <p:pic>
            <p:nvPicPr>
              <p:cNvPr id="2488" name="Google Shape;2488;p18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89" name="Google Shape;2489;p18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490" name="Google Shape;2490;p184"/>
            <p:cNvGrpSpPr/>
            <p:nvPr/>
          </p:nvGrpSpPr>
          <p:grpSpPr>
            <a:xfrm flipH="1">
              <a:off x="8100369" y="81904"/>
              <a:ext cx="1188426" cy="1227668"/>
              <a:chOff x="-7843" y="83454"/>
              <a:chExt cx="1188426" cy="1227668"/>
            </a:xfrm>
          </p:grpSpPr>
          <p:pic>
            <p:nvPicPr>
              <p:cNvPr id="2491" name="Google Shape;2491;p18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492" name="Google Shape;2492;p18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493" name="Google Shape;2493;p18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494" name="Google Shape;2494;p184"/>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95" name="Google Shape;2495;p184"/>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96" name="Google Shape;2496;p184"/>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497" name="Shape 2497"/>
        <p:cNvGrpSpPr/>
        <p:nvPr/>
      </p:nvGrpSpPr>
      <p:grpSpPr>
        <a:xfrm>
          <a:off x="0" y="0"/>
          <a:ext cx="0" cy="0"/>
          <a:chOff x="0" y="0"/>
          <a:chExt cx="0" cy="0"/>
        </a:xfrm>
      </p:grpSpPr>
      <p:pic>
        <p:nvPicPr>
          <p:cNvPr id="2498" name="Google Shape;2498;p18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499" name="Google Shape;2499;p185"/>
          <p:cNvGrpSpPr/>
          <p:nvPr/>
        </p:nvGrpSpPr>
        <p:grpSpPr>
          <a:xfrm>
            <a:off x="0" y="-613825"/>
            <a:ext cx="9564675" cy="6140950"/>
            <a:chOff x="0" y="-613825"/>
            <a:chExt cx="9564675" cy="6140950"/>
          </a:xfrm>
        </p:grpSpPr>
        <p:sp>
          <p:nvSpPr>
            <p:cNvPr id="2500" name="Google Shape;2500;p185"/>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1" name="Google Shape;2501;p185"/>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2" name="Google Shape;2502;p185"/>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503" name="Shape 2503"/>
        <p:cNvGrpSpPr/>
        <p:nvPr/>
      </p:nvGrpSpPr>
      <p:grpSpPr>
        <a:xfrm>
          <a:off x="0" y="0"/>
          <a:ext cx="0" cy="0"/>
          <a:chOff x="0" y="0"/>
          <a:chExt cx="0" cy="0"/>
        </a:xfrm>
      </p:grpSpPr>
      <p:pic>
        <p:nvPicPr>
          <p:cNvPr id="2504" name="Google Shape;2504;p18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505" name="Google Shape;2505;p186"/>
          <p:cNvGrpSpPr/>
          <p:nvPr/>
        </p:nvGrpSpPr>
        <p:grpSpPr>
          <a:xfrm>
            <a:off x="-601700" y="0"/>
            <a:ext cx="10358225" cy="5143500"/>
            <a:chOff x="-601700" y="0"/>
            <a:chExt cx="10358225" cy="5143500"/>
          </a:xfrm>
        </p:grpSpPr>
        <p:grpSp>
          <p:nvGrpSpPr>
            <p:cNvPr id="2506" name="Google Shape;2506;p186"/>
            <p:cNvGrpSpPr/>
            <p:nvPr/>
          </p:nvGrpSpPr>
          <p:grpSpPr>
            <a:xfrm rot="5400000">
              <a:off x="-2006450" y="1404750"/>
              <a:ext cx="4014600" cy="1205100"/>
              <a:chOff x="150" y="4543750"/>
              <a:chExt cx="4014600" cy="1205100"/>
            </a:xfrm>
          </p:grpSpPr>
          <p:sp>
            <p:nvSpPr>
              <p:cNvPr id="2507" name="Google Shape;2507;p18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8" name="Google Shape;2508;p18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09" name="Google Shape;2509;p186"/>
            <p:cNvGrpSpPr/>
            <p:nvPr/>
          </p:nvGrpSpPr>
          <p:grpSpPr>
            <a:xfrm rot="-5400000">
              <a:off x="7146675" y="2533650"/>
              <a:ext cx="4014600" cy="1205100"/>
              <a:chOff x="150" y="4543750"/>
              <a:chExt cx="4014600" cy="1205100"/>
            </a:xfrm>
          </p:grpSpPr>
          <p:sp>
            <p:nvSpPr>
              <p:cNvPr id="2510" name="Google Shape;2510;p186"/>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11" name="Google Shape;2511;p186"/>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15" name="Shape 2515"/>
        <p:cNvGrpSpPr/>
        <p:nvPr/>
      </p:nvGrpSpPr>
      <p:grpSpPr>
        <a:xfrm>
          <a:off x="0" y="0"/>
          <a:ext cx="0" cy="0"/>
          <a:chOff x="0" y="0"/>
          <a:chExt cx="0" cy="0"/>
        </a:xfrm>
      </p:grpSpPr>
      <p:pic>
        <p:nvPicPr>
          <p:cNvPr id="2516" name="Google Shape;2516;p18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17" name="Google Shape;2517;p188"/>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518" name="Google Shape;2518;p188"/>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519" name="Google Shape;2519;p188"/>
          <p:cNvGrpSpPr/>
          <p:nvPr/>
        </p:nvGrpSpPr>
        <p:grpSpPr>
          <a:xfrm>
            <a:off x="-421050" y="-872075"/>
            <a:ext cx="10524450" cy="6436800"/>
            <a:chOff x="-421050" y="-872075"/>
            <a:chExt cx="10524450" cy="6436800"/>
          </a:xfrm>
        </p:grpSpPr>
        <p:sp>
          <p:nvSpPr>
            <p:cNvPr id="2520" name="Google Shape;2520;p18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21" name="Google Shape;2521;p188"/>
            <p:cNvGrpSpPr/>
            <p:nvPr/>
          </p:nvGrpSpPr>
          <p:grpSpPr>
            <a:xfrm>
              <a:off x="6148925" y="-872075"/>
              <a:ext cx="2489300" cy="1740000"/>
              <a:chOff x="6148925" y="-872075"/>
              <a:chExt cx="2489300" cy="1740000"/>
            </a:xfrm>
          </p:grpSpPr>
          <p:sp>
            <p:nvSpPr>
              <p:cNvPr id="2522" name="Google Shape;2522;p18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3" name="Google Shape;2523;p18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24" name="Google Shape;2524;p18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5" name="Google Shape;2525;p18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26" name="Google Shape;2526;p188"/>
          <p:cNvGrpSpPr/>
          <p:nvPr/>
        </p:nvGrpSpPr>
        <p:grpSpPr>
          <a:xfrm>
            <a:off x="-148218" y="81904"/>
            <a:ext cx="10251619" cy="5069347"/>
            <a:chOff x="-148218" y="81904"/>
            <a:chExt cx="10251619" cy="5069347"/>
          </a:xfrm>
        </p:grpSpPr>
        <p:pic>
          <p:nvPicPr>
            <p:cNvPr id="2527" name="Google Shape;2527;p18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28" name="Google Shape;2528;p188"/>
            <p:cNvGrpSpPr/>
            <p:nvPr/>
          </p:nvGrpSpPr>
          <p:grpSpPr>
            <a:xfrm>
              <a:off x="359837" y="4401391"/>
              <a:ext cx="1102438" cy="577167"/>
              <a:chOff x="359837" y="4401391"/>
              <a:chExt cx="1102438" cy="577167"/>
            </a:xfrm>
          </p:grpSpPr>
          <p:pic>
            <p:nvPicPr>
              <p:cNvPr id="2529" name="Google Shape;2529;p18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30" name="Google Shape;2530;p18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531" name="Google Shape;2531;p188"/>
            <p:cNvGrpSpPr/>
            <p:nvPr/>
          </p:nvGrpSpPr>
          <p:grpSpPr>
            <a:xfrm>
              <a:off x="-148218" y="81904"/>
              <a:ext cx="1188426" cy="1227668"/>
              <a:chOff x="-7843" y="83454"/>
              <a:chExt cx="1188426" cy="1227668"/>
            </a:xfrm>
          </p:grpSpPr>
          <p:pic>
            <p:nvPicPr>
              <p:cNvPr id="2532" name="Google Shape;2532;p18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533" name="Google Shape;2533;p18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534" name="Google Shape;2534;p18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35" name="Shape 2535"/>
        <p:cNvGrpSpPr/>
        <p:nvPr/>
      </p:nvGrpSpPr>
      <p:grpSpPr>
        <a:xfrm>
          <a:off x="0" y="0"/>
          <a:ext cx="0" cy="0"/>
          <a:chOff x="0" y="0"/>
          <a:chExt cx="0" cy="0"/>
        </a:xfrm>
      </p:grpSpPr>
      <p:pic>
        <p:nvPicPr>
          <p:cNvPr id="2536" name="Google Shape;2536;p18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37" name="Google Shape;2537;p189"/>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38" name="Google Shape;2538;p189"/>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539" name="Google Shape;2539;p189"/>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40" name="Google Shape;2540;p189"/>
          <p:cNvGrpSpPr/>
          <p:nvPr/>
        </p:nvGrpSpPr>
        <p:grpSpPr>
          <a:xfrm>
            <a:off x="8206512" y="4230524"/>
            <a:ext cx="848365" cy="950159"/>
            <a:chOff x="41662" y="277999"/>
            <a:chExt cx="848365" cy="950159"/>
          </a:xfrm>
        </p:grpSpPr>
        <p:pic>
          <p:nvPicPr>
            <p:cNvPr id="2541" name="Google Shape;2541;p18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542" name="Google Shape;2542;p18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543" name="Google Shape;2543;p18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544" name="Google Shape;2544;p189"/>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545" name="Google Shape;2545;p189"/>
          <p:cNvGrpSpPr/>
          <p:nvPr/>
        </p:nvGrpSpPr>
        <p:grpSpPr>
          <a:xfrm>
            <a:off x="-601700" y="-872075"/>
            <a:ext cx="10705100" cy="5548225"/>
            <a:chOff x="-601700" y="-872075"/>
            <a:chExt cx="10705100" cy="5548225"/>
          </a:xfrm>
        </p:grpSpPr>
        <p:sp>
          <p:nvSpPr>
            <p:cNvPr id="2546" name="Google Shape;2546;p18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47" name="Google Shape;2547;p189"/>
            <p:cNvGrpSpPr/>
            <p:nvPr/>
          </p:nvGrpSpPr>
          <p:grpSpPr>
            <a:xfrm rot="5400000">
              <a:off x="-2006450" y="1404750"/>
              <a:ext cx="4014600" cy="1205100"/>
              <a:chOff x="150" y="4543750"/>
              <a:chExt cx="4014600" cy="1205100"/>
            </a:xfrm>
          </p:grpSpPr>
          <p:sp>
            <p:nvSpPr>
              <p:cNvPr id="2548" name="Google Shape;2548;p18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49" name="Google Shape;2549;p18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50" name="Google Shape;2550;p189"/>
            <p:cNvGrpSpPr/>
            <p:nvPr/>
          </p:nvGrpSpPr>
          <p:grpSpPr>
            <a:xfrm>
              <a:off x="6148925" y="-872075"/>
              <a:ext cx="2489300" cy="1740000"/>
              <a:chOff x="6148925" y="-872075"/>
              <a:chExt cx="2489300" cy="1740000"/>
            </a:xfrm>
          </p:grpSpPr>
          <p:sp>
            <p:nvSpPr>
              <p:cNvPr id="2551" name="Google Shape;2551;p18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2" name="Google Shape;2552;p18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53" name="Shape 2553"/>
        <p:cNvGrpSpPr/>
        <p:nvPr/>
      </p:nvGrpSpPr>
      <p:grpSpPr>
        <a:xfrm>
          <a:off x="0" y="0"/>
          <a:ext cx="0" cy="0"/>
          <a:chOff x="0" y="0"/>
          <a:chExt cx="0" cy="0"/>
        </a:xfrm>
      </p:grpSpPr>
      <p:pic>
        <p:nvPicPr>
          <p:cNvPr id="2554" name="Google Shape;2554;p1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55" name="Google Shape;2555;p1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56" name="Google Shape;2556;p190"/>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557" name="Google Shape;2557;p190"/>
          <p:cNvGrpSpPr/>
          <p:nvPr/>
        </p:nvGrpSpPr>
        <p:grpSpPr>
          <a:xfrm>
            <a:off x="150" y="2779250"/>
            <a:ext cx="10103250" cy="2785475"/>
            <a:chOff x="150" y="2779250"/>
            <a:chExt cx="10103250" cy="2785475"/>
          </a:xfrm>
        </p:grpSpPr>
        <p:sp>
          <p:nvSpPr>
            <p:cNvPr id="2558" name="Google Shape;2558;p19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9" name="Google Shape;2559;p19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60" name="Google Shape;2560;p190"/>
          <p:cNvGrpSpPr/>
          <p:nvPr/>
        </p:nvGrpSpPr>
        <p:grpSpPr>
          <a:xfrm>
            <a:off x="2" y="156617"/>
            <a:ext cx="1462273" cy="4821940"/>
            <a:chOff x="2" y="156617"/>
            <a:chExt cx="1462273" cy="4821940"/>
          </a:xfrm>
        </p:grpSpPr>
        <p:grpSp>
          <p:nvGrpSpPr>
            <p:cNvPr id="2561" name="Google Shape;2561;p190"/>
            <p:cNvGrpSpPr/>
            <p:nvPr/>
          </p:nvGrpSpPr>
          <p:grpSpPr>
            <a:xfrm>
              <a:off x="2" y="156617"/>
              <a:ext cx="719987" cy="944360"/>
              <a:chOff x="2" y="156617"/>
              <a:chExt cx="719987" cy="944360"/>
            </a:xfrm>
          </p:grpSpPr>
          <p:pic>
            <p:nvPicPr>
              <p:cNvPr id="2562" name="Google Shape;2562;p19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63" name="Google Shape;2563;p19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564" name="Google Shape;2564;p190"/>
            <p:cNvGrpSpPr/>
            <p:nvPr/>
          </p:nvGrpSpPr>
          <p:grpSpPr>
            <a:xfrm>
              <a:off x="359837" y="4401391"/>
              <a:ext cx="1102438" cy="577167"/>
              <a:chOff x="359837" y="4401391"/>
              <a:chExt cx="1102438" cy="577167"/>
            </a:xfrm>
          </p:grpSpPr>
          <p:pic>
            <p:nvPicPr>
              <p:cNvPr id="2565" name="Google Shape;2565;p19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66" name="Google Shape;2566;p19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67" name="Shape 2567"/>
        <p:cNvGrpSpPr/>
        <p:nvPr/>
      </p:nvGrpSpPr>
      <p:grpSpPr>
        <a:xfrm>
          <a:off x="0" y="0"/>
          <a:ext cx="0" cy="0"/>
          <a:chOff x="0" y="0"/>
          <a:chExt cx="0" cy="0"/>
        </a:xfrm>
      </p:grpSpPr>
      <p:pic>
        <p:nvPicPr>
          <p:cNvPr id="2568" name="Google Shape;2568;p19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69" name="Google Shape;2569;p1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70" name="Google Shape;2570;p191"/>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1" name="Google Shape;2571;p191"/>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2" name="Google Shape;2572;p191"/>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573" name="Google Shape;2573;p191"/>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574" name="Google Shape;2574;p191"/>
          <p:cNvGrpSpPr/>
          <p:nvPr/>
        </p:nvGrpSpPr>
        <p:grpSpPr>
          <a:xfrm>
            <a:off x="150" y="2779250"/>
            <a:ext cx="10103250" cy="2785475"/>
            <a:chOff x="150" y="2779250"/>
            <a:chExt cx="10103250" cy="2785475"/>
          </a:xfrm>
        </p:grpSpPr>
        <p:sp>
          <p:nvSpPr>
            <p:cNvPr id="2575" name="Google Shape;2575;p19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76" name="Google Shape;2576;p19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77" name="Google Shape;2577;p191"/>
          <p:cNvGrpSpPr/>
          <p:nvPr/>
        </p:nvGrpSpPr>
        <p:grpSpPr>
          <a:xfrm>
            <a:off x="2" y="156617"/>
            <a:ext cx="10103400" cy="4994633"/>
            <a:chOff x="2" y="156617"/>
            <a:chExt cx="10103400" cy="4994633"/>
          </a:xfrm>
        </p:grpSpPr>
        <p:grpSp>
          <p:nvGrpSpPr>
            <p:cNvPr id="2578" name="Google Shape;2578;p191"/>
            <p:cNvGrpSpPr/>
            <p:nvPr/>
          </p:nvGrpSpPr>
          <p:grpSpPr>
            <a:xfrm>
              <a:off x="2" y="156617"/>
              <a:ext cx="719987" cy="944360"/>
              <a:chOff x="2" y="156617"/>
              <a:chExt cx="719987" cy="944360"/>
            </a:xfrm>
          </p:grpSpPr>
          <p:pic>
            <p:nvPicPr>
              <p:cNvPr id="2579" name="Google Shape;2579;p19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80" name="Google Shape;2580;p19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581" name="Google Shape;2581;p191"/>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82" name="Google Shape;2582;p191"/>
            <p:cNvGrpSpPr/>
            <p:nvPr/>
          </p:nvGrpSpPr>
          <p:grpSpPr>
            <a:xfrm>
              <a:off x="359837" y="4401391"/>
              <a:ext cx="1102438" cy="577167"/>
              <a:chOff x="359837" y="4401391"/>
              <a:chExt cx="1102438" cy="577167"/>
            </a:xfrm>
          </p:grpSpPr>
          <p:pic>
            <p:nvPicPr>
              <p:cNvPr id="2583" name="Google Shape;2583;p191"/>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84" name="Google Shape;2584;p1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85" name="Shape 2585"/>
        <p:cNvGrpSpPr/>
        <p:nvPr/>
      </p:nvGrpSpPr>
      <p:grpSpPr>
        <a:xfrm>
          <a:off x="0" y="0"/>
          <a:ext cx="0" cy="0"/>
          <a:chOff x="0" y="0"/>
          <a:chExt cx="0" cy="0"/>
        </a:xfrm>
      </p:grpSpPr>
      <p:pic>
        <p:nvPicPr>
          <p:cNvPr id="2586" name="Google Shape;2586;p19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87" name="Google Shape;2587;p1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588" name="Google Shape;2588;p192"/>
          <p:cNvGrpSpPr/>
          <p:nvPr/>
        </p:nvGrpSpPr>
        <p:grpSpPr>
          <a:xfrm>
            <a:off x="5129400" y="4543750"/>
            <a:ext cx="4014600" cy="1205100"/>
            <a:chOff x="5129400" y="4543750"/>
            <a:chExt cx="4014600" cy="1205100"/>
          </a:xfrm>
        </p:grpSpPr>
        <p:sp>
          <p:nvSpPr>
            <p:cNvPr id="2589" name="Google Shape;2589;p192"/>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90" name="Google Shape;2590;p192"/>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91" name="Google Shape;2591;p192"/>
          <p:cNvGrpSpPr/>
          <p:nvPr/>
        </p:nvGrpSpPr>
        <p:grpSpPr>
          <a:xfrm>
            <a:off x="2" y="156617"/>
            <a:ext cx="9296400" cy="4986881"/>
            <a:chOff x="2" y="156617"/>
            <a:chExt cx="9296400" cy="4986881"/>
          </a:xfrm>
        </p:grpSpPr>
        <p:grpSp>
          <p:nvGrpSpPr>
            <p:cNvPr id="2592" name="Google Shape;2592;p192"/>
            <p:cNvGrpSpPr/>
            <p:nvPr/>
          </p:nvGrpSpPr>
          <p:grpSpPr>
            <a:xfrm>
              <a:off x="2" y="156617"/>
              <a:ext cx="719987" cy="944360"/>
              <a:chOff x="2" y="156617"/>
              <a:chExt cx="719987" cy="944360"/>
            </a:xfrm>
          </p:grpSpPr>
          <p:pic>
            <p:nvPicPr>
              <p:cNvPr id="2593" name="Google Shape;2593;p1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594" name="Google Shape;2594;p1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595" name="Google Shape;2595;p192"/>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96" name="Shape 2596"/>
        <p:cNvGrpSpPr/>
        <p:nvPr/>
      </p:nvGrpSpPr>
      <p:grpSpPr>
        <a:xfrm>
          <a:off x="0" y="0"/>
          <a:ext cx="0" cy="0"/>
          <a:chOff x="0" y="0"/>
          <a:chExt cx="0" cy="0"/>
        </a:xfrm>
      </p:grpSpPr>
      <p:pic>
        <p:nvPicPr>
          <p:cNvPr id="2597" name="Google Shape;2597;p19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98" name="Google Shape;2598;p193"/>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99" name="Google Shape;2599;p193"/>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600" name="Google Shape;2600;p19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01" name="Google Shape;2601;p193"/>
          <p:cNvGrpSpPr/>
          <p:nvPr/>
        </p:nvGrpSpPr>
        <p:grpSpPr>
          <a:xfrm>
            <a:off x="2" y="156617"/>
            <a:ext cx="1462273" cy="4821940"/>
            <a:chOff x="2" y="156617"/>
            <a:chExt cx="1462273" cy="4821940"/>
          </a:xfrm>
        </p:grpSpPr>
        <p:grpSp>
          <p:nvGrpSpPr>
            <p:cNvPr id="2602" name="Google Shape;2602;p193"/>
            <p:cNvGrpSpPr/>
            <p:nvPr/>
          </p:nvGrpSpPr>
          <p:grpSpPr>
            <a:xfrm>
              <a:off x="2" y="156617"/>
              <a:ext cx="719987" cy="944360"/>
              <a:chOff x="2" y="156617"/>
              <a:chExt cx="719987" cy="944360"/>
            </a:xfrm>
          </p:grpSpPr>
          <p:pic>
            <p:nvPicPr>
              <p:cNvPr id="2603" name="Google Shape;2603;p1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04" name="Google Shape;2604;p1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05" name="Google Shape;2605;p193"/>
            <p:cNvGrpSpPr/>
            <p:nvPr/>
          </p:nvGrpSpPr>
          <p:grpSpPr>
            <a:xfrm>
              <a:off x="359837" y="4401391"/>
              <a:ext cx="1102438" cy="577167"/>
              <a:chOff x="359837" y="4401391"/>
              <a:chExt cx="1102438" cy="577167"/>
            </a:xfrm>
          </p:grpSpPr>
          <p:pic>
            <p:nvPicPr>
              <p:cNvPr id="2606" name="Google Shape;2606;p1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07" name="Google Shape;2607;p1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08" name="Shape 2608"/>
        <p:cNvGrpSpPr/>
        <p:nvPr/>
      </p:nvGrpSpPr>
      <p:grpSpPr>
        <a:xfrm>
          <a:off x="0" y="0"/>
          <a:ext cx="0" cy="0"/>
          <a:chOff x="0" y="0"/>
          <a:chExt cx="0" cy="0"/>
        </a:xfrm>
      </p:grpSpPr>
      <p:pic>
        <p:nvPicPr>
          <p:cNvPr id="2609" name="Google Shape;2609;p19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10" name="Google Shape;2610;p194"/>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611" name="Google Shape;2611;p194"/>
          <p:cNvGrpSpPr/>
          <p:nvPr/>
        </p:nvGrpSpPr>
        <p:grpSpPr>
          <a:xfrm>
            <a:off x="-421050" y="0"/>
            <a:ext cx="10524450" cy="5564725"/>
            <a:chOff x="-421050" y="0"/>
            <a:chExt cx="10524450" cy="5564725"/>
          </a:xfrm>
        </p:grpSpPr>
        <p:sp>
          <p:nvSpPr>
            <p:cNvPr id="2612" name="Google Shape;2612;p19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3" name="Google Shape;2613;p19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4" name="Google Shape;2614;p19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15" name="Google Shape;2615;p194"/>
          <p:cNvGrpSpPr/>
          <p:nvPr/>
        </p:nvGrpSpPr>
        <p:grpSpPr>
          <a:xfrm>
            <a:off x="-148218" y="81904"/>
            <a:ext cx="10251619" cy="5069347"/>
            <a:chOff x="-148218" y="81904"/>
            <a:chExt cx="10251619" cy="5069347"/>
          </a:xfrm>
        </p:grpSpPr>
        <p:pic>
          <p:nvPicPr>
            <p:cNvPr id="2616" name="Google Shape;2616;p19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617" name="Google Shape;2617;p194"/>
            <p:cNvGrpSpPr/>
            <p:nvPr/>
          </p:nvGrpSpPr>
          <p:grpSpPr>
            <a:xfrm>
              <a:off x="359837" y="4401391"/>
              <a:ext cx="1102438" cy="577167"/>
              <a:chOff x="359837" y="4401391"/>
              <a:chExt cx="1102438" cy="577167"/>
            </a:xfrm>
          </p:grpSpPr>
          <p:pic>
            <p:nvPicPr>
              <p:cNvPr id="2618" name="Google Shape;2618;p19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19" name="Google Shape;2619;p19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620" name="Google Shape;2620;p194"/>
            <p:cNvGrpSpPr/>
            <p:nvPr/>
          </p:nvGrpSpPr>
          <p:grpSpPr>
            <a:xfrm>
              <a:off x="-148218" y="81904"/>
              <a:ext cx="1188426" cy="1227668"/>
              <a:chOff x="-7843" y="83454"/>
              <a:chExt cx="1188426" cy="1227668"/>
            </a:xfrm>
          </p:grpSpPr>
          <p:pic>
            <p:nvPicPr>
              <p:cNvPr id="2621" name="Google Shape;2621;p19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622" name="Google Shape;2622;p19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623" name="Google Shape;2623;p19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24" name="Shape 2624"/>
        <p:cNvGrpSpPr/>
        <p:nvPr/>
      </p:nvGrpSpPr>
      <p:grpSpPr>
        <a:xfrm>
          <a:off x="0" y="0"/>
          <a:ext cx="0" cy="0"/>
          <a:chOff x="0" y="0"/>
          <a:chExt cx="0" cy="0"/>
        </a:xfrm>
      </p:grpSpPr>
      <p:pic>
        <p:nvPicPr>
          <p:cNvPr id="2625" name="Google Shape;2625;p19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26" name="Google Shape;2626;p195"/>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627" name="Google Shape;2627;p195"/>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628" name="Google Shape;2628;p195"/>
          <p:cNvGrpSpPr/>
          <p:nvPr/>
        </p:nvGrpSpPr>
        <p:grpSpPr>
          <a:xfrm>
            <a:off x="0" y="-859375"/>
            <a:ext cx="9504775" cy="6608225"/>
            <a:chOff x="0" y="-859375"/>
            <a:chExt cx="9504775" cy="6608225"/>
          </a:xfrm>
        </p:grpSpPr>
        <p:grpSp>
          <p:nvGrpSpPr>
            <p:cNvPr id="2629" name="Google Shape;2629;p195"/>
            <p:cNvGrpSpPr/>
            <p:nvPr/>
          </p:nvGrpSpPr>
          <p:grpSpPr>
            <a:xfrm flipH="1">
              <a:off x="5129400" y="4543750"/>
              <a:ext cx="4014600" cy="1205100"/>
              <a:chOff x="150" y="4543750"/>
              <a:chExt cx="4014600" cy="1205100"/>
            </a:xfrm>
          </p:grpSpPr>
          <p:sp>
            <p:nvSpPr>
              <p:cNvPr id="2630" name="Google Shape;2630;p195"/>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1" name="Google Shape;2631;p195"/>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32" name="Google Shape;2632;p195"/>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33" name="Google Shape;2633;p195"/>
            <p:cNvGrpSpPr/>
            <p:nvPr/>
          </p:nvGrpSpPr>
          <p:grpSpPr>
            <a:xfrm flipH="1">
              <a:off x="0" y="-859375"/>
              <a:ext cx="2489300" cy="1740000"/>
              <a:chOff x="6148925" y="-872075"/>
              <a:chExt cx="2489300" cy="1740000"/>
            </a:xfrm>
          </p:grpSpPr>
          <p:sp>
            <p:nvSpPr>
              <p:cNvPr id="2634" name="Google Shape;2634;p19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5" name="Google Shape;2635;p19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36" name="Google Shape;2636;p195"/>
          <p:cNvGrpSpPr/>
          <p:nvPr/>
        </p:nvGrpSpPr>
        <p:grpSpPr>
          <a:xfrm>
            <a:off x="-736999" y="-445900"/>
            <a:ext cx="10033401" cy="5589398"/>
            <a:chOff x="-736999" y="-445900"/>
            <a:chExt cx="10033401" cy="5589398"/>
          </a:xfrm>
        </p:grpSpPr>
        <p:pic>
          <p:nvPicPr>
            <p:cNvPr id="2637" name="Google Shape;2637;p19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638" name="Google Shape;2638;p195"/>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39" name="Shape 2639"/>
        <p:cNvGrpSpPr/>
        <p:nvPr/>
      </p:nvGrpSpPr>
      <p:grpSpPr>
        <a:xfrm>
          <a:off x="0" y="0"/>
          <a:ext cx="0" cy="0"/>
          <a:chOff x="0" y="0"/>
          <a:chExt cx="0" cy="0"/>
        </a:xfrm>
      </p:grpSpPr>
      <p:sp>
        <p:nvSpPr>
          <p:cNvPr id="2640" name="Google Shape;2640;p196"/>
          <p:cNvSpPr/>
          <p:nvPr>
            <p:ph idx="2" type="pic"/>
          </p:nvPr>
        </p:nvSpPr>
        <p:spPr>
          <a:xfrm>
            <a:off x="-25" y="-13725"/>
            <a:ext cx="9144000" cy="5157300"/>
          </a:xfrm>
          <a:prstGeom prst="rect">
            <a:avLst/>
          </a:prstGeom>
          <a:noFill/>
          <a:ln>
            <a:noFill/>
          </a:ln>
        </p:spPr>
      </p:sp>
      <p:sp>
        <p:nvSpPr>
          <p:cNvPr id="2641" name="Google Shape;2641;p196"/>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42" name="Shape 2642"/>
        <p:cNvGrpSpPr/>
        <p:nvPr/>
      </p:nvGrpSpPr>
      <p:grpSpPr>
        <a:xfrm>
          <a:off x="0" y="0"/>
          <a:ext cx="0" cy="0"/>
          <a:chOff x="0" y="0"/>
          <a:chExt cx="0" cy="0"/>
        </a:xfrm>
      </p:grpSpPr>
      <p:pic>
        <p:nvPicPr>
          <p:cNvPr id="2643" name="Google Shape;2643;p19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44" name="Google Shape;2644;p197"/>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45" name="Google Shape;2645;p197"/>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646" name="Google Shape;2646;p197"/>
          <p:cNvGrpSpPr/>
          <p:nvPr/>
        </p:nvGrpSpPr>
        <p:grpSpPr>
          <a:xfrm>
            <a:off x="-601700" y="-872075"/>
            <a:ext cx="10705100" cy="5548225"/>
            <a:chOff x="-601700" y="-872075"/>
            <a:chExt cx="10705100" cy="5548225"/>
          </a:xfrm>
        </p:grpSpPr>
        <p:sp>
          <p:nvSpPr>
            <p:cNvPr id="2647" name="Google Shape;2647;p19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48" name="Google Shape;2648;p197"/>
            <p:cNvGrpSpPr/>
            <p:nvPr/>
          </p:nvGrpSpPr>
          <p:grpSpPr>
            <a:xfrm rot="5400000">
              <a:off x="-2006450" y="1404750"/>
              <a:ext cx="4014600" cy="1205100"/>
              <a:chOff x="150" y="4543750"/>
              <a:chExt cx="4014600" cy="1205100"/>
            </a:xfrm>
          </p:grpSpPr>
          <p:sp>
            <p:nvSpPr>
              <p:cNvPr id="2649" name="Google Shape;2649;p19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0" name="Google Shape;2650;p197"/>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51" name="Google Shape;2651;p197"/>
            <p:cNvGrpSpPr/>
            <p:nvPr/>
          </p:nvGrpSpPr>
          <p:grpSpPr>
            <a:xfrm>
              <a:off x="6148925" y="-872075"/>
              <a:ext cx="2489300" cy="1740000"/>
              <a:chOff x="6148925" y="-872075"/>
              <a:chExt cx="2489300" cy="1740000"/>
            </a:xfrm>
          </p:grpSpPr>
          <p:sp>
            <p:nvSpPr>
              <p:cNvPr id="2652" name="Google Shape;2652;p1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3" name="Google Shape;2653;p1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54" name="Google Shape;2654;p197"/>
          <p:cNvGrpSpPr/>
          <p:nvPr/>
        </p:nvGrpSpPr>
        <p:grpSpPr>
          <a:xfrm>
            <a:off x="-100888" y="2838714"/>
            <a:ext cx="9155766" cy="2341969"/>
            <a:chOff x="-100888" y="2838714"/>
            <a:chExt cx="9155766" cy="2341969"/>
          </a:xfrm>
        </p:grpSpPr>
        <p:grpSp>
          <p:nvGrpSpPr>
            <p:cNvPr id="2655" name="Google Shape;2655;p197"/>
            <p:cNvGrpSpPr/>
            <p:nvPr/>
          </p:nvGrpSpPr>
          <p:grpSpPr>
            <a:xfrm>
              <a:off x="8206512" y="4230524"/>
              <a:ext cx="848365" cy="950159"/>
              <a:chOff x="41662" y="277999"/>
              <a:chExt cx="848365" cy="950159"/>
            </a:xfrm>
          </p:grpSpPr>
          <p:pic>
            <p:nvPicPr>
              <p:cNvPr id="2656" name="Google Shape;2656;p19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57" name="Google Shape;2657;p19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58" name="Google Shape;2658;p19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659" name="Google Shape;2659;p197"/>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660" name="Shape 2660"/>
        <p:cNvGrpSpPr/>
        <p:nvPr/>
      </p:nvGrpSpPr>
      <p:grpSpPr>
        <a:xfrm>
          <a:off x="0" y="0"/>
          <a:ext cx="0" cy="0"/>
          <a:chOff x="0" y="0"/>
          <a:chExt cx="0" cy="0"/>
        </a:xfrm>
      </p:grpSpPr>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661" name="Shape 2661"/>
        <p:cNvGrpSpPr/>
        <p:nvPr/>
      </p:nvGrpSpPr>
      <p:grpSpPr>
        <a:xfrm>
          <a:off x="0" y="0"/>
          <a:ext cx="0" cy="0"/>
          <a:chOff x="0" y="0"/>
          <a:chExt cx="0" cy="0"/>
        </a:xfrm>
      </p:grpSpPr>
      <p:pic>
        <p:nvPicPr>
          <p:cNvPr id="2662" name="Google Shape;2662;p1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663" name="Google Shape;2663;p199"/>
          <p:cNvGrpSpPr/>
          <p:nvPr/>
        </p:nvGrpSpPr>
        <p:grpSpPr>
          <a:xfrm>
            <a:off x="7033266" y="-738725"/>
            <a:ext cx="2110732" cy="1475400"/>
            <a:chOff x="7033266" y="-738725"/>
            <a:chExt cx="2110732" cy="1475400"/>
          </a:xfrm>
        </p:grpSpPr>
        <p:sp>
          <p:nvSpPr>
            <p:cNvPr id="2664" name="Google Shape;2664;p199"/>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65" name="Google Shape;2665;p199"/>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66" name="Google Shape;2666;p1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67" name="Google Shape;2667;p199"/>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68" name="Google Shape;2668;p199"/>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69" name="Google Shape;2669;p199"/>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0" name="Google Shape;2670;p199"/>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1" name="Google Shape;2671;p199"/>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2" name="Google Shape;2672;p199"/>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3" name="Google Shape;2673;p199"/>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4" name="Google Shape;2674;p199"/>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5" name="Google Shape;2675;p199"/>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6" name="Google Shape;2676;p199"/>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7" name="Google Shape;2677;p199"/>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8" name="Google Shape;2678;p199"/>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679" name="Google Shape;2679;p199"/>
          <p:cNvGrpSpPr/>
          <p:nvPr/>
        </p:nvGrpSpPr>
        <p:grpSpPr>
          <a:xfrm>
            <a:off x="2" y="156617"/>
            <a:ext cx="9096298" cy="4929890"/>
            <a:chOff x="2" y="156617"/>
            <a:chExt cx="9096298" cy="4929890"/>
          </a:xfrm>
        </p:grpSpPr>
        <p:grpSp>
          <p:nvGrpSpPr>
            <p:cNvPr id="2680" name="Google Shape;2680;p199"/>
            <p:cNvGrpSpPr/>
            <p:nvPr/>
          </p:nvGrpSpPr>
          <p:grpSpPr>
            <a:xfrm>
              <a:off x="2" y="156617"/>
              <a:ext cx="719987" cy="944360"/>
              <a:chOff x="2" y="156617"/>
              <a:chExt cx="719987" cy="944360"/>
            </a:xfrm>
          </p:grpSpPr>
          <p:pic>
            <p:nvPicPr>
              <p:cNvPr id="2681" name="Google Shape;2681;p19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82" name="Google Shape;2682;p19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83" name="Google Shape;2683;p199"/>
            <p:cNvGrpSpPr/>
            <p:nvPr/>
          </p:nvGrpSpPr>
          <p:grpSpPr>
            <a:xfrm>
              <a:off x="7993862" y="4509341"/>
              <a:ext cx="1102438" cy="577167"/>
              <a:chOff x="7993862" y="4509341"/>
              <a:chExt cx="1102438" cy="577167"/>
            </a:xfrm>
          </p:grpSpPr>
          <p:pic>
            <p:nvPicPr>
              <p:cNvPr id="2684" name="Google Shape;2684;p199"/>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685" name="Google Shape;2685;p199"/>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86" name="Shape 2686"/>
        <p:cNvGrpSpPr/>
        <p:nvPr/>
      </p:nvGrpSpPr>
      <p:grpSpPr>
        <a:xfrm>
          <a:off x="0" y="0"/>
          <a:ext cx="0" cy="0"/>
          <a:chOff x="0" y="0"/>
          <a:chExt cx="0" cy="0"/>
        </a:xfrm>
      </p:grpSpPr>
      <p:pic>
        <p:nvPicPr>
          <p:cNvPr id="2687" name="Google Shape;2687;p20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88" name="Google Shape;2688;p200"/>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689" name="Google Shape;2689;p200"/>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690" name="Google Shape;2690;p20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691" name="Google Shape;2691;p200"/>
          <p:cNvGrpSpPr/>
          <p:nvPr/>
        </p:nvGrpSpPr>
        <p:grpSpPr>
          <a:xfrm>
            <a:off x="0" y="-859375"/>
            <a:ext cx="9755475" cy="6421100"/>
            <a:chOff x="0" y="-859375"/>
            <a:chExt cx="9755475" cy="6421100"/>
          </a:xfrm>
        </p:grpSpPr>
        <p:sp>
          <p:nvSpPr>
            <p:cNvPr id="2692" name="Google Shape;2692;p200"/>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93" name="Google Shape;2693;p200"/>
            <p:cNvGrpSpPr/>
            <p:nvPr/>
          </p:nvGrpSpPr>
          <p:grpSpPr>
            <a:xfrm flipH="1">
              <a:off x="0" y="-859375"/>
              <a:ext cx="2489300" cy="1740000"/>
              <a:chOff x="6148925" y="-872075"/>
              <a:chExt cx="2489300" cy="1740000"/>
            </a:xfrm>
          </p:grpSpPr>
          <p:sp>
            <p:nvSpPr>
              <p:cNvPr id="2694" name="Google Shape;2694;p20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95" name="Google Shape;2695;p20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96" name="Google Shape;2696;p200"/>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697" name="Shape 2697"/>
        <p:cNvGrpSpPr/>
        <p:nvPr/>
      </p:nvGrpSpPr>
      <p:grpSpPr>
        <a:xfrm>
          <a:off x="0" y="0"/>
          <a:ext cx="0" cy="0"/>
          <a:chOff x="0" y="0"/>
          <a:chExt cx="0" cy="0"/>
        </a:xfrm>
      </p:grpSpPr>
      <p:pic>
        <p:nvPicPr>
          <p:cNvPr id="2698" name="Google Shape;2698;p2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99" name="Google Shape;2699;p201"/>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0" name="Google Shape;2700;p201"/>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01" name="Google Shape;2701;p201"/>
          <p:cNvSpPr/>
          <p:nvPr>
            <p:ph idx="2" type="pic"/>
          </p:nvPr>
        </p:nvSpPr>
        <p:spPr>
          <a:xfrm>
            <a:off x="4898950" y="533875"/>
            <a:ext cx="3489000" cy="4075800"/>
          </a:xfrm>
          <a:prstGeom prst="roundRect">
            <a:avLst>
              <a:gd fmla="val 18268" name="adj"/>
            </a:avLst>
          </a:prstGeom>
          <a:noFill/>
          <a:ln>
            <a:noFill/>
          </a:ln>
        </p:spPr>
      </p:sp>
      <p:grpSp>
        <p:nvGrpSpPr>
          <p:cNvPr id="2702" name="Google Shape;2702;p201"/>
          <p:cNvGrpSpPr/>
          <p:nvPr/>
        </p:nvGrpSpPr>
        <p:grpSpPr>
          <a:xfrm rot="5400000">
            <a:off x="-2006450" y="1404750"/>
            <a:ext cx="4014600" cy="1205100"/>
            <a:chOff x="150" y="4543750"/>
            <a:chExt cx="4014600" cy="1205100"/>
          </a:xfrm>
        </p:grpSpPr>
        <p:sp>
          <p:nvSpPr>
            <p:cNvPr id="2703" name="Google Shape;2703;p20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04" name="Google Shape;2704;p20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705" name="Shape 2705"/>
        <p:cNvGrpSpPr/>
        <p:nvPr/>
      </p:nvGrpSpPr>
      <p:grpSpPr>
        <a:xfrm>
          <a:off x="0" y="0"/>
          <a:ext cx="0" cy="0"/>
          <a:chOff x="0" y="0"/>
          <a:chExt cx="0" cy="0"/>
        </a:xfrm>
      </p:grpSpPr>
      <p:pic>
        <p:nvPicPr>
          <p:cNvPr id="2706" name="Google Shape;2706;p2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07" name="Google Shape;2707;p202"/>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8" name="Google Shape;2708;p202"/>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09" name="Google Shape;2709;p202"/>
          <p:cNvGrpSpPr/>
          <p:nvPr/>
        </p:nvGrpSpPr>
        <p:grpSpPr>
          <a:xfrm>
            <a:off x="0" y="-859375"/>
            <a:ext cx="9755475" cy="6421100"/>
            <a:chOff x="0" y="-859375"/>
            <a:chExt cx="9755475" cy="6421100"/>
          </a:xfrm>
        </p:grpSpPr>
        <p:sp>
          <p:nvSpPr>
            <p:cNvPr id="2710" name="Google Shape;2710;p20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11" name="Google Shape;2711;p202"/>
            <p:cNvGrpSpPr/>
            <p:nvPr/>
          </p:nvGrpSpPr>
          <p:grpSpPr>
            <a:xfrm flipH="1">
              <a:off x="0" y="-859375"/>
              <a:ext cx="2489300" cy="1740000"/>
              <a:chOff x="6148925" y="-872075"/>
              <a:chExt cx="2489300" cy="1740000"/>
            </a:xfrm>
          </p:grpSpPr>
          <p:sp>
            <p:nvSpPr>
              <p:cNvPr id="2712" name="Google Shape;2712;p2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13" name="Google Shape;2713;p2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714" name="Google Shape;2714;p20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715" name="Shape 2715"/>
        <p:cNvGrpSpPr/>
        <p:nvPr/>
      </p:nvGrpSpPr>
      <p:grpSpPr>
        <a:xfrm>
          <a:off x="0" y="0"/>
          <a:ext cx="0" cy="0"/>
          <a:chOff x="0" y="0"/>
          <a:chExt cx="0" cy="0"/>
        </a:xfrm>
      </p:grpSpPr>
      <p:pic>
        <p:nvPicPr>
          <p:cNvPr id="2716" name="Google Shape;2716;p20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17" name="Google Shape;2717;p203"/>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8" name="Google Shape;2718;p203"/>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19" name="Google Shape;2719;p203"/>
          <p:cNvGrpSpPr/>
          <p:nvPr/>
        </p:nvGrpSpPr>
        <p:grpSpPr>
          <a:xfrm>
            <a:off x="-601700" y="0"/>
            <a:ext cx="10705100" cy="4676150"/>
            <a:chOff x="-601700" y="0"/>
            <a:chExt cx="10705100" cy="4676150"/>
          </a:xfrm>
        </p:grpSpPr>
        <p:sp>
          <p:nvSpPr>
            <p:cNvPr id="2720" name="Google Shape;2720;p20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21" name="Google Shape;2721;p203"/>
            <p:cNvGrpSpPr/>
            <p:nvPr/>
          </p:nvGrpSpPr>
          <p:grpSpPr>
            <a:xfrm rot="5400000">
              <a:off x="-2006450" y="1404750"/>
              <a:ext cx="4014600" cy="1205100"/>
              <a:chOff x="150" y="4543750"/>
              <a:chExt cx="4014600" cy="1205100"/>
            </a:xfrm>
          </p:grpSpPr>
          <p:sp>
            <p:nvSpPr>
              <p:cNvPr id="2722" name="Google Shape;2722;p20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23" name="Google Shape;2723;p20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24" name="Google Shape;2724;p203"/>
          <p:cNvGrpSpPr/>
          <p:nvPr/>
        </p:nvGrpSpPr>
        <p:grpSpPr>
          <a:xfrm>
            <a:off x="8206512" y="4230524"/>
            <a:ext cx="848365" cy="950159"/>
            <a:chOff x="41662" y="277999"/>
            <a:chExt cx="848365" cy="950159"/>
          </a:xfrm>
        </p:grpSpPr>
        <p:pic>
          <p:nvPicPr>
            <p:cNvPr id="2725" name="Google Shape;2725;p20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26" name="Google Shape;2726;p20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27" name="Google Shape;2727;p20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28" name="Shape 2728"/>
        <p:cNvGrpSpPr/>
        <p:nvPr/>
      </p:nvGrpSpPr>
      <p:grpSpPr>
        <a:xfrm>
          <a:off x="0" y="0"/>
          <a:ext cx="0" cy="0"/>
          <a:chOff x="0" y="0"/>
          <a:chExt cx="0" cy="0"/>
        </a:xfrm>
      </p:grpSpPr>
      <p:pic>
        <p:nvPicPr>
          <p:cNvPr id="2729" name="Google Shape;2729;p2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30" name="Google Shape;2730;p2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31" name="Google Shape;2731;p204"/>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2" name="Google Shape;2732;p204"/>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3" name="Google Shape;2733;p204"/>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34" name="Google Shape;2734;p204"/>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35" name="Google Shape;2735;p204"/>
          <p:cNvGrpSpPr/>
          <p:nvPr/>
        </p:nvGrpSpPr>
        <p:grpSpPr>
          <a:xfrm>
            <a:off x="-501600" y="128825"/>
            <a:ext cx="10252550" cy="5418500"/>
            <a:chOff x="-501600" y="128825"/>
            <a:chExt cx="10252550" cy="5418500"/>
          </a:xfrm>
        </p:grpSpPr>
        <p:sp>
          <p:nvSpPr>
            <p:cNvPr id="2736" name="Google Shape;2736;p20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7" name="Google Shape;2737;p20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8" name="Google Shape;2738;p20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39" name="Google Shape;2739;p204"/>
          <p:cNvGrpSpPr/>
          <p:nvPr/>
        </p:nvGrpSpPr>
        <p:grpSpPr>
          <a:xfrm>
            <a:off x="2" y="156617"/>
            <a:ext cx="9088698" cy="4882915"/>
            <a:chOff x="2" y="156617"/>
            <a:chExt cx="9088698" cy="4882915"/>
          </a:xfrm>
        </p:grpSpPr>
        <p:grpSp>
          <p:nvGrpSpPr>
            <p:cNvPr id="2740" name="Google Shape;2740;p204"/>
            <p:cNvGrpSpPr/>
            <p:nvPr/>
          </p:nvGrpSpPr>
          <p:grpSpPr>
            <a:xfrm>
              <a:off x="2" y="156617"/>
              <a:ext cx="719987" cy="944360"/>
              <a:chOff x="2" y="156617"/>
              <a:chExt cx="719987" cy="944360"/>
            </a:xfrm>
          </p:grpSpPr>
          <p:pic>
            <p:nvPicPr>
              <p:cNvPr id="2741" name="Google Shape;2741;p20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42" name="Google Shape;2742;p20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43" name="Google Shape;2743;p204"/>
            <p:cNvGrpSpPr/>
            <p:nvPr/>
          </p:nvGrpSpPr>
          <p:grpSpPr>
            <a:xfrm>
              <a:off x="7986262" y="4462366"/>
              <a:ext cx="1102438" cy="577167"/>
              <a:chOff x="359837" y="4401391"/>
              <a:chExt cx="1102438" cy="577167"/>
            </a:xfrm>
          </p:grpSpPr>
          <p:pic>
            <p:nvPicPr>
              <p:cNvPr id="2744" name="Google Shape;2744;p20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45" name="Google Shape;2745;p2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746" name="Shape 2746"/>
        <p:cNvGrpSpPr/>
        <p:nvPr/>
      </p:nvGrpSpPr>
      <p:grpSpPr>
        <a:xfrm>
          <a:off x="0" y="0"/>
          <a:ext cx="0" cy="0"/>
          <a:chOff x="0" y="0"/>
          <a:chExt cx="0" cy="0"/>
        </a:xfrm>
      </p:grpSpPr>
      <p:pic>
        <p:nvPicPr>
          <p:cNvPr id="2747" name="Google Shape;2747;p2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48" name="Google Shape;2748;p2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49" name="Google Shape;2749;p205"/>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0" name="Google Shape;2750;p205"/>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51" name="Google Shape;2751;p205"/>
          <p:cNvGrpSpPr/>
          <p:nvPr/>
        </p:nvGrpSpPr>
        <p:grpSpPr>
          <a:xfrm>
            <a:off x="275000" y="0"/>
            <a:ext cx="9374500" cy="5748850"/>
            <a:chOff x="275000" y="0"/>
            <a:chExt cx="9374500" cy="5748850"/>
          </a:xfrm>
        </p:grpSpPr>
        <p:sp>
          <p:nvSpPr>
            <p:cNvPr id="2752" name="Google Shape;2752;p20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3" name="Google Shape;2753;p205"/>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4" name="Google Shape;2754;p205"/>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55" name="Google Shape;2755;p205"/>
          <p:cNvGrpSpPr/>
          <p:nvPr/>
        </p:nvGrpSpPr>
        <p:grpSpPr>
          <a:xfrm>
            <a:off x="2" y="156617"/>
            <a:ext cx="9088698" cy="4882915"/>
            <a:chOff x="2" y="156617"/>
            <a:chExt cx="9088698" cy="4882915"/>
          </a:xfrm>
        </p:grpSpPr>
        <p:grpSp>
          <p:nvGrpSpPr>
            <p:cNvPr id="2756" name="Google Shape;2756;p205"/>
            <p:cNvGrpSpPr/>
            <p:nvPr/>
          </p:nvGrpSpPr>
          <p:grpSpPr>
            <a:xfrm>
              <a:off x="2" y="156617"/>
              <a:ext cx="719987" cy="944360"/>
              <a:chOff x="2" y="156617"/>
              <a:chExt cx="719987" cy="944360"/>
            </a:xfrm>
          </p:grpSpPr>
          <p:pic>
            <p:nvPicPr>
              <p:cNvPr id="2757" name="Google Shape;2757;p2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58" name="Google Shape;2758;p2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59" name="Google Shape;2759;p205"/>
            <p:cNvGrpSpPr/>
            <p:nvPr/>
          </p:nvGrpSpPr>
          <p:grpSpPr>
            <a:xfrm>
              <a:off x="7986262" y="4462366"/>
              <a:ext cx="1102438" cy="577167"/>
              <a:chOff x="359837" y="4401391"/>
              <a:chExt cx="1102438" cy="577167"/>
            </a:xfrm>
          </p:grpSpPr>
          <p:pic>
            <p:nvPicPr>
              <p:cNvPr id="2760" name="Google Shape;2760;p20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61" name="Google Shape;2761;p20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62" name="Shape 2762"/>
        <p:cNvGrpSpPr/>
        <p:nvPr/>
      </p:nvGrpSpPr>
      <p:grpSpPr>
        <a:xfrm>
          <a:off x="0" y="0"/>
          <a:ext cx="0" cy="0"/>
          <a:chOff x="0" y="0"/>
          <a:chExt cx="0" cy="0"/>
        </a:xfrm>
      </p:grpSpPr>
      <p:pic>
        <p:nvPicPr>
          <p:cNvPr id="2763" name="Google Shape;2763;p2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64" name="Google Shape;2764;p2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65" name="Google Shape;2765;p206"/>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6" name="Google Shape;2766;p206"/>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7" name="Google Shape;2767;p206"/>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8" name="Google Shape;2768;p206"/>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69" name="Google Shape;2769;p206"/>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70" name="Google Shape;2770;p206"/>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71" name="Google Shape;2771;p206"/>
          <p:cNvGrpSpPr/>
          <p:nvPr/>
        </p:nvGrpSpPr>
        <p:grpSpPr>
          <a:xfrm>
            <a:off x="-601700" y="0"/>
            <a:ext cx="10705100" cy="4676150"/>
            <a:chOff x="-601700" y="0"/>
            <a:chExt cx="10705100" cy="4676150"/>
          </a:xfrm>
        </p:grpSpPr>
        <p:sp>
          <p:nvSpPr>
            <p:cNvPr id="2772" name="Google Shape;2772;p20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73" name="Google Shape;2773;p206"/>
            <p:cNvGrpSpPr/>
            <p:nvPr/>
          </p:nvGrpSpPr>
          <p:grpSpPr>
            <a:xfrm rot="5400000">
              <a:off x="-2006450" y="1404750"/>
              <a:ext cx="4014600" cy="1205100"/>
              <a:chOff x="150" y="4543750"/>
              <a:chExt cx="4014600" cy="1205100"/>
            </a:xfrm>
          </p:grpSpPr>
          <p:sp>
            <p:nvSpPr>
              <p:cNvPr id="2774" name="Google Shape;2774;p20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5" name="Google Shape;2775;p20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76" name="Google Shape;2776;p206"/>
          <p:cNvGrpSpPr/>
          <p:nvPr/>
        </p:nvGrpSpPr>
        <p:grpSpPr>
          <a:xfrm>
            <a:off x="2" y="156617"/>
            <a:ext cx="9054876" cy="5024066"/>
            <a:chOff x="2" y="156617"/>
            <a:chExt cx="9054876" cy="5024066"/>
          </a:xfrm>
        </p:grpSpPr>
        <p:grpSp>
          <p:nvGrpSpPr>
            <p:cNvPr id="2777" name="Google Shape;2777;p206"/>
            <p:cNvGrpSpPr/>
            <p:nvPr/>
          </p:nvGrpSpPr>
          <p:grpSpPr>
            <a:xfrm>
              <a:off x="8206512" y="4230524"/>
              <a:ext cx="848365" cy="950159"/>
              <a:chOff x="41662" y="277999"/>
              <a:chExt cx="848365" cy="950159"/>
            </a:xfrm>
          </p:grpSpPr>
          <p:pic>
            <p:nvPicPr>
              <p:cNvPr id="2778" name="Google Shape;2778;p20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79" name="Google Shape;2779;p20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80" name="Google Shape;2780;p20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781" name="Google Shape;2781;p206"/>
            <p:cNvGrpSpPr/>
            <p:nvPr/>
          </p:nvGrpSpPr>
          <p:grpSpPr>
            <a:xfrm>
              <a:off x="2" y="156617"/>
              <a:ext cx="719987" cy="944360"/>
              <a:chOff x="2" y="156617"/>
              <a:chExt cx="719987" cy="944360"/>
            </a:xfrm>
          </p:grpSpPr>
          <p:pic>
            <p:nvPicPr>
              <p:cNvPr id="2782" name="Google Shape;2782;p2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83" name="Google Shape;2783;p2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784" name="Shape 2784"/>
        <p:cNvGrpSpPr/>
        <p:nvPr/>
      </p:nvGrpSpPr>
      <p:grpSpPr>
        <a:xfrm>
          <a:off x="0" y="0"/>
          <a:ext cx="0" cy="0"/>
          <a:chOff x="0" y="0"/>
          <a:chExt cx="0" cy="0"/>
        </a:xfrm>
      </p:grpSpPr>
      <p:pic>
        <p:nvPicPr>
          <p:cNvPr id="2785" name="Google Shape;2785;p20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786" name="Google Shape;2786;p207"/>
          <p:cNvGrpSpPr/>
          <p:nvPr/>
        </p:nvGrpSpPr>
        <p:grpSpPr>
          <a:xfrm>
            <a:off x="5129400" y="0"/>
            <a:ext cx="4520100" cy="5547325"/>
            <a:chOff x="5129400" y="0"/>
            <a:chExt cx="4520100" cy="5547325"/>
          </a:xfrm>
        </p:grpSpPr>
        <p:sp>
          <p:nvSpPr>
            <p:cNvPr id="2787" name="Google Shape;2787;p20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8" name="Google Shape;2788;p20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89" name="Google Shape;2789;p207"/>
          <p:cNvGrpSpPr/>
          <p:nvPr/>
        </p:nvGrpSpPr>
        <p:grpSpPr>
          <a:xfrm>
            <a:off x="2" y="156617"/>
            <a:ext cx="9088698" cy="4882915"/>
            <a:chOff x="2" y="156617"/>
            <a:chExt cx="9088698" cy="4882915"/>
          </a:xfrm>
        </p:grpSpPr>
        <p:grpSp>
          <p:nvGrpSpPr>
            <p:cNvPr id="2790" name="Google Shape;2790;p207"/>
            <p:cNvGrpSpPr/>
            <p:nvPr/>
          </p:nvGrpSpPr>
          <p:grpSpPr>
            <a:xfrm>
              <a:off x="2" y="156617"/>
              <a:ext cx="719987" cy="944360"/>
              <a:chOff x="2" y="156617"/>
              <a:chExt cx="719987" cy="944360"/>
            </a:xfrm>
          </p:grpSpPr>
          <p:pic>
            <p:nvPicPr>
              <p:cNvPr id="2791" name="Google Shape;2791;p20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92" name="Google Shape;2792;p20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93" name="Google Shape;2793;p207"/>
            <p:cNvGrpSpPr/>
            <p:nvPr/>
          </p:nvGrpSpPr>
          <p:grpSpPr>
            <a:xfrm>
              <a:off x="7986262" y="4462366"/>
              <a:ext cx="1102438" cy="577167"/>
              <a:chOff x="359837" y="4401391"/>
              <a:chExt cx="1102438" cy="577167"/>
            </a:xfrm>
          </p:grpSpPr>
          <p:pic>
            <p:nvPicPr>
              <p:cNvPr id="2794" name="Google Shape;2794;p20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95" name="Google Shape;2795;p20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796" name="Google Shape;2796;p2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7" name="Google Shape;2797;p207"/>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8" name="Google Shape;2798;p207"/>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9" name="Google Shape;2799;p207"/>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0" name="Google Shape;2800;p207"/>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1" name="Google Shape;2801;p207"/>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2" name="Google Shape;2802;p207"/>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3" name="Google Shape;2803;p207"/>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4" name="Google Shape;2804;p207"/>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805" name="Shape 2805"/>
        <p:cNvGrpSpPr/>
        <p:nvPr/>
      </p:nvGrpSpPr>
      <p:grpSpPr>
        <a:xfrm>
          <a:off x="0" y="0"/>
          <a:ext cx="0" cy="0"/>
          <a:chOff x="0" y="0"/>
          <a:chExt cx="0" cy="0"/>
        </a:xfrm>
      </p:grpSpPr>
      <p:pic>
        <p:nvPicPr>
          <p:cNvPr id="2806" name="Google Shape;2806;p20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07" name="Google Shape;2807;p2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08" name="Google Shape;2808;p208"/>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09" name="Google Shape;2809;p208"/>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0" name="Google Shape;2810;p208"/>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1" name="Google Shape;2811;p208"/>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2" name="Google Shape;2812;p208"/>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3" name="Google Shape;2813;p208"/>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4" name="Google Shape;2814;p208"/>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5" name="Google Shape;2815;p208"/>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6" name="Google Shape;2816;p208"/>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7" name="Google Shape;2817;p208"/>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18" name="Google Shape;2818;p208"/>
          <p:cNvGrpSpPr/>
          <p:nvPr/>
        </p:nvGrpSpPr>
        <p:grpSpPr>
          <a:xfrm>
            <a:off x="2" y="156617"/>
            <a:ext cx="719987" cy="944360"/>
            <a:chOff x="2" y="156617"/>
            <a:chExt cx="719987" cy="944360"/>
          </a:xfrm>
        </p:grpSpPr>
        <p:pic>
          <p:nvPicPr>
            <p:cNvPr id="2819" name="Google Shape;2819;p20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0" name="Google Shape;2820;p20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21" name="Google Shape;2821;p208"/>
          <p:cNvGrpSpPr/>
          <p:nvPr/>
        </p:nvGrpSpPr>
        <p:grpSpPr>
          <a:xfrm>
            <a:off x="0" y="2817900"/>
            <a:ext cx="9640900" cy="2932900"/>
            <a:chOff x="0" y="2817900"/>
            <a:chExt cx="9640900" cy="2932900"/>
          </a:xfrm>
        </p:grpSpPr>
        <p:sp>
          <p:nvSpPr>
            <p:cNvPr id="2822" name="Google Shape;2822;p208"/>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3" name="Google Shape;2823;p208"/>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4" name="Google Shape;2824;p208"/>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825" name="Shape 2825"/>
        <p:cNvGrpSpPr/>
        <p:nvPr/>
      </p:nvGrpSpPr>
      <p:grpSpPr>
        <a:xfrm>
          <a:off x="0" y="0"/>
          <a:ext cx="0" cy="0"/>
          <a:chOff x="0" y="0"/>
          <a:chExt cx="0" cy="0"/>
        </a:xfrm>
      </p:grpSpPr>
      <p:pic>
        <p:nvPicPr>
          <p:cNvPr id="2826" name="Google Shape;2826;p20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27" name="Google Shape;2827;p2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28" name="Google Shape;2828;p209"/>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9" name="Google Shape;2829;p209"/>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0" name="Google Shape;2830;p209"/>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1" name="Google Shape;2831;p209"/>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2" name="Google Shape;2832;p209"/>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3" name="Google Shape;2833;p209"/>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4" name="Google Shape;2834;p209"/>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5" name="Google Shape;2835;p209"/>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6" name="Google Shape;2836;p209"/>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7" name="Google Shape;2837;p209"/>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8" name="Google Shape;2838;p209"/>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9" name="Google Shape;2839;p209"/>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40" name="Google Shape;2840;p209"/>
          <p:cNvGrpSpPr/>
          <p:nvPr/>
        </p:nvGrpSpPr>
        <p:grpSpPr>
          <a:xfrm>
            <a:off x="-501600" y="128825"/>
            <a:ext cx="10252550" cy="5418500"/>
            <a:chOff x="-501600" y="128825"/>
            <a:chExt cx="10252550" cy="5418500"/>
          </a:xfrm>
        </p:grpSpPr>
        <p:sp>
          <p:nvSpPr>
            <p:cNvPr id="2841" name="Google Shape;2841;p20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2" name="Google Shape;2842;p20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3" name="Google Shape;2843;p20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44" name="Google Shape;2844;p209"/>
          <p:cNvGrpSpPr/>
          <p:nvPr/>
        </p:nvGrpSpPr>
        <p:grpSpPr>
          <a:xfrm>
            <a:off x="2" y="156617"/>
            <a:ext cx="9088698" cy="4882915"/>
            <a:chOff x="2" y="156617"/>
            <a:chExt cx="9088698" cy="4882915"/>
          </a:xfrm>
        </p:grpSpPr>
        <p:grpSp>
          <p:nvGrpSpPr>
            <p:cNvPr id="2845" name="Google Shape;2845;p209"/>
            <p:cNvGrpSpPr/>
            <p:nvPr/>
          </p:nvGrpSpPr>
          <p:grpSpPr>
            <a:xfrm>
              <a:off x="2" y="156617"/>
              <a:ext cx="719987" cy="944360"/>
              <a:chOff x="2" y="156617"/>
              <a:chExt cx="719987" cy="944360"/>
            </a:xfrm>
          </p:grpSpPr>
          <p:pic>
            <p:nvPicPr>
              <p:cNvPr id="2846" name="Google Shape;2846;p20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47" name="Google Shape;2847;p20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48" name="Google Shape;2848;p209"/>
            <p:cNvGrpSpPr/>
            <p:nvPr/>
          </p:nvGrpSpPr>
          <p:grpSpPr>
            <a:xfrm>
              <a:off x="7986262" y="4462366"/>
              <a:ext cx="1102438" cy="577167"/>
              <a:chOff x="359837" y="4401391"/>
              <a:chExt cx="1102438" cy="577167"/>
            </a:xfrm>
          </p:grpSpPr>
          <p:pic>
            <p:nvPicPr>
              <p:cNvPr id="2849" name="Google Shape;2849;p20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0" name="Google Shape;2850;p20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851" name="Shape 2851"/>
        <p:cNvGrpSpPr/>
        <p:nvPr/>
      </p:nvGrpSpPr>
      <p:grpSpPr>
        <a:xfrm>
          <a:off x="0" y="0"/>
          <a:ext cx="0" cy="0"/>
          <a:chOff x="0" y="0"/>
          <a:chExt cx="0" cy="0"/>
        </a:xfrm>
      </p:grpSpPr>
      <p:pic>
        <p:nvPicPr>
          <p:cNvPr id="2852" name="Google Shape;2852;p2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53" name="Google Shape;2853;p2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54" name="Google Shape;2854;p210"/>
          <p:cNvGrpSpPr/>
          <p:nvPr/>
        </p:nvGrpSpPr>
        <p:grpSpPr>
          <a:xfrm>
            <a:off x="2" y="156617"/>
            <a:ext cx="719987" cy="944360"/>
            <a:chOff x="2" y="156617"/>
            <a:chExt cx="719987" cy="944360"/>
          </a:xfrm>
        </p:grpSpPr>
        <p:pic>
          <p:nvPicPr>
            <p:cNvPr id="2855" name="Google Shape;2855;p21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56" name="Google Shape;2856;p21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57" name="Google Shape;2857;p210"/>
          <p:cNvGrpSpPr/>
          <p:nvPr/>
        </p:nvGrpSpPr>
        <p:grpSpPr>
          <a:xfrm>
            <a:off x="0" y="0"/>
            <a:ext cx="9569050" cy="5569647"/>
            <a:chOff x="0" y="0"/>
            <a:chExt cx="9569050" cy="5569647"/>
          </a:xfrm>
        </p:grpSpPr>
        <p:sp>
          <p:nvSpPr>
            <p:cNvPr id="2858" name="Google Shape;2858;p21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59" name="Google Shape;2859;p21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860" name="Shape 2860"/>
        <p:cNvGrpSpPr/>
        <p:nvPr/>
      </p:nvGrpSpPr>
      <p:grpSpPr>
        <a:xfrm>
          <a:off x="0" y="0"/>
          <a:ext cx="0" cy="0"/>
          <a:chOff x="0" y="0"/>
          <a:chExt cx="0" cy="0"/>
        </a:xfrm>
      </p:grpSpPr>
      <p:pic>
        <p:nvPicPr>
          <p:cNvPr id="2861" name="Google Shape;2861;p21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62" name="Google Shape;2862;p2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63" name="Google Shape;2863;p211"/>
          <p:cNvGrpSpPr/>
          <p:nvPr/>
        </p:nvGrpSpPr>
        <p:grpSpPr>
          <a:xfrm>
            <a:off x="2" y="156617"/>
            <a:ext cx="719987" cy="944360"/>
            <a:chOff x="2" y="156617"/>
            <a:chExt cx="719987" cy="944360"/>
          </a:xfrm>
        </p:grpSpPr>
        <p:pic>
          <p:nvPicPr>
            <p:cNvPr id="2864" name="Google Shape;2864;p21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65" name="Google Shape;2865;p21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66" name="Google Shape;2866;p211"/>
          <p:cNvGrpSpPr/>
          <p:nvPr/>
        </p:nvGrpSpPr>
        <p:grpSpPr>
          <a:xfrm>
            <a:off x="0" y="0"/>
            <a:ext cx="9569050" cy="5569647"/>
            <a:chOff x="0" y="0"/>
            <a:chExt cx="9569050" cy="5569647"/>
          </a:xfrm>
        </p:grpSpPr>
        <p:sp>
          <p:nvSpPr>
            <p:cNvPr id="2867" name="Google Shape;2867;p21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68" name="Google Shape;2868;p21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69" name="Shape 2869"/>
        <p:cNvGrpSpPr/>
        <p:nvPr/>
      </p:nvGrpSpPr>
      <p:grpSpPr>
        <a:xfrm>
          <a:off x="0" y="0"/>
          <a:ext cx="0" cy="0"/>
          <a:chOff x="0" y="0"/>
          <a:chExt cx="0" cy="0"/>
        </a:xfrm>
      </p:grpSpPr>
      <p:pic>
        <p:nvPicPr>
          <p:cNvPr id="2870" name="Google Shape;2870;p21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71" name="Google Shape;2871;p212"/>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2" name="Google Shape;2872;p212"/>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3" name="Google Shape;2873;p212"/>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4" name="Google Shape;2874;p212"/>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5" name="Google Shape;2875;p212"/>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6" name="Google Shape;2876;p212"/>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877" name="Google Shape;2877;p212"/>
          <p:cNvGrpSpPr/>
          <p:nvPr/>
        </p:nvGrpSpPr>
        <p:grpSpPr>
          <a:xfrm>
            <a:off x="-601700" y="0"/>
            <a:ext cx="10705100" cy="4676150"/>
            <a:chOff x="-601700" y="0"/>
            <a:chExt cx="10705100" cy="4676150"/>
          </a:xfrm>
        </p:grpSpPr>
        <p:sp>
          <p:nvSpPr>
            <p:cNvPr id="2878" name="Google Shape;2878;p21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79" name="Google Shape;2879;p212"/>
            <p:cNvGrpSpPr/>
            <p:nvPr/>
          </p:nvGrpSpPr>
          <p:grpSpPr>
            <a:xfrm rot="5400000">
              <a:off x="-2006450" y="1404750"/>
              <a:ext cx="4014600" cy="1205100"/>
              <a:chOff x="150" y="4543750"/>
              <a:chExt cx="4014600" cy="1205100"/>
            </a:xfrm>
          </p:grpSpPr>
          <p:sp>
            <p:nvSpPr>
              <p:cNvPr id="2880" name="Google Shape;2880;p21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81" name="Google Shape;2881;p21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882" name="Google Shape;2882;p212"/>
          <p:cNvGrpSpPr/>
          <p:nvPr/>
        </p:nvGrpSpPr>
        <p:grpSpPr>
          <a:xfrm>
            <a:off x="8206512" y="4230524"/>
            <a:ext cx="848365" cy="950159"/>
            <a:chOff x="41662" y="277999"/>
            <a:chExt cx="848365" cy="950159"/>
          </a:xfrm>
        </p:grpSpPr>
        <p:pic>
          <p:nvPicPr>
            <p:cNvPr id="2883" name="Google Shape;2883;p21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884" name="Google Shape;2884;p21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885" name="Google Shape;2885;p21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886" name="Shape 2886"/>
        <p:cNvGrpSpPr/>
        <p:nvPr/>
      </p:nvGrpSpPr>
      <p:grpSpPr>
        <a:xfrm>
          <a:off x="0" y="0"/>
          <a:ext cx="0" cy="0"/>
          <a:chOff x="0" y="0"/>
          <a:chExt cx="0" cy="0"/>
        </a:xfrm>
      </p:grpSpPr>
      <p:pic>
        <p:nvPicPr>
          <p:cNvPr id="2887" name="Google Shape;2887;p21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888" name="Google Shape;2888;p213"/>
          <p:cNvGrpSpPr/>
          <p:nvPr/>
        </p:nvGrpSpPr>
        <p:grpSpPr>
          <a:xfrm>
            <a:off x="-962824" y="-872075"/>
            <a:ext cx="10524450" cy="6436800"/>
            <a:chOff x="-962824" y="-872075"/>
            <a:chExt cx="10524450" cy="6436800"/>
          </a:xfrm>
        </p:grpSpPr>
        <p:sp>
          <p:nvSpPr>
            <p:cNvPr id="2889" name="Google Shape;2889;p213"/>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90" name="Google Shape;2890;p213"/>
            <p:cNvGrpSpPr/>
            <p:nvPr/>
          </p:nvGrpSpPr>
          <p:grpSpPr>
            <a:xfrm flipH="1">
              <a:off x="502351" y="-872075"/>
              <a:ext cx="2489300" cy="1740000"/>
              <a:chOff x="6148925" y="-872075"/>
              <a:chExt cx="2489300" cy="1740000"/>
            </a:xfrm>
          </p:grpSpPr>
          <p:sp>
            <p:nvSpPr>
              <p:cNvPr id="2891" name="Google Shape;2891;p2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2" name="Google Shape;2892;p2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893" name="Google Shape;2893;p213"/>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4" name="Google Shape;2894;p213"/>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95" name="Google Shape;2895;p213"/>
          <p:cNvGrpSpPr/>
          <p:nvPr/>
        </p:nvGrpSpPr>
        <p:grpSpPr>
          <a:xfrm>
            <a:off x="-962825" y="81904"/>
            <a:ext cx="10251619" cy="5069347"/>
            <a:chOff x="-962825" y="81904"/>
            <a:chExt cx="10251619" cy="5069347"/>
          </a:xfrm>
        </p:grpSpPr>
        <p:pic>
          <p:nvPicPr>
            <p:cNvPr id="2896" name="Google Shape;2896;p213"/>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897" name="Google Shape;2897;p213"/>
            <p:cNvGrpSpPr/>
            <p:nvPr/>
          </p:nvGrpSpPr>
          <p:grpSpPr>
            <a:xfrm flipH="1">
              <a:off x="7678302" y="4401391"/>
              <a:ext cx="1102438" cy="577167"/>
              <a:chOff x="359837" y="4401391"/>
              <a:chExt cx="1102438" cy="577167"/>
            </a:xfrm>
          </p:grpSpPr>
          <p:pic>
            <p:nvPicPr>
              <p:cNvPr id="2898" name="Google Shape;2898;p21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99" name="Google Shape;2899;p21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00" name="Google Shape;2900;p213"/>
            <p:cNvGrpSpPr/>
            <p:nvPr/>
          </p:nvGrpSpPr>
          <p:grpSpPr>
            <a:xfrm flipH="1">
              <a:off x="8100369" y="81904"/>
              <a:ext cx="1188426" cy="1227668"/>
              <a:chOff x="-7843" y="83454"/>
              <a:chExt cx="1188426" cy="1227668"/>
            </a:xfrm>
          </p:grpSpPr>
          <p:pic>
            <p:nvPicPr>
              <p:cNvPr id="2901" name="Google Shape;2901;p21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02" name="Google Shape;2902;p21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03" name="Google Shape;2903;p21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904" name="Google Shape;2904;p213"/>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05" name="Google Shape;2905;p213"/>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6" name="Google Shape;2906;p213"/>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907" name="Shape 2907"/>
        <p:cNvGrpSpPr/>
        <p:nvPr/>
      </p:nvGrpSpPr>
      <p:grpSpPr>
        <a:xfrm>
          <a:off x="0" y="0"/>
          <a:ext cx="0" cy="0"/>
          <a:chOff x="0" y="0"/>
          <a:chExt cx="0" cy="0"/>
        </a:xfrm>
      </p:grpSpPr>
      <p:pic>
        <p:nvPicPr>
          <p:cNvPr id="2908" name="Google Shape;2908;p21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09" name="Google Shape;2909;p214"/>
          <p:cNvGrpSpPr/>
          <p:nvPr/>
        </p:nvGrpSpPr>
        <p:grpSpPr>
          <a:xfrm>
            <a:off x="0" y="-613825"/>
            <a:ext cx="9564675" cy="6140950"/>
            <a:chOff x="0" y="-613825"/>
            <a:chExt cx="9564675" cy="6140950"/>
          </a:xfrm>
        </p:grpSpPr>
        <p:sp>
          <p:nvSpPr>
            <p:cNvPr id="2910" name="Google Shape;2910;p214"/>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1" name="Google Shape;2911;p214"/>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2" name="Google Shape;2912;p214"/>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913" name="Shape 2913"/>
        <p:cNvGrpSpPr/>
        <p:nvPr/>
      </p:nvGrpSpPr>
      <p:grpSpPr>
        <a:xfrm>
          <a:off x="0" y="0"/>
          <a:ext cx="0" cy="0"/>
          <a:chOff x="0" y="0"/>
          <a:chExt cx="0" cy="0"/>
        </a:xfrm>
      </p:grpSpPr>
      <p:pic>
        <p:nvPicPr>
          <p:cNvPr id="2914" name="Google Shape;2914;p21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15" name="Google Shape;2915;p215"/>
          <p:cNvGrpSpPr/>
          <p:nvPr/>
        </p:nvGrpSpPr>
        <p:grpSpPr>
          <a:xfrm>
            <a:off x="-601700" y="0"/>
            <a:ext cx="10358225" cy="5143500"/>
            <a:chOff x="-601700" y="0"/>
            <a:chExt cx="10358225" cy="5143500"/>
          </a:xfrm>
        </p:grpSpPr>
        <p:grpSp>
          <p:nvGrpSpPr>
            <p:cNvPr id="2916" name="Google Shape;2916;p215"/>
            <p:cNvGrpSpPr/>
            <p:nvPr/>
          </p:nvGrpSpPr>
          <p:grpSpPr>
            <a:xfrm rot="5400000">
              <a:off x="-2006450" y="1404750"/>
              <a:ext cx="4014600" cy="1205100"/>
              <a:chOff x="150" y="4543750"/>
              <a:chExt cx="4014600" cy="1205100"/>
            </a:xfrm>
          </p:grpSpPr>
          <p:sp>
            <p:nvSpPr>
              <p:cNvPr id="2917" name="Google Shape;2917;p2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8" name="Google Shape;2918;p21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19" name="Google Shape;2919;p215"/>
            <p:cNvGrpSpPr/>
            <p:nvPr/>
          </p:nvGrpSpPr>
          <p:grpSpPr>
            <a:xfrm rot="-5400000">
              <a:off x="7146675" y="2533650"/>
              <a:ext cx="4014600" cy="1205100"/>
              <a:chOff x="150" y="4543750"/>
              <a:chExt cx="4014600" cy="1205100"/>
            </a:xfrm>
          </p:grpSpPr>
          <p:sp>
            <p:nvSpPr>
              <p:cNvPr id="2920" name="Google Shape;2920;p215"/>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21" name="Google Shape;2921;p215"/>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25" name="Shape 2925"/>
        <p:cNvGrpSpPr/>
        <p:nvPr/>
      </p:nvGrpSpPr>
      <p:grpSpPr>
        <a:xfrm>
          <a:off x="0" y="0"/>
          <a:ext cx="0" cy="0"/>
          <a:chOff x="0" y="0"/>
          <a:chExt cx="0" cy="0"/>
        </a:xfrm>
      </p:grpSpPr>
      <p:pic>
        <p:nvPicPr>
          <p:cNvPr id="2926" name="Google Shape;2926;p21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27" name="Google Shape;2927;p217"/>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928" name="Google Shape;2928;p217"/>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929" name="Google Shape;2929;p217"/>
          <p:cNvGrpSpPr/>
          <p:nvPr/>
        </p:nvGrpSpPr>
        <p:grpSpPr>
          <a:xfrm>
            <a:off x="-421050" y="-872075"/>
            <a:ext cx="10524450" cy="6436800"/>
            <a:chOff x="-421050" y="-872075"/>
            <a:chExt cx="10524450" cy="6436800"/>
          </a:xfrm>
        </p:grpSpPr>
        <p:sp>
          <p:nvSpPr>
            <p:cNvPr id="2930" name="Google Shape;2930;p21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31" name="Google Shape;2931;p217"/>
            <p:cNvGrpSpPr/>
            <p:nvPr/>
          </p:nvGrpSpPr>
          <p:grpSpPr>
            <a:xfrm>
              <a:off x="6148925" y="-872075"/>
              <a:ext cx="2489300" cy="1740000"/>
              <a:chOff x="6148925" y="-872075"/>
              <a:chExt cx="2489300" cy="1740000"/>
            </a:xfrm>
          </p:grpSpPr>
          <p:sp>
            <p:nvSpPr>
              <p:cNvPr id="2932" name="Google Shape;2932;p21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3" name="Google Shape;2933;p21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934" name="Google Shape;2934;p2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5" name="Google Shape;2935;p2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36" name="Google Shape;2936;p217"/>
          <p:cNvGrpSpPr/>
          <p:nvPr/>
        </p:nvGrpSpPr>
        <p:grpSpPr>
          <a:xfrm>
            <a:off x="-148218" y="81904"/>
            <a:ext cx="10251619" cy="5069347"/>
            <a:chOff x="-148218" y="81904"/>
            <a:chExt cx="10251619" cy="5069347"/>
          </a:xfrm>
        </p:grpSpPr>
        <p:pic>
          <p:nvPicPr>
            <p:cNvPr id="2937" name="Google Shape;2937;p21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38" name="Google Shape;2938;p217"/>
            <p:cNvGrpSpPr/>
            <p:nvPr/>
          </p:nvGrpSpPr>
          <p:grpSpPr>
            <a:xfrm>
              <a:off x="359837" y="4401391"/>
              <a:ext cx="1102438" cy="577167"/>
              <a:chOff x="359837" y="4401391"/>
              <a:chExt cx="1102438" cy="577167"/>
            </a:xfrm>
          </p:grpSpPr>
          <p:pic>
            <p:nvPicPr>
              <p:cNvPr id="2939" name="Google Shape;2939;p21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40" name="Google Shape;2940;p21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41" name="Google Shape;2941;p217"/>
            <p:cNvGrpSpPr/>
            <p:nvPr/>
          </p:nvGrpSpPr>
          <p:grpSpPr>
            <a:xfrm>
              <a:off x="-148218" y="81904"/>
              <a:ext cx="1188426" cy="1227668"/>
              <a:chOff x="-7843" y="83454"/>
              <a:chExt cx="1188426" cy="1227668"/>
            </a:xfrm>
          </p:grpSpPr>
          <p:pic>
            <p:nvPicPr>
              <p:cNvPr id="2942" name="Google Shape;2942;p21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43" name="Google Shape;2943;p21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44" name="Google Shape;2944;p21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45" name="Shape 2945"/>
        <p:cNvGrpSpPr/>
        <p:nvPr/>
      </p:nvGrpSpPr>
      <p:grpSpPr>
        <a:xfrm>
          <a:off x="0" y="0"/>
          <a:ext cx="0" cy="0"/>
          <a:chOff x="0" y="0"/>
          <a:chExt cx="0" cy="0"/>
        </a:xfrm>
      </p:grpSpPr>
      <p:pic>
        <p:nvPicPr>
          <p:cNvPr id="2946" name="Google Shape;2946;p21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47" name="Google Shape;2947;p218"/>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48" name="Google Shape;2948;p218"/>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949" name="Google Shape;2949;p218"/>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50" name="Google Shape;2950;p218"/>
          <p:cNvGrpSpPr/>
          <p:nvPr/>
        </p:nvGrpSpPr>
        <p:grpSpPr>
          <a:xfrm>
            <a:off x="8206512" y="4230524"/>
            <a:ext cx="848365" cy="950159"/>
            <a:chOff x="41662" y="277999"/>
            <a:chExt cx="848365" cy="950159"/>
          </a:xfrm>
        </p:grpSpPr>
        <p:pic>
          <p:nvPicPr>
            <p:cNvPr id="2951" name="Google Shape;2951;p21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952" name="Google Shape;2952;p21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953" name="Google Shape;2953;p21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954" name="Google Shape;2954;p218"/>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955" name="Google Shape;2955;p218"/>
          <p:cNvGrpSpPr/>
          <p:nvPr/>
        </p:nvGrpSpPr>
        <p:grpSpPr>
          <a:xfrm>
            <a:off x="-601700" y="-872075"/>
            <a:ext cx="10705100" cy="5548225"/>
            <a:chOff x="-601700" y="-872075"/>
            <a:chExt cx="10705100" cy="5548225"/>
          </a:xfrm>
        </p:grpSpPr>
        <p:sp>
          <p:nvSpPr>
            <p:cNvPr id="2956" name="Google Shape;2956;p21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57" name="Google Shape;2957;p218"/>
            <p:cNvGrpSpPr/>
            <p:nvPr/>
          </p:nvGrpSpPr>
          <p:grpSpPr>
            <a:xfrm rot="5400000">
              <a:off x="-2006450" y="1404750"/>
              <a:ext cx="4014600" cy="1205100"/>
              <a:chOff x="150" y="4543750"/>
              <a:chExt cx="4014600" cy="1205100"/>
            </a:xfrm>
          </p:grpSpPr>
          <p:sp>
            <p:nvSpPr>
              <p:cNvPr id="2958" name="Google Shape;2958;p21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59" name="Google Shape;2959;p21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60" name="Google Shape;2960;p218"/>
            <p:cNvGrpSpPr/>
            <p:nvPr/>
          </p:nvGrpSpPr>
          <p:grpSpPr>
            <a:xfrm>
              <a:off x="6148925" y="-872075"/>
              <a:ext cx="2489300" cy="1740000"/>
              <a:chOff x="6148925" y="-872075"/>
              <a:chExt cx="2489300" cy="1740000"/>
            </a:xfrm>
          </p:grpSpPr>
          <p:sp>
            <p:nvSpPr>
              <p:cNvPr id="2961" name="Google Shape;2961;p21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2" name="Google Shape;2962;p21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63" name="Shape 2963"/>
        <p:cNvGrpSpPr/>
        <p:nvPr/>
      </p:nvGrpSpPr>
      <p:grpSpPr>
        <a:xfrm>
          <a:off x="0" y="0"/>
          <a:ext cx="0" cy="0"/>
          <a:chOff x="0" y="0"/>
          <a:chExt cx="0" cy="0"/>
        </a:xfrm>
      </p:grpSpPr>
      <p:pic>
        <p:nvPicPr>
          <p:cNvPr id="2964" name="Google Shape;2964;p2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65" name="Google Shape;2965;p2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66" name="Google Shape;2966;p219"/>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967" name="Google Shape;2967;p219"/>
          <p:cNvGrpSpPr/>
          <p:nvPr/>
        </p:nvGrpSpPr>
        <p:grpSpPr>
          <a:xfrm>
            <a:off x="150" y="2779250"/>
            <a:ext cx="10103250" cy="2785475"/>
            <a:chOff x="150" y="2779250"/>
            <a:chExt cx="10103250" cy="2785475"/>
          </a:xfrm>
        </p:grpSpPr>
        <p:sp>
          <p:nvSpPr>
            <p:cNvPr id="2968" name="Google Shape;2968;p2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9" name="Google Shape;2969;p21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70" name="Google Shape;2970;p219"/>
          <p:cNvGrpSpPr/>
          <p:nvPr/>
        </p:nvGrpSpPr>
        <p:grpSpPr>
          <a:xfrm>
            <a:off x="2" y="156617"/>
            <a:ext cx="1462273" cy="4821940"/>
            <a:chOff x="2" y="156617"/>
            <a:chExt cx="1462273" cy="4821940"/>
          </a:xfrm>
        </p:grpSpPr>
        <p:grpSp>
          <p:nvGrpSpPr>
            <p:cNvPr id="2971" name="Google Shape;2971;p219"/>
            <p:cNvGrpSpPr/>
            <p:nvPr/>
          </p:nvGrpSpPr>
          <p:grpSpPr>
            <a:xfrm>
              <a:off x="2" y="156617"/>
              <a:ext cx="719987" cy="944360"/>
              <a:chOff x="2" y="156617"/>
              <a:chExt cx="719987" cy="944360"/>
            </a:xfrm>
          </p:grpSpPr>
          <p:pic>
            <p:nvPicPr>
              <p:cNvPr id="2972" name="Google Shape;2972;p219"/>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73" name="Google Shape;2973;p219"/>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974" name="Google Shape;2974;p219"/>
            <p:cNvGrpSpPr/>
            <p:nvPr/>
          </p:nvGrpSpPr>
          <p:grpSpPr>
            <a:xfrm>
              <a:off x="359837" y="4401391"/>
              <a:ext cx="1102438" cy="577167"/>
              <a:chOff x="359837" y="4401391"/>
              <a:chExt cx="1102438" cy="577167"/>
            </a:xfrm>
          </p:grpSpPr>
          <p:pic>
            <p:nvPicPr>
              <p:cNvPr id="2975" name="Google Shape;2975;p2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76" name="Google Shape;2976;p2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77" name="Shape 2977"/>
        <p:cNvGrpSpPr/>
        <p:nvPr/>
      </p:nvGrpSpPr>
      <p:grpSpPr>
        <a:xfrm>
          <a:off x="0" y="0"/>
          <a:ext cx="0" cy="0"/>
          <a:chOff x="0" y="0"/>
          <a:chExt cx="0" cy="0"/>
        </a:xfrm>
      </p:grpSpPr>
      <p:pic>
        <p:nvPicPr>
          <p:cNvPr id="2978" name="Google Shape;2978;p22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79" name="Google Shape;2979;p2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80" name="Google Shape;2980;p220"/>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1" name="Google Shape;2981;p220"/>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2" name="Google Shape;2982;p220"/>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83" name="Google Shape;2983;p220"/>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984" name="Google Shape;2984;p220"/>
          <p:cNvGrpSpPr/>
          <p:nvPr/>
        </p:nvGrpSpPr>
        <p:grpSpPr>
          <a:xfrm>
            <a:off x="150" y="2779250"/>
            <a:ext cx="10103250" cy="2785475"/>
            <a:chOff x="150" y="2779250"/>
            <a:chExt cx="10103250" cy="2785475"/>
          </a:xfrm>
        </p:grpSpPr>
        <p:sp>
          <p:nvSpPr>
            <p:cNvPr id="2985" name="Google Shape;2985;p2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86" name="Google Shape;2986;p2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87" name="Google Shape;2987;p220"/>
          <p:cNvGrpSpPr/>
          <p:nvPr/>
        </p:nvGrpSpPr>
        <p:grpSpPr>
          <a:xfrm>
            <a:off x="2" y="156617"/>
            <a:ext cx="10103400" cy="4994633"/>
            <a:chOff x="2" y="156617"/>
            <a:chExt cx="10103400" cy="4994633"/>
          </a:xfrm>
        </p:grpSpPr>
        <p:grpSp>
          <p:nvGrpSpPr>
            <p:cNvPr id="2988" name="Google Shape;2988;p220"/>
            <p:cNvGrpSpPr/>
            <p:nvPr/>
          </p:nvGrpSpPr>
          <p:grpSpPr>
            <a:xfrm>
              <a:off x="2" y="156617"/>
              <a:ext cx="719987" cy="944360"/>
              <a:chOff x="2" y="156617"/>
              <a:chExt cx="719987" cy="944360"/>
            </a:xfrm>
          </p:grpSpPr>
          <p:pic>
            <p:nvPicPr>
              <p:cNvPr id="2989" name="Google Shape;2989;p22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90" name="Google Shape;2990;p22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991" name="Google Shape;2991;p220"/>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92" name="Google Shape;2992;p220"/>
            <p:cNvGrpSpPr/>
            <p:nvPr/>
          </p:nvGrpSpPr>
          <p:grpSpPr>
            <a:xfrm>
              <a:off x="359837" y="4401391"/>
              <a:ext cx="1102438" cy="577167"/>
              <a:chOff x="359837" y="4401391"/>
              <a:chExt cx="1102438" cy="577167"/>
            </a:xfrm>
          </p:grpSpPr>
          <p:pic>
            <p:nvPicPr>
              <p:cNvPr id="2993" name="Google Shape;2993;p220"/>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94" name="Google Shape;2994;p2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95" name="Shape 2995"/>
        <p:cNvGrpSpPr/>
        <p:nvPr/>
      </p:nvGrpSpPr>
      <p:grpSpPr>
        <a:xfrm>
          <a:off x="0" y="0"/>
          <a:ext cx="0" cy="0"/>
          <a:chOff x="0" y="0"/>
          <a:chExt cx="0" cy="0"/>
        </a:xfrm>
      </p:grpSpPr>
      <p:pic>
        <p:nvPicPr>
          <p:cNvPr id="2996" name="Google Shape;2996;p2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97" name="Google Shape;2997;p2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998" name="Google Shape;2998;p221"/>
          <p:cNvGrpSpPr/>
          <p:nvPr/>
        </p:nvGrpSpPr>
        <p:grpSpPr>
          <a:xfrm>
            <a:off x="5129400" y="4543750"/>
            <a:ext cx="4014600" cy="1205100"/>
            <a:chOff x="5129400" y="4543750"/>
            <a:chExt cx="4014600" cy="1205100"/>
          </a:xfrm>
        </p:grpSpPr>
        <p:sp>
          <p:nvSpPr>
            <p:cNvPr id="2999" name="Google Shape;2999;p221"/>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00" name="Google Shape;3000;p221"/>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01" name="Google Shape;3001;p221"/>
          <p:cNvGrpSpPr/>
          <p:nvPr/>
        </p:nvGrpSpPr>
        <p:grpSpPr>
          <a:xfrm>
            <a:off x="2" y="156617"/>
            <a:ext cx="9296400" cy="4986881"/>
            <a:chOff x="2" y="156617"/>
            <a:chExt cx="9296400" cy="4986881"/>
          </a:xfrm>
        </p:grpSpPr>
        <p:grpSp>
          <p:nvGrpSpPr>
            <p:cNvPr id="3002" name="Google Shape;3002;p221"/>
            <p:cNvGrpSpPr/>
            <p:nvPr/>
          </p:nvGrpSpPr>
          <p:grpSpPr>
            <a:xfrm>
              <a:off x="2" y="156617"/>
              <a:ext cx="719987" cy="944360"/>
              <a:chOff x="2" y="156617"/>
              <a:chExt cx="719987" cy="944360"/>
            </a:xfrm>
          </p:grpSpPr>
          <p:pic>
            <p:nvPicPr>
              <p:cNvPr id="3003" name="Google Shape;3003;p2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04" name="Google Shape;3004;p2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3005" name="Google Shape;3005;p221"/>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06" name="Shape 3006"/>
        <p:cNvGrpSpPr/>
        <p:nvPr/>
      </p:nvGrpSpPr>
      <p:grpSpPr>
        <a:xfrm>
          <a:off x="0" y="0"/>
          <a:ext cx="0" cy="0"/>
          <a:chOff x="0" y="0"/>
          <a:chExt cx="0" cy="0"/>
        </a:xfrm>
      </p:grpSpPr>
      <p:pic>
        <p:nvPicPr>
          <p:cNvPr id="3007" name="Google Shape;3007;p22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08" name="Google Shape;3008;p222"/>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09" name="Google Shape;3009;p222"/>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3010" name="Google Shape;3010;p22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11" name="Google Shape;3011;p222"/>
          <p:cNvGrpSpPr/>
          <p:nvPr/>
        </p:nvGrpSpPr>
        <p:grpSpPr>
          <a:xfrm>
            <a:off x="2" y="156617"/>
            <a:ext cx="1462273" cy="4821940"/>
            <a:chOff x="2" y="156617"/>
            <a:chExt cx="1462273" cy="4821940"/>
          </a:xfrm>
        </p:grpSpPr>
        <p:grpSp>
          <p:nvGrpSpPr>
            <p:cNvPr id="3012" name="Google Shape;3012;p222"/>
            <p:cNvGrpSpPr/>
            <p:nvPr/>
          </p:nvGrpSpPr>
          <p:grpSpPr>
            <a:xfrm>
              <a:off x="2" y="156617"/>
              <a:ext cx="719987" cy="944360"/>
              <a:chOff x="2" y="156617"/>
              <a:chExt cx="719987" cy="944360"/>
            </a:xfrm>
          </p:grpSpPr>
          <p:pic>
            <p:nvPicPr>
              <p:cNvPr id="3013" name="Google Shape;3013;p2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14" name="Google Shape;3014;p2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15" name="Google Shape;3015;p222"/>
            <p:cNvGrpSpPr/>
            <p:nvPr/>
          </p:nvGrpSpPr>
          <p:grpSpPr>
            <a:xfrm>
              <a:off x="359837" y="4401391"/>
              <a:ext cx="1102438" cy="577167"/>
              <a:chOff x="359837" y="4401391"/>
              <a:chExt cx="1102438" cy="577167"/>
            </a:xfrm>
          </p:grpSpPr>
          <p:pic>
            <p:nvPicPr>
              <p:cNvPr id="3016" name="Google Shape;3016;p2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7" name="Google Shape;3017;p2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18" name="Shape 3018"/>
        <p:cNvGrpSpPr/>
        <p:nvPr/>
      </p:nvGrpSpPr>
      <p:grpSpPr>
        <a:xfrm>
          <a:off x="0" y="0"/>
          <a:ext cx="0" cy="0"/>
          <a:chOff x="0" y="0"/>
          <a:chExt cx="0" cy="0"/>
        </a:xfrm>
      </p:grpSpPr>
      <p:pic>
        <p:nvPicPr>
          <p:cNvPr id="3019" name="Google Shape;3019;p22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20" name="Google Shape;3020;p223"/>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021" name="Google Shape;3021;p223"/>
          <p:cNvGrpSpPr/>
          <p:nvPr/>
        </p:nvGrpSpPr>
        <p:grpSpPr>
          <a:xfrm>
            <a:off x="-421050" y="0"/>
            <a:ext cx="10524450" cy="5564725"/>
            <a:chOff x="-421050" y="0"/>
            <a:chExt cx="10524450" cy="5564725"/>
          </a:xfrm>
        </p:grpSpPr>
        <p:sp>
          <p:nvSpPr>
            <p:cNvPr id="3022" name="Google Shape;3022;p22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3" name="Google Shape;3023;p22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4" name="Google Shape;3024;p22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25" name="Google Shape;3025;p223"/>
          <p:cNvGrpSpPr/>
          <p:nvPr/>
        </p:nvGrpSpPr>
        <p:grpSpPr>
          <a:xfrm>
            <a:off x="-148218" y="81904"/>
            <a:ext cx="10251619" cy="5069347"/>
            <a:chOff x="-148218" y="81904"/>
            <a:chExt cx="10251619" cy="5069347"/>
          </a:xfrm>
        </p:grpSpPr>
        <p:pic>
          <p:nvPicPr>
            <p:cNvPr id="3026" name="Google Shape;3026;p22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027" name="Google Shape;3027;p223"/>
            <p:cNvGrpSpPr/>
            <p:nvPr/>
          </p:nvGrpSpPr>
          <p:grpSpPr>
            <a:xfrm>
              <a:off x="359837" y="4401391"/>
              <a:ext cx="1102438" cy="577167"/>
              <a:chOff x="359837" y="4401391"/>
              <a:chExt cx="1102438" cy="577167"/>
            </a:xfrm>
          </p:grpSpPr>
          <p:pic>
            <p:nvPicPr>
              <p:cNvPr id="3028" name="Google Shape;3028;p22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29" name="Google Shape;3029;p22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030" name="Google Shape;3030;p223"/>
            <p:cNvGrpSpPr/>
            <p:nvPr/>
          </p:nvGrpSpPr>
          <p:grpSpPr>
            <a:xfrm>
              <a:off x="-148218" y="81904"/>
              <a:ext cx="1188426" cy="1227668"/>
              <a:chOff x="-7843" y="83454"/>
              <a:chExt cx="1188426" cy="1227668"/>
            </a:xfrm>
          </p:grpSpPr>
          <p:pic>
            <p:nvPicPr>
              <p:cNvPr id="3031" name="Google Shape;3031;p22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032" name="Google Shape;3032;p22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033" name="Google Shape;3033;p22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34" name="Shape 3034"/>
        <p:cNvGrpSpPr/>
        <p:nvPr/>
      </p:nvGrpSpPr>
      <p:grpSpPr>
        <a:xfrm>
          <a:off x="0" y="0"/>
          <a:ext cx="0" cy="0"/>
          <a:chOff x="0" y="0"/>
          <a:chExt cx="0" cy="0"/>
        </a:xfrm>
      </p:grpSpPr>
      <p:pic>
        <p:nvPicPr>
          <p:cNvPr id="3035" name="Google Shape;3035;p22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36" name="Google Shape;3036;p224"/>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037" name="Google Shape;3037;p224"/>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038" name="Google Shape;3038;p224"/>
          <p:cNvGrpSpPr/>
          <p:nvPr/>
        </p:nvGrpSpPr>
        <p:grpSpPr>
          <a:xfrm>
            <a:off x="0" y="-859375"/>
            <a:ext cx="9504775" cy="6608225"/>
            <a:chOff x="0" y="-859375"/>
            <a:chExt cx="9504775" cy="6608225"/>
          </a:xfrm>
        </p:grpSpPr>
        <p:grpSp>
          <p:nvGrpSpPr>
            <p:cNvPr id="3039" name="Google Shape;3039;p224"/>
            <p:cNvGrpSpPr/>
            <p:nvPr/>
          </p:nvGrpSpPr>
          <p:grpSpPr>
            <a:xfrm flipH="1">
              <a:off x="5129400" y="4543750"/>
              <a:ext cx="4014600" cy="1205100"/>
              <a:chOff x="150" y="4543750"/>
              <a:chExt cx="4014600" cy="1205100"/>
            </a:xfrm>
          </p:grpSpPr>
          <p:sp>
            <p:nvSpPr>
              <p:cNvPr id="3040" name="Google Shape;3040;p224"/>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1" name="Google Shape;3041;p224"/>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42" name="Google Shape;3042;p224"/>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43" name="Google Shape;3043;p224"/>
            <p:cNvGrpSpPr/>
            <p:nvPr/>
          </p:nvGrpSpPr>
          <p:grpSpPr>
            <a:xfrm flipH="1">
              <a:off x="0" y="-859375"/>
              <a:ext cx="2489300" cy="1740000"/>
              <a:chOff x="6148925" y="-872075"/>
              <a:chExt cx="2489300" cy="1740000"/>
            </a:xfrm>
          </p:grpSpPr>
          <p:sp>
            <p:nvSpPr>
              <p:cNvPr id="3044" name="Google Shape;3044;p22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5" name="Google Shape;3045;p22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46" name="Google Shape;3046;p224"/>
          <p:cNvGrpSpPr/>
          <p:nvPr/>
        </p:nvGrpSpPr>
        <p:grpSpPr>
          <a:xfrm>
            <a:off x="-736999" y="-445900"/>
            <a:ext cx="10033401" cy="5589398"/>
            <a:chOff x="-736999" y="-445900"/>
            <a:chExt cx="10033401" cy="5589398"/>
          </a:xfrm>
        </p:grpSpPr>
        <p:pic>
          <p:nvPicPr>
            <p:cNvPr id="3047" name="Google Shape;3047;p22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3048" name="Google Shape;3048;p224"/>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49" name="Shape 3049"/>
        <p:cNvGrpSpPr/>
        <p:nvPr/>
      </p:nvGrpSpPr>
      <p:grpSpPr>
        <a:xfrm>
          <a:off x="0" y="0"/>
          <a:ext cx="0" cy="0"/>
          <a:chOff x="0" y="0"/>
          <a:chExt cx="0" cy="0"/>
        </a:xfrm>
      </p:grpSpPr>
      <p:sp>
        <p:nvSpPr>
          <p:cNvPr id="3050" name="Google Shape;3050;p225"/>
          <p:cNvSpPr/>
          <p:nvPr>
            <p:ph idx="2" type="pic"/>
          </p:nvPr>
        </p:nvSpPr>
        <p:spPr>
          <a:xfrm>
            <a:off x="-25" y="-13725"/>
            <a:ext cx="9144000" cy="5157300"/>
          </a:xfrm>
          <a:prstGeom prst="rect">
            <a:avLst/>
          </a:prstGeom>
          <a:noFill/>
          <a:ln>
            <a:noFill/>
          </a:ln>
        </p:spPr>
      </p:sp>
      <p:sp>
        <p:nvSpPr>
          <p:cNvPr id="3051" name="Google Shape;3051;p225"/>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52" name="Shape 3052"/>
        <p:cNvGrpSpPr/>
        <p:nvPr/>
      </p:nvGrpSpPr>
      <p:grpSpPr>
        <a:xfrm>
          <a:off x="0" y="0"/>
          <a:ext cx="0" cy="0"/>
          <a:chOff x="0" y="0"/>
          <a:chExt cx="0" cy="0"/>
        </a:xfrm>
      </p:grpSpPr>
      <p:pic>
        <p:nvPicPr>
          <p:cNvPr id="3053" name="Google Shape;3053;p2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54" name="Google Shape;3054;p226"/>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055" name="Google Shape;3055;p226"/>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056" name="Google Shape;3056;p226"/>
          <p:cNvGrpSpPr/>
          <p:nvPr/>
        </p:nvGrpSpPr>
        <p:grpSpPr>
          <a:xfrm>
            <a:off x="-601700" y="-872075"/>
            <a:ext cx="10705100" cy="5548225"/>
            <a:chOff x="-601700" y="-872075"/>
            <a:chExt cx="10705100" cy="5548225"/>
          </a:xfrm>
        </p:grpSpPr>
        <p:sp>
          <p:nvSpPr>
            <p:cNvPr id="3057" name="Google Shape;3057;p22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58" name="Google Shape;3058;p226"/>
            <p:cNvGrpSpPr/>
            <p:nvPr/>
          </p:nvGrpSpPr>
          <p:grpSpPr>
            <a:xfrm rot="5400000">
              <a:off x="-2006450" y="1404750"/>
              <a:ext cx="4014600" cy="1205100"/>
              <a:chOff x="150" y="4543750"/>
              <a:chExt cx="4014600" cy="1205100"/>
            </a:xfrm>
          </p:grpSpPr>
          <p:sp>
            <p:nvSpPr>
              <p:cNvPr id="3059" name="Google Shape;3059;p22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0" name="Google Shape;3060;p226"/>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61" name="Google Shape;3061;p226"/>
            <p:cNvGrpSpPr/>
            <p:nvPr/>
          </p:nvGrpSpPr>
          <p:grpSpPr>
            <a:xfrm>
              <a:off x="6148925" y="-872075"/>
              <a:ext cx="2489300" cy="1740000"/>
              <a:chOff x="6148925" y="-872075"/>
              <a:chExt cx="2489300" cy="1740000"/>
            </a:xfrm>
          </p:grpSpPr>
          <p:sp>
            <p:nvSpPr>
              <p:cNvPr id="3062" name="Google Shape;3062;p2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3" name="Google Shape;3063;p2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64" name="Google Shape;3064;p226"/>
          <p:cNvGrpSpPr/>
          <p:nvPr/>
        </p:nvGrpSpPr>
        <p:grpSpPr>
          <a:xfrm>
            <a:off x="-100888" y="2838714"/>
            <a:ext cx="9155766" cy="2341969"/>
            <a:chOff x="-100888" y="2838714"/>
            <a:chExt cx="9155766" cy="2341969"/>
          </a:xfrm>
        </p:grpSpPr>
        <p:grpSp>
          <p:nvGrpSpPr>
            <p:cNvPr id="3065" name="Google Shape;3065;p226"/>
            <p:cNvGrpSpPr/>
            <p:nvPr/>
          </p:nvGrpSpPr>
          <p:grpSpPr>
            <a:xfrm>
              <a:off x="8206512" y="4230524"/>
              <a:ext cx="848365" cy="950159"/>
              <a:chOff x="41662" y="277999"/>
              <a:chExt cx="848365" cy="950159"/>
            </a:xfrm>
          </p:grpSpPr>
          <p:pic>
            <p:nvPicPr>
              <p:cNvPr id="3066" name="Google Shape;3066;p22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067" name="Google Shape;3067;p22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068" name="Google Shape;3068;p22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069" name="Google Shape;3069;p226"/>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070" name="Shape 3070"/>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071" name="Shape 3071"/>
        <p:cNvGrpSpPr/>
        <p:nvPr/>
      </p:nvGrpSpPr>
      <p:grpSpPr>
        <a:xfrm>
          <a:off x="0" y="0"/>
          <a:ext cx="0" cy="0"/>
          <a:chOff x="0" y="0"/>
          <a:chExt cx="0" cy="0"/>
        </a:xfrm>
      </p:grpSpPr>
      <p:pic>
        <p:nvPicPr>
          <p:cNvPr id="3072" name="Google Shape;3072;p2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073" name="Google Shape;3073;p228"/>
          <p:cNvGrpSpPr/>
          <p:nvPr/>
        </p:nvGrpSpPr>
        <p:grpSpPr>
          <a:xfrm>
            <a:off x="7033266" y="-738725"/>
            <a:ext cx="2110732" cy="1475400"/>
            <a:chOff x="7033266" y="-738725"/>
            <a:chExt cx="2110732" cy="1475400"/>
          </a:xfrm>
        </p:grpSpPr>
        <p:sp>
          <p:nvSpPr>
            <p:cNvPr id="3074" name="Google Shape;3074;p228"/>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75" name="Google Shape;3075;p228"/>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76" name="Google Shape;3076;p2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77" name="Google Shape;3077;p228"/>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78" name="Google Shape;3078;p228"/>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79" name="Google Shape;3079;p228"/>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0" name="Google Shape;3080;p228"/>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1" name="Google Shape;3081;p228"/>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2" name="Google Shape;3082;p228"/>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3" name="Google Shape;3083;p228"/>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4" name="Google Shape;3084;p228"/>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5" name="Google Shape;3085;p228"/>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6" name="Google Shape;3086;p228"/>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7" name="Google Shape;3087;p228"/>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8" name="Google Shape;3088;p228"/>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3089" name="Google Shape;3089;p228"/>
          <p:cNvGrpSpPr/>
          <p:nvPr/>
        </p:nvGrpSpPr>
        <p:grpSpPr>
          <a:xfrm>
            <a:off x="2" y="156617"/>
            <a:ext cx="9096298" cy="4929890"/>
            <a:chOff x="2" y="156617"/>
            <a:chExt cx="9096298" cy="4929890"/>
          </a:xfrm>
        </p:grpSpPr>
        <p:grpSp>
          <p:nvGrpSpPr>
            <p:cNvPr id="3090" name="Google Shape;3090;p228"/>
            <p:cNvGrpSpPr/>
            <p:nvPr/>
          </p:nvGrpSpPr>
          <p:grpSpPr>
            <a:xfrm>
              <a:off x="2" y="156617"/>
              <a:ext cx="719987" cy="944360"/>
              <a:chOff x="2" y="156617"/>
              <a:chExt cx="719987" cy="944360"/>
            </a:xfrm>
          </p:grpSpPr>
          <p:pic>
            <p:nvPicPr>
              <p:cNvPr id="3091" name="Google Shape;3091;p22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92" name="Google Shape;3092;p22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93" name="Google Shape;3093;p228"/>
            <p:cNvGrpSpPr/>
            <p:nvPr/>
          </p:nvGrpSpPr>
          <p:grpSpPr>
            <a:xfrm>
              <a:off x="7993862" y="4509341"/>
              <a:ext cx="1102438" cy="577167"/>
              <a:chOff x="7993862" y="4509341"/>
              <a:chExt cx="1102438" cy="577167"/>
            </a:xfrm>
          </p:grpSpPr>
          <p:pic>
            <p:nvPicPr>
              <p:cNvPr id="3094" name="Google Shape;3094;p228"/>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3095" name="Google Shape;3095;p228"/>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96" name="Shape 3096"/>
        <p:cNvGrpSpPr/>
        <p:nvPr/>
      </p:nvGrpSpPr>
      <p:grpSpPr>
        <a:xfrm>
          <a:off x="0" y="0"/>
          <a:ext cx="0" cy="0"/>
          <a:chOff x="0" y="0"/>
          <a:chExt cx="0" cy="0"/>
        </a:xfrm>
      </p:grpSpPr>
      <p:pic>
        <p:nvPicPr>
          <p:cNvPr id="3097" name="Google Shape;3097;p2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98" name="Google Shape;3098;p229"/>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099" name="Google Shape;3099;p229"/>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100" name="Google Shape;3100;p22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3101" name="Google Shape;3101;p229"/>
          <p:cNvGrpSpPr/>
          <p:nvPr/>
        </p:nvGrpSpPr>
        <p:grpSpPr>
          <a:xfrm>
            <a:off x="0" y="-859375"/>
            <a:ext cx="9755475" cy="6421100"/>
            <a:chOff x="0" y="-859375"/>
            <a:chExt cx="9755475" cy="6421100"/>
          </a:xfrm>
        </p:grpSpPr>
        <p:sp>
          <p:nvSpPr>
            <p:cNvPr id="3102" name="Google Shape;3102;p229"/>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03" name="Google Shape;3103;p229"/>
            <p:cNvGrpSpPr/>
            <p:nvPr/>
          </p:nvGrpSpPr>
          <p:grpSpPr>
            <a:xfrm flipH="1">
              <a:off x="0" y="-859375"/>
              <a:ext cx="2489300" cy="1740000"/>
              <a:chOff x="6148925" y="-872075"/>
              <a:chExt cx="2489300" cy="1740000"/>
            </a:xfrm>
          </p:grpSpPr>
          <p:sp>
            <p:nvSpPr>
              <p:cNvPr id="3104" name="Google Shape;3104;p22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05" name="Google Shape;3105;p22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06" name="Google Shape;3106;p229"/>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07" name="Shape 3107"/>
        <p:cNvGrpSpPr/>
        <p:nvPr/>
      </p:nvGrpSpPr>
      <p:grpSpPr>
        <a:xfrm>
          <a:off x="0" y="0"/>
          <a:ext cx="0" cy="0"/>
          <a:chOff x="0" y="0"/>
          <a:chExt cx="0" cy="0"/>
        </a:xfrm>
      </p:grpSpPr>
      <p:pic>
        <p:nvPicPr>
          <p:cNvPr id="3108" name="Google Shape;3108;p2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09" name="Google Shape;3109;p230"/>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0" name="Google Shape;3110;p230"/>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11" name="Google Shape;3111;p230"/>
          <p:cNvSpPr/>
          <p:nvPr>
            <p:ph idx="2" type="pic"/>
          </p:nvPr>
        </p:nvSpPr>
        <p:spPr>
          <a:xfrm>
            <a:off x="4898950" y="533875"/>
            <a:ext cx="3489000" cy="4075800"/>
          </a:xfrm>
          <a:prstGeom prst="roundRect">
            <a:avLst>
              <a:gd fmla="val 18268" name="adj"/>
            </a:avLst>
          </a:prstGeom>
          <a:noFill/>
          <a:ln>
            <a:noFill/>
          </a:ln>
        </p:spPr>
      </p:sp>
      <p:grpSp>
        <p:nvGrpSpPr>
          <p:cNvPr id="3112" name="Google Shape;3112;p230"/>
          <p:cNvGrpSpPr/>
          <p:nvPr/>
        </p:nvGrpSpPr>
        <p:grpSpPr>
          <a:xfrm rot="5400000">
            <a:off x="-2006450" y="1404750"/>
            <a:ext cx="4014600" cy="1205100"/>
            <a:chOff x="150" y="4543750"/>
            <a:chExt cx="4014600" cy="1205100"/>
          </a:xfrm>
        </p:grpSpPr>
        <p:sp>
          <p:nvSpPr>
            <p:cNvPr id="3113" name="Google Shape;3113;p23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14" name="Google Shape;3114;p23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115" name="Shape 3115"/>
        <p:cNvGrpSpPr/>
        <p:nvPr/>
      </p:nvGrpSpPr>
      <p:grpSpPr>
        <a:xfrm>
          <a:off x="0" y="0"/>
          <a:ext cx="0" cy="0"/>
          <a:chOff x="0" y="0"/>
          <a:chExt cx="0" cy="0"/>
        </a:xfrm>
      </p:grpSpPr>
      <p:pic>
        <p:nvPicPr>
          <p:cNvPr id="3116" name="Google Shape;3116;p2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17" name="Google Shape;3117;p231"/>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8" name="Google Shape;3118;p231"/>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19" name="Google Shape;3119;p231"/>
          <p:cNvGrpSpPr/>
          <p:nvPr/>
        </p:nvGrpSpPr>
        <p:grpSpPr>
          <a:xfrm>
            <a:off x="0" y="-859375"/>
            <a:ext cx="9755475" cy="6421100"/>
            <a:chOff x="0" y="-859375"/>
            <a:chExt cx="9755475" cy="6421100"/>
          </a:xfrm>
        </p:grpSpPr>
        <p:sp>
          <p:nvSpPr>
            <p:cNvPr id="3120" name="Google Shape;3120;p23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21" name="Google Shape;3121;p231"/>
            <p:cNvGrpSpPr/>
            <p:nvPr/>
          </p:nvGrpSpPr>
          <p:grpSpPr>
            <a:xfrm flipH="1">
              <a:off x="0" y="-859375"/>
              <a:ext cx="2489300" cy="1740000"/>
              <a:chOff x="6148925" y="-872075"/>
              <a:chExt cx="2489300" cy="1740000"/>
            </a:xfrm>
          </p:grpSpPr>
          <p:sp>
            <p:nvSpPr>
              <p:cNvPr id="3122" name="Google Shape;3122;p2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23" name="Google Shape;3123;p2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24" name="Google Shape;3124;p23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125" name="Shape 3125"/>
        <p:cNvGrpSpPr/>
        <p:nvPr/>
      </p:nvGrpSpPr>
      <p:grpSpPr>
        <a:xfrm>
          <a:off x="0" y="0"/>
          <a:ext cx="0" cy="0"/>
          <a:chOff x="0" y="0"/>
          <a:chExt cx="0" cy="0"/>
        </a:xfrm>
      </p:grpSpPr>
      <p:pic>
        <p:nvPicPr>
          <p:cNvPr id="3126" name="Google Shape;3126;p23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27" name="Google Shape;3127;p232"/>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28" name="Google Shape;3128;p232"/>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29" name="Google Shape;3129;p232"/>
          <p:cNvGrpSpPr/>
          <p:nvPr/>
        </p:nvGrpSpPr>
        <p:grpSpPr>
          <a:xfrm>
            <a:off x="-601700" y="0"/>
            <a:ext cx="10705100" cy="4676150"/>
            <a:chOff x="-601700" y="0"/>
            <a:chExt cx="10705100" cy="4676150"/>
          </a:xfrm>
        </p:grpSpPr>
        <p:sp>
          <p:nvSpPr>
            <p:cNvPr id="3130" name="Google Shape;3130;p2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1" name="Google Shape;3131;p232"/>
            <p:cNvGrpSpPr/>
            <p:nvPr/>
          </p:nvGrpSpPr>
          <p:grpSpPr>
            <a:xfrm rot="5400000">
              <a:off x="-2006450" y="1404750"/>
              <a:ext cx="4014600" cy="1205100"/>
              <a:chOff x="150" y="4543750"/>
              <a:chExt cx="4014600" cy="1205100"/>
            </a:xfrm>
          </p:grpSpPr>
          <p:sp>
            <p:nvSpPr>
              <p:cNvPr id="3132" name="Google Shape;3132;p2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33" name="Google Shape;3133;p2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34" name="Google Shape;3134;p232"/>
          <p:cNvGrpSpPr/>
          <p:nvPr/>
        </p:nvGrpSpPr>
        <p:grpSpPr>
          <a:xfrm>
            <a:off x="8206512" y="4230524"/>
            <a:ext cx="848365" cy="950159"/>
            <a:chOff x="41662" y="277999"/>
            <a:chExt cx="848365" cy="950159"/>
          </a:xfrm>
        </p:grpSpPr>
        <p:pic>
          <p:nvPicPr>
            <p:cNvPr id="3135" name="Google Shape;3135;p2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36" name="Google Shape;3136;p2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37" name="Google Shape;3137;p2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138" name="Shape 3138"/>
        <p:cNvGrpSpPr/>
        <p:nvPr/>
      </p:nvGrpSpPr>
      <p:grpSpPr>
        <a:xfrm>
          <a:off x="0" y="0"/>
          <a:ext cx="0" cy="0"/>
          <a:chOff x="0" y="0"/>
          <a:chExt cx="0" cy="0"/>
        </a:xfrm>
      </p:grpSpPr>
      <p:pic>
        <p:nvPicPr>
          <p:cNvPr id="3139" name="Google Shape;3139;p2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40" name="Google Shape;3140;p2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41" name="Google Shape;3141;p233"/>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2" name="Google Shape;3142;p233"/>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3" name="Google Shape;3143;p233"/>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44" name="Google Shape;3144;p233"/>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45" name="Google Shape;3145;p233"/>
          <p:cNvGrpSpPr/>
          <p:nvPr/>
        </p:nvGrpSpPr>
        <p:grpSpPr>
          <a:xfrm>
            <a:off x="-501600" y="128825"/>
            <a:ext cx="10252550" cy="5418500"/>
            <a:chOff x="-501600" y="128825"/>
            <a:chExt cx="10252550" cy="5418500"/>
          </a:xfrm>
        </p:grpSpPr>
        <p:sp>
          <p:nvSpPr>
            <p:cNvPr id="3146" name="Google Shape;3146;p2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7" name="Google Shape;3147;p23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8" name="Google Shape;3148;p23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49" name="Google Shape;3149;p233"/>
          <p:cNvGrpSpPr/>
          <p:nvPr/>
        </p:nvGrpSpPr>
        <p:grpSpPr>
          <a:xfrm>
            <a:off x="2" y="156617"/>
            <a:ext cx="9088698" cy="4882915"/>
            <a:chOff x="2" y="156617"/>
            <a:chExt cx="9088698" cy="4882915"/>
          </a:xfrm>
        </p:grpSpPr>
        <p:grpSp>
          <p:nvGrpSpPr>
            <p:cNvPr id="3150" name="Google Shape;3150;p233"/>
            <p:cNvGrpSpPr/>
            <p:nvPr/>
          </p:nvGrpSpPr>
          <p:grpSpPr>
            <a:xfrm>
              <a:off x="2" y="156617"/>
              <a:ext cx="719987" cy="944360"/>
              <a:chOff x="2" y="156617"/>
              <a:chExt cx="719987" cy="944360"/>
            </a:xfrm>
          </p:grpSpPr>
          <p:pic>
            <p:nvPicPr>
              <p:cNvPr id="3151" name="Google Shape;3151;p2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52" name="Google Shape;3152;p2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53" name="Google Shape;3153;p233"/>
            <p:cNvGrpSpPr/>
            <p:nvPr/>
          </p:nvGrpSpPr>
          <p:grpSpPr>
            <a:xfrm>
              <a:off x="7986262" y="4462366"/>
              <a:ext cx="1102438" cy="577167"/>
              <a:chOff x="359837" y="4401391"/>
              <a:chExt cx="1102438" cy="577167"/>
            </a:xfrm>
          </p:grpSpPr>
          <p:pic>
            <p:nvPicPr>
              <p:cNvPr id="3154" name="Google Shape;3154;p2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55" name="Google Shape;3155;p2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156" name="Shape 3156"/>
        <p:cNvGrpSpPr/>
        <p:nvPr/>
      </p:nvGrpSpPr>
      <p:grpSpPr>
        <a:xfrm>
          <a:off x="0" y="0"/>
          <a:ext cx="0" cy="0"/>
          <a:chOff x="0" y="0"/>
          <a:chExt cx="0" cy="0"/>
        </a:xfrm>
      </p:grpSpPr>
      <p:pic>
        <p:nvPicPr>
          <p:cNvPr id="3157" name="Google Shape;3157;p2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58" name="Google Shape;3158;p2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59" name="Google Shape;3159;p234"/>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60" name="Google Shape;3160;p234"/>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61" name="Google Shape;3161;p234"/>
          <p:cNvGrpSpPr/>
          <p:nvPr/>
        </p:nvGrpSpPr>
        <p:grpSpPr>
          <a:xfrm>
            <a:off x="275000" y="0"/>
            <a:ext cx="9374500" cy="5748850"/>
            <a:chOff x="275000" y="0"/>
            <a:chExt cx="9374500" cy="5748850"/>
          </a:xfrm>
        </p:grpSpPr>
        <p:sp>
          <p:nvSpPr>
            <p:cNvPr id="3162" name="Google Shape;3162;p23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3" name="Google Shape;3163;p234"/>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4" name="Google Shape;3164;p234"/>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65" name="Google Shape;3165;p234"/>
          <p:cNvGrpSpPr/>
          <p:nvPr/>
        </p:nvGrpSpPr>
        <p:grpSpPr>
          <a:xfrm>
            <a:off x="2" y="156617"/>
            <a:ext cx="9088698" cy="4882915"/>
            <a:chOff x="2" y="156617"/>
            <a:chExt cx="9088698" cy="4882915"/>
          </a:xfrm>
        </p:grpSpPr>
        <p:grpSp>
          <p:nvGrpSpPr>
            <p:cNvPr id="3166" name="Google Shape;3166;p234"/>
            <p:cNvGrpSpPr/>
            <p:nvPr/>
          </p:nvGrpSpPr>
          <p:grpSpPr>
            <a:xfrm>
              <a:off x="2" y="156617"/>
              <a:ext cx="719987" cy="944360"/>
              <a:chOff x="2" y="156617"/>
              <a:chExt cx="719987" cy="944360"/>
            </a:xfrm>
          </p:grpSpPr>
          <p:pic>
            <p:nvPicPr>
              <p:cNvPr id="3167" name="Google Shape;3167;p2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68" name="Google Shape;3168;p2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69" name="Google Shape;3169;p234"/>
            <p:cNvGrpSpPr/>
            <p:nvPr/>
          </p:nvGrpSpPr>
          <p:grpSpPr>
            <a:xfrm>
              <a:off x="7986262" y="4462366"/>
              <a:ext cx="1102438" cy="577167"/>
              <a:chOff x="359837" y="4401391"/>
              <a:chExt cx="1102438" cy="577167"/>
            </a:xfrm>
          </p:grpSpPr>
          <p:pic>
            <p:nvPicPr>
              <p:cNvPr id="3170" name="Google Shape;3170;p23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71" name="Google Shape;3171;p23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172" name="Shape 3172"/>
        <p:cNvGrpSpPr/>
        <p:nvPr/>
      </p:nvGrpSpPr>
      <p:grpSpPr>
        <a:xfrm>
          <a:off x="0" y="0"/>
          <a:ext cx="0" cy="0"/>
          <a:chOff x="0" y="0"/>
          <a:chExt cx="0" cy="0"/>
        </a:xfrm>
      </p:grpSpPr>
      <p:pic>
        <p:nvPicPr>
          <p:cNvPr id="3173" name="Google Shape;3173;p2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74" name="Google Shape;3174;p2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75" name="Google Shape;3175;p235"/>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6" name="Google Shape;3176;p235"/>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7" name="Google Shape;3177;p235"/>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8" name="Google Shape;3178;p235"/>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79" name="Google Shape;3179;p235"/>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80" name="Google Shape;3180;p235"/>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81" name="Google Shape;3181;p235"/>
          <p:cNvGrpSpPr/>
          <p:nvPr/>
        </p:nvGrpSpPr>
        <p:grpSpPr>
          <a:xfrm>
            <a:off x="-601700" y="0"/>
            <a:ext cx="10705100" cy="4676150"/>
            <a:chOff x="-601700" y="0"/>
            <a:chExt cx="10705100" cy="4676150"/>
          </a:xfrm>
        </p:grpSpPr>
        <p:sp>
          <p:nvSpPr>
            <p:cNvPr id="3182" name="Google Shape;3182;p23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83" name="Google Shape;3183;p235"/>
            <p:cNvGrpSpPr/>
            <p:nvPr/>
          </p:nvGrpSpPr>
          <p:grpSpPr>
            <a:xfrm rot="5400000">
              <a:off x="-2006450" y="1404750"/>
              <a:ext cx="4014600" cy="1205100"/>
              <a:chOff x="150" y="4543750"/>
              <a:chExt cx="4014600" cy="1205100"/>
            </a:xfrm>
          </p:grpSpPr>
          <p:sp>
            <p:nvSpPr>
              <p:cNvPr id="3184" name="Google Shape;3184;p23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85" name="Google Shape;3185;p23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86" name="Google Shape;3186;p235"/>
          <p:cNvGrpSpPr/>
          <p:nvPr/>
        </p:nvGrpSpPr>
        <p:grpSpPr>
          <a:xfrm>
            <a:off x="2" y="156617"/>
            <a:ext cx="9054876" cy="5024066"/>
            <a:chOff x="2" y="156617"/>
            <a:chExt cx="9054876" cy="5024066"/>
          </a:xfrm>
        </p:grpSpPr>
        <p:grpSp>
          <p:nvGrpSpPr>
            <p:cNvPr id="3187" name="Google Shape;3187;p235"/>
            <p:cNvGrpSpPr/>
            <p:nvPr/>
          </p:nvGrpSpPr>
          <p:grpSpPr>
            <a:xfrm>
              <a:off x="8206512" y="4230524"/>
              <a:ext cx="848365" cy="950159"/>
              <a:chOff x="41662" y="277999"/>
              <a:chExt cx="848365" cy="950159"/>
            </a:xfrm>
          </p:grpSpPr>
          <p:pic>
            <p:nvPicPr>
              <p:cNvPr id="3188" name="Google Shape;3188;p23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89" name="Google Shape;3189;p23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90" name="Google Shape;3190;p23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191" name="Google Shape;3191;p235"/>
            <p:cNvGrpSpPr/>
            <p:nvPr/>
          </p:nvGrpSpPr>
          <p:grpSpPr>
            <a:xfrm>
              <a:off x="2" y="156617"/>
              <a:ext cx="719987" cy="944360"/>
              <a:chOff x="2" y="156617"/>
              <a:chExt cx="719987" cy="944360"/>
            </a:xfrm>
          </p:grpSpPr>
          <p:pic>
            <p:nvPicPr>
              <p:cNvPr id="3192" name="Google Shape;3192;p2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93" name="Google Shape;3193;p2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194" name="Shape 3194"/>
        <p:cNvGrpSpPr/>
        <p:nvPr/>
      </p:nvGrpSpPr>
      <p:grpSpPr>
        <a:xfrm>
          <a:off x="0" y="0"/>
          <a:ext cx="0" cy="0"/>
          <a:chOff x="0" y="0"/>
          <a:chExt cx="0" cy="0"/>
        </a:xfrm>
      </p:grpSpPr>
      <p:pic>
        <p:nvPicPr>
          <p:cNvPr id="3195" name="Google Shape;3195;p23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196" name="Google Shape;3196;p236"/>
          <p:cNvGrpSpPr/>
          <p:nvPr/>
        </p:nvGrpSpPr>
        <p:grpSpPr>
          <a:xfrm>
            <a:off x="5129400" y="0"/>
            <a:ext cx="4520100" cy="5547325"/>
            <a:chOff x="5129400" y="0"/>
            <a:chExt cx="4520100" cy="5547325"/>
          </a:xfrm>
        </p:grpSpPr>
        <p:sp>
          <p:nvSpPr>
            <p:cNvPr id="3197" name="Google Shape;3197;p23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98" name="Google Shape;3198;p23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99" name="Google Shape;3199;p236"/>
          <p:cNvGrpSpPr/>
          <p:nvPr/>
        </p:nvGrpSpPr>
        <p:grpSpPr>
          <a:xfrm>
            <a:off x="2" y="156617"/>
            <a:ext cx="9088698" cy="4882915"/>
            <a:chOff x="2" y="156617"/>
            <a:chExt cx="9088698" cy="4882915"/>
          </a:xfrm>
        </p:grpSpPr>
        <p:grpSp>
          <p:nvGrpSpPr>
            <p:cNvPr id="3200" name="Google Shape;3200;p236"/>
            <p:cNvGrpSpPr/>
            <p:nvPr/>
          </p:nvGrpSpPr>
          <p:grpSpPr>
            <a:xfrm>
              <a:off x="2" y="156617"/>
              <a:ext cx="719987" cy="944360"/>
              <a:chOff x="2" y="156617"/>
              <a:chExt cx="719987" cy="944360"/>
            </a:xfrm>
          </p:grpSpPr>
          <p:pic>
            <p:nvPicPr>
              <p:cNvPr id="3201" name="Google Shape;3201;p2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02" name="Google Shape;3202;p2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03" name="Google Shape;3203;p236"/>
            <p:cNvGrpSpPr/>
            <p:nvPr/>
          </p:nvGrpSpPr>
          <p:grpSpPr>
            <a:xfrm>
              <a:off x="7986262" y="4462366"/>
              <a:ext cx="1102438" cy="577167"/>
              <a:chOff x="359837" y="4401391"/>
              <a:chExt cx="1102438" cy="577167"/>
            </a:xfrm>
          </p:grpSpPr>
          <p:pic>
            <p:nvPicPr>
              <p:cNvPr id="3204" name="Google Shape;3204;p23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05" name="Google Shape;3205;p23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206" name="Google Shape;3206;p2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07" name="Google Shape;3207;p236"/>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8" name="Google Shape;3208;p236"/>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9" name="Google Shape;3209;p236"/>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0" name="Google Shape;3210;p236"/>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1" name="Google Shape;3211;p236"/>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2" name="Google Shape;3212;p236"/>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3" name="Google Shape;3213;p236"/>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4" name="Google Shape;3214;p236"/>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215" name="Shape 3215"/>
        <p:cNvGrpSpPr/>
        <p:nvPr/>
      </p:nvGrpSpPr>
      <p:grpSpPr>
        <a:xfrm>
          <a:off x="0" y="0"/>
          <a:ext cx="0" cy="0"/>
          <a:chOff x="0" y="0"/>
          <a:chExt cx="0" cy="0"/>
        </a:xfrm>
      </p:grpSpPr>
      <p:pic>
        <p:nvPicPr>
          <p:cNvPr id="3216" name="Google Shape;3216;p2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17" name="Google Shape;3217;p2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18" name="Google Shape;3218;p237"/>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9" name="Google Shape;3219;p237"/>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0" name="Google Shape;3220;p237"/>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1" name="Google Shape;3221;p237"/>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2" name="Google Shape;3222;p237"/>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3" name="Google Shape;3223;p237"/>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4" name="Google Shape;3224;p237"/>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5" name="Google Shape;3225;p237"/>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6" name="Google Shape;3226;p237"/>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7" name="Google Shape;3227;p237"/>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28" name="Google Shape;3228;p237"/>
          <p:cNvGrpSpPr/>
          <p:nvPr/>
        </p:nvGrpSpPr>
        <p:grpSpPr>
          <a:xfrm>
            <a:off x="2" y="156617"/>
            <a:ext cx="719987" cy="944360"/>
            <a:chOff x="2" y="156617"/>
            <a:chExt cx="719987" cy="944360"/>
          </a:xfrm>
        </p:grpSpPr>
        <p:pic>
          <p:nvPicPr>
            <p:cNvPr id="3229" name="Google Shape;3229;p2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0" name="Google Shape;3230;p2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31" name="Google Shape;3231;p237"/>
          <p:cNvGrpSpPr/>
          <p:nvPr/>
        </p:nvGrpSpPr>
        <p:grpSpPr>
          <a:xfrm>
            <a:off x="0" y="2817900"/>
            <a:ext cx="9640900" cy="2932900"/>
            <a:chOff x="0" y="2817900"/>
            <a:chExt cx="9640900" cy="2932900"/>
          </a:xfrm>
        </p:grpSpPr>
        <p:sp>
          <p:nvSpPr>
            <p:cNvPr id="3232" name="Google Shape;3232;p237"/>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3" name="Google Shape;3233;p237"/>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4" name="Google Shape;3234;p237"/>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35" name="Shape 3235"/>
        <p:cNvGrpSpPr/>
        <p:nvPr/>
      </p:nvGrpSpPr>
      <p:grpSpPr>
        <a:xfrm>
          <a:off x="0" y="0"/>
          <a:ext cx="0" cy="0"/>
          <a:chOff x="0" y="0"/>
          <a:chExt cx="0" cy="0"/>
        </a:xfrm>
      </p:grpSpPr>
      <p:pic>
        <p:nvPicPr>
          <p:cNvPr id="3236" name="Google Shape;3236;p23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37" name="Google Shape;3237;p2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38" name="Google Shape;3238;p238"/>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39" name="Google Shape;3239;p238"/>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0" name="Google Shape;3240;p238"/>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1" name="Google Shape;3241;p238"/>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2" name="Google Shape;3242;p238"/>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3" name="Google Shape;3243;p238"/>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4" name="Google Shape;3244;p238"/>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5" name="Google Shape;3245;p238"/>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6" name="Google Shape;3246;p238"/>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7" name="Google Shape;3247;p238"/>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8" name="Google Shape;3248;p238"/>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9" name="Google Shape;3249;p238"/>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50" name="Google Shape;3250;p238"/>
          <p:cNvGrpSpPr/>
          <p:nvPr/>
        </p:nvGrpSpPr>
        <p:grpSpPr>
          <a:xfrm>
            <a:off x="-501600" y="128825"/>
            <a:ext cx="10252550" cy="5418500"/>
            <a:chOff x="-501600" y="128825"/>
            <a:chExt cx="10252550" cy="5418500"/>
          </a:xfrm>
        </p:grpSpPr>
        <p:sp>
          <p:nvSpPr>
            <p:cNvPr id="3251" name="Google Shape;3251;p23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2" name="Google Shape;3252;p23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3" name="Google Shape;3253;p23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54" name="Google Shape;3254;p238"/>
          <p:cNvGrpSpPr/>
          <p:nvPr/>
        </p:nvGrpSpPr>
        <p:grpSpPr>
          <a:xfrm>
            <a:off x="2" y="156617"/>
            <a:ext cx="9088698" cy="4882915"/>
            <a:chOff x="2" y="156617"/>
            <a:chExt cx="9088698" cy="4882915"/>
          </a:xfrm>
        </p:grpSpPr>
        <p:grpSp>
          <p:nvGrpSpPr>
            <p:cNvPr id="3255" name="Google Shape;3255;p238"/>
            <p:cNvGrpSpPr/>
            <p:nvPr/>
          </p:nvGrpSpPr>
          <p:grpSpPr>
            <a:xfrm>
              <a:off x="2" y="156617"/>
              <a:ext cx="719987" cy="944360"/>
              <a:chOff x="2" y="156617"/>
              <a:chExt cx="719987" cy="944360"/>
            </a:xfrm>
          </p:grpSpPr>
          <p:pic>
            <p:nvPicPr>
              <p:cNvPr id="3256" name="Google Shape;3256;p23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57" name="Google Shape;3257;p23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58" name="Google Shape;3258;p238"/>
            <p:cNvGrpSpPr/>
            <p:nvPr/>
          </p:nvGrpSpPr>
          <p:grpSpPr>
            <a:xfrm>
              <a:off x="7986262" y="4462366"/>
              <a:ext cx="1102438" cy="577167"/>
              <a:chOff x="359837" y="4401391"/>
              <a:chExt cx="1102438" cy="577167"/>
            </a:xfrm>
          </p:grpSpPr>
          <p:pic>
            <p:nvPicPr>
              <p:cNvPr id="3259" name="Google Shape;3259;p23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60" name="Google Shape;3260;p23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61" name="Shape 3261"/>
        <p:cNvGrpSpPr/>
        <p:nvPr/>
      </p:nvGrpSpPr>
      <p:grpSpPr>
        <a:xfrm>
          <a:off x="0" y="0"/>
          <a:ext cx="0" cy="0"/>
          <a:chOff x="0" y="0"/>
          <a:chExt cx="0" cy="0"/>
        </a:xfrm>
      </p:grpSpPr>
      <p:pic>
        <p:nvPicPr>
          <p:cNvPr id="3262" name="Google Shape;3262;p2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63" name="Google Shape;3263;p2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64" name="Google Shape;3264;p239"/>
          <p:cNvGrpSpPr/>
          <p:nvPr/>
        </p:nvGrpSpPr>
        <p:grpSpPr>
          <a:xfrm>
            <a:off x="2" y="156617"/>
            <a:ext cx="719987" cy="944360"/>
            <a:chOff x="2" y="156617"/>
            <a:chExt cx="719987" cy="944360"/>
          </a:xfrm>
        </p:grpSpPr>
        <p:pic>
          <p:nvPicPr>
            <p:cNvPr id="3265" name="Google Shape;3265;p23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66" name="Google Shape;3266;p23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67" name="Google Shape;3267;p239"/>
          <p:cNvGrpSpPr/>
          <p:nvPr/>
        </p:nvGrpSpPr>
        <p:grpSpPr>
          <a:xfrm>
            <a:off x="0" y="0"/>
            <a:ext cx="9569050" cy="5569647"/>
            <a:chOff x="0" y="0"/>
            <a:chExt cx="9569050" cy="5569647"/>
          </a:xfrm>
        </p:grpSpPr>
        <p:sp>
          <p:nvSpPr>
            <p:cNvPr id="3268" name="Google Shape;3268;p239"/>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69" name="Google Shape;3269;p239"/>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270" name="Shape 3270"/>
        <p:cNvGrpSpPr/>
        <p:nvPr/>
      </p:nvGrpSpPr>
      <p:grpSpPr>
        <a:xfrm>
          <a:off x="0" y="0"/>
          <a:ext cx="0" cy="0"/>
          <a:chOff x="0" y="0"/>
          <a:chExt cx="0" cy="0"/>
        </a:xfrm>
      </p:grpSpPr>
      <p:pic>
        <p:nvPicPr>
          <p:cNvPr id="3271" name="Google Shape;3271;p24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72" name="Google Shape;3272;p2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73" name="Google Shape;3273;p240"/>
          <p:cNvGrpSpPr/>
          <p:nvPr/>
        </p:nvGrpSpPr>
        <p:grpSpPr>
          <a:xfrm>
            <a:off x="2" y="156617"/>
            <a:ext cx="719987" cy="944360"/>
            <a:chOff x="2" y="156617"/>
            <a:chExt cx="719987" cy="944360"/>
          </a:xfrm>
        </p:grpSpPr>
        <p:pic>
          <p:nvPicPr>
            <p:cNvPr id="3274" name="Google Shape;3274;p24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75" name="Google Shape;3275;p24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76" name="Google Shape;3276;p240"/>
          <p:cNvGrpSpPr/>
          <p:nvPr/>
        </p:nvGrpSpPr>
        <p:grpSpPr>
          <a:xfrm>
            <a:off x="0" y="0"/>
            <a:ext cx="9569050" cy="5569647"/>
            <a:chOff x="0" y="0"/>
            <a:chExt cx="9569050" cy="5569647"/>
          </a:xfrm>
        </p:grpSpPr>
        <p:sp>
          <p:nvSpPr>
            <p:cNvPr id="3277" name="Google Shape;3277;p24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78" name="Google Shape;3278;p24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79" name="Shape 3279"/>
        <p:cNvGrpSpPr/>
        <p:nvPr/>
      </p:nvGrpSpPr>
      <p:grpSpPr>
        <a:xfrm>
          <a:off x="0" y="0"/>
          <a:ext cx="0" cy="0"/>
          <a:chOff x="0" y="0"/>
          <a:chExt cx="0" cy="0"/>
        </a:xfrm>
      </p:grpSpPr>
      <p:pic>
        <p:nvPicPr>
          <p:cNvPr id="3280" name="Google Shape;3280;p24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81" name="Google Shape;3281;p241"/>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2" name="Google Shape;3282;p241"/>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3" name="Google Shape;3283;p241"/>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4" name="Google Shape;3284;p241"/>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5" name="Google Shape;3285;p241"/>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6" name="Google Shape;3286;p241"/>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287" name="Google Shape;3287;p241"/>
          <p:cNvGrpSpPr/>
          <p:nvPr/>
        </p:nvGrpSpPr>
        <p:grpSpPr>
          <a:xfrm>
            <a:off x="-601700" y="0"/>
            <a:ext cx="10705100" cy="4676150"/>
            <a:chOff x="-601700" y="0"/>
            <a:chExt cx="10705100" cy="4676150"/>
          </a:xfrm>
        </p:grpSpPr>
        <p:sp>
          <p:nvSpPr>
            <p:cNvPr id="3288" name="Google Shape;3288;p24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289" name="Google Shape;3289;p241"/>
            <p:cNvGrpSpPr/>
            <p:nvPr/>
          </p:nvGrpSpPr>
          <p:grpSpPr>
            <a:xfrm rot="5400000">
              <a:off x="-2006450" y="1404750"/>
              <a:ext cx="4014600" cy="1205100"/>
              <a:chOff x="150" y="4543750"/>
              <a:chExt cx="4014600" cy="1205100"/>
            </a:xfrm>
          </p:grpSpPr>
          <p:sp>
            <p:nvSpPr>
              <p:cNvPr id="3290" name="Google Shape;3290;p2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91" name="Google Shape;3291;p2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292" name="Google Shape;3292;p241"/>
          <p:cNvGrpSpPr/>
          <p:nvPr/>
        </p:nvGrpSpPr>
        <p:grpSpPr>
          <a:xfrm>
            <a:off x="8206512" y="4230524"/>
            <a:ext cx="848365" cy="950159"/>
            <a:chOff x="41662" y="277999"/>
            <a:chExt cx="848365" cy="950159"/>
          </a:xfrm>
        </p:grpSpPr>
        <p:pic>
          <p:nvPicPr>
            <p:cNvPr id="3293" name="Google Shape;3293;p24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294" name="Google Shape;3294;p24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95" name="Google Shape;3295;p24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296" name="Shape 3296"/>
        <p:cNvGrpSpPr/>
        <p:nvPr/>
      </p:nvGrpSpPr>
      <p:grpSpPr>
        <a:xfrm>
          <a:off x="0" y="0"/>
          <a:ext cx="0" cy="0"/>
          <a:chOff x="0" y="0"/>
          <a:chExt cx="0" cy="0"/>
        </a:xfrm>
      </p:grpSpPr>
      <p:pic>
        <p:nvPicPr>
          <p:cNvPr id="3297" name="Google Shape;3297;p24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98" name="Google Shape;3298;p242"/>
          <p:cNvGrpSpPr/>
          <p:nvPr/>
        </p:nvGrpSpPr>
        <p:grpSpPr>
          <a:xfrm>
            <a:off x="-962824" y="-872075"/>
            <a:ext cx="10524450" cy="6436800"/>
            <a:chOff x="-962824" y="-872075"/>
            <a:chExt cx="10524450" cy="6436800"/>
          </a:xfrm>
        </p:grpSpPr>
        <p:sp>
          <p:nvSpPr>
            <p:cNvPr id="3299" name="Google Shape;3299;p242"/>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300" name="Google Shape;3300;p242"/>
            <p:cNvGrpSpPr/>
            <p:nvPr/>
          </p:nvGrpSpPr>
          <p:grpSpPr>
            <a:xfrm flipH="1">
              <a:off x="502351" y="-872075"/>
              <a:ext cx="2489300" cy="1740000"/>
              <a:chOff x="6148925" y="-872075"/>
              <a:chExt cx="2489300" cy="1740000"/>
            </a:xfrm>
          </p:grpSpPr>
          <p:sp>
            <p:nvSpPr>
              <p:cNvPr id="3301" name="Google Shape;3301;p2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2" name="Google Shape;3302;p2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303" name="Google Shape;3303;p242"/>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4" name="Google Shape;3304;p242"/>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05" name="Google Shape;3305;p242"/>
          <p:cNvGrpSpPr/>
          <p:nvPr/>
        </p:nvGrpSpPr>
        <p:grpSpPr>
          <a:xfrm>
            <a:off x="-962825" y="81904"/>
            <a:ext cx="10251619" cy="5069347"/>
            <a:chOff x="-962825" y="81904"/>
            <a:chExt cx="10251619" cy="5069347"/>
          </a:xfrm>
        </p:grpSpPr>
        <p:pic>
          <p:nvPicPr>
            <p:cNvPr id="3306" name="Google Shape;3306;p242"/>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307" name="Google Shape;3307;p242"/>
            <p:cNvGrpSpPr/>
            <p:nvPr/>
          </p:nvGrpSpPr>
          <p:grpSpPr>
            <a:xfrm flipH="1">
              <a:off x="7678302" y="4401391"/>
              <a:ext cx="1102438" cy="577167"/>
              <a:chOff x="359837" y="4401391"/>
              <a:chExt cx="1102438" cy="577167"/>
            </a:xfrm>
          </p:grpSpPr>
          <p:pic>
            <p:nvPicPr>
              <p:cNvPr id="3308" name="Google Shape;3308;p24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09" name="Google Shape;3309;p24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310" name="Google Shape;3310;p242"/>
            <p:cNvGrpSpPr/>
            <p:nvPr/>
          </p:nvGrpSpPr>
          <p:grpSpPr>
            <a:xfrm flipH="1">
              <a:off x="8100369" y="81904"/>
              <a:ext cx="1188426" cy="1227668"/>
              <a:chOff x="-7843" y="83454"/>
              <a:chExt cx="1188426" cy="1227668"/>
            </a:xfrm>
          </p:grpSpPr>
          <p:pic>
            <p:nvPicPr>
              <p:cNvPr id="3311" name="Google Shape;3311;p24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312" name="Google Shape;3312;p24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313" name="Google Shape;3313;p24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3314" name="Google Shape;3314;p242"/>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15" name="Google Shape;3315;p242"/>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6" name="Google Shape;3316;p242"/>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17" name="Shape 3317"/>
        <p:cNvGrpSpPr/>
        <p:nvPr/>
      </p:nvGrpSpPr>
      <p:grpSpPr>
        <a:xfrm>
          <a:off x="0" y="0"/>
          <a:ext cx="0" cy="0"/>
          <a:chOff x="0" y="0"/>
          <a:chExt cx="0" cy="0"/>
        </a:xfrm>
      </p:grpSpPr>
      <p:pic>
        <p:nvPicPr>
          <p:cNvPr id="3318" name="Google Shape;3318;p24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19" name="Google Shape;3319;p243"/>
          <p:cNvGrpSpPr/>
          <p:nvPr/>
        </p:nvGrpSpPr>
        <p:grpSpPr>
          <a:xfrm>
            <a:off x="0" y="-613825"/>
            <a:ext cx="9564675" cy="6140950"/>
            <a:chOff x="0" y="-613825"/>
            <a:chExt cx="9564675" cy="6140950"/>
          </a:xfrm>
        </p:grpSpPr>
        <p:sp>
          <p:nvSpPr>
            <p:cNvPr id="3320" name="Google Shape;3320;p243"/>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1" name="Google Shape;3321;p243"/>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2" name="Google Shape;3322;p243"/>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23" name="Shape 3323"/>
        <p:cNvGrpSpPr/>
        <p:nvPr/>
      </p:nvGrpSpPr>
      <p:grpSpPr>
        <a:xfrm>
          <a:off x="0" y="0"/>
          <a:ext cx="0" cy="0"/>
          <a:chOff x="0" y="0"/>
          <a:chExt cx="0" cy="0"/>
        </a:xfrm>
      </p:grpSpPr>
      <p:pic>
        <p:nvPicPr>
          <p:cNvPr id="3324" name="Google Shape;3324;p24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25" name="Google Shape;3325;p244"/>
          <p:cNvGrpSpPr/>
          <p:nvPr/>
        </p:nvGrpSpPr>
        <p:grpSpPr>
          <a:xfrm>
            <a:off x="-601700" y="0"/>
            <a:ext cx="10358225" cy="5143500"/>
            <a:chOff x="-601700" y="0"/>
            <a:chExt cx="10358225" cy="5143500"/>
          </a:xfrm>
        </p:grpSpPr>
        <p:grpSp>
          <p:nvGrpSpPr>
            <p:cNvPr id="3326" name="Google Shape;3326;p244"/>
            <p:cNvGrpSpPr/>
            <p:nvPr/>
          </p:nvGrpSpPr>
          <p:grpSpPr>
            <a:xfrm rot="5400000">
              <a:off x="-2006450" y="1404750"/>
              <a:ext cx="4014600" cy="1205100"/>
              <a:chOff x="150" y="4543750"/>
              <a:chExt cx="4014600" cy="1205100"/>
            </a:xfrm>
          </p:grpSpPr>
          <p:sp>
            <p:nvSpPr>
              <p:cNvPr id="3327" name="Google Shape;3327;p2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8" name="Google Shape;3328;p24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29" name="Google Shape;3329;p244"/>
            <p:cNvGrpSpPr/>
            <p:nvPr/>
          </p:nvGrpSpPr>
          <p:grpSpPr>
            <a:xfrm rot="-5400000">
              <a:off x="7146675" y="2533650"/>
              <a:ext cx="4014600" cy="1205100"/>
              <a:chOff x="150" y="4543750"/>
              <a:chExt cx="4014600" cy="1205100"/>
            </a:xfrm>
          </p:grpSpPr>
          <p:sp>
            <p:nvSpPr>
              <p:cNvPr id="3330" name="Google Shape;3330;p244"/>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31" name="Google Shape;3331;p244"/>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theme" Target="../theme/theme1.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theme" Target="../theme/theme5.xml"/><Relationship Id="rId7" Type="http://schemas.openxmlformats.org/officeDocument/2006/relationships/slideLayout" Target="../slideLayouts/slideLayout74.xml"/><Relationship Id="rId8" Type="http://schemas.openxmlformats.org/officeDocument/2006/relationships/slideLayout" Target="../slideLayouts/slideLayout75.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3" Type="http://schemas.openxmlformats.org/officeDocument/2006/relationships/slideLayout" Target="../slideLayouts/slideLayout80.xml"/><Relationship Id="rId12" Type="http://schemas.openxmlformats.org/officeDocument/2006/relationships/slideLayout" Target="../slideLayouts/slideLayout79.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5.xml"/><Relationship Id="rId22" Type="http://schemas.openxmlformats.org/officeDocument/2006/relationships/slideLayout" Target="../slideLayouts/slideLayout117.xml"/><Relationship Id="rId21" Type="http://schemas.openxmlformats.org/officeDocument/2006/relationships/slideLayout" Target="../slideLayouts/slideLayout116.xml"/><Relationship Id="rId24" Type="http://schemas.openxmlformats.org/officeDocument/2006/relationships/slideLayout" Target="../slideLayouts/slideLayout119.xml"/><Relationship Id="rId23" Type="http://schemas.openxmlformats.org/officeDocument/2006/relationships/slideLayout" Target="../slideLayouts/slideLayout118.xml"/><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26" Type="http://schemas.openxmlformats.org/officeDocument/2006/relationships/slideLayout" Target="../slideLayouts/slideLayout121.xml"/><Relationship Id="rId25" Type="http://schemas.openxmlformats.org/officeDocument/2006/relationships/slideLayout" Target="../slideLayouts/slideLayout120.xml"/><Relationship Id="rId28" Type="http://schemas.openxmlformats.org/officeDocument/2006/relationships/slideLayout" Target="../slideLayouts/slideLayout123.xml"/><Relationship Id="rId27" Type="http://schemas.openxmlformats.org/officeDocument/2006/relationships/slideLayout" Target="../slideLayouts/slideLayout122.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29" Type="http://schemas.openxmlformats.org/officeDocument/2006/relationships/theme" Target="../theme/theme10.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11" Type="http://schemas.openxmlformats.org/officeDocument/2006/relationships/slideLayout" Target="../slideLayouts/slideLayout106.xml"/><Relationship Id="rId10" Type="http://schemas.openxmlformats.org/officeDocument/2006/relationships/slideLayout" Target="../slideLayouts/slideLayout105.xml"/><Relationship Id="rId13" Type="http://schemas.openxmlformats.org/officeDocument/2006/relationships/slideLayout" Target="../slideLayouts/slideLayout108.xml"/><Relationship Id="rId12" Type="http://schemas.openxmlformats.org/officeDocument/2006/relationships/slideLayout" Target="../slideLayouts/slideLayout107.xml"/><Relationship Id="rId15" Type="http://schemas.openxmlformats.org/officeDocument/2006/relationships/slideLayout" Target="../slideLayouts/slideLayout110.xml"/><Relationship Id="rId14" Type="http://schemas.openxmlformats.org/officeDocument/2006/relationships/slideLayout" Target="../slideLayouts/slideLayout109.xml"/><Relationship Id="rId17" Type="http://schemas.openxmlformats.org/officeDocument/2006/relationships/slideLayout" Target="../slideLayouts/slideLayout112.xml"/><Relationship Id="rId16" Type="http://schemas.openxmlformats.org/officeDocument/2006/relationships/slideLayout" Target="../slideLayouts/slideLayout111.xml"/><Relationship Id="rId19" Type="http://schemas.openxmlformats.org/officeDocument/2006/relationships/slideLayout" Target="../slideLayouts/slideLayout114.xml"/><Relationship Id="rId18" Type="http://schemas.openxmlformats.org/officeDocument/2006/relationships/slideLayout" Target="../slideLayouts/slideLayout113.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3.xml"/><Relationship Id="rId22" Type="http://schemas.openxmlformats.org/officeDocument/2006/relationships/slideLayout" Target="../slideLayouts/slideLayout145.xml"/><Relationship Id="rId21" Type="http://schemas.openxmlformats.org/officeDocument/2006/relationships/slideLayout" Target="../slideLayouts/slideLayout144.xml"/><Relationship Id="rId24" Type="http://schemas.openxmlformats.org/officeDocument/2006/relationships/slideLayout" Target="../slideLayouts/slideLayout147.xml"/><Relationship Id="rId23" Type="http://schemas.openxmlformats.org/officeDocument/2006/relationships/slideLayout" Target="../slideLayouts/slideLayout146.xml"/><Relationship Id="rId1" Type="http://schemas.openxmlformats.org/officeDocument/2006/relationships/slideLayout" Target="../slideLayouts/slideLayout124.xml"/><Relationship Id="rId2" Type="http://schemas.openxmlformats.org/officeDocument/2006/relationships/slideLayout" Target="../slideLayouts/slideLayout125.xml"/><Relationship Id="rId3" Type="http://schemas.openxmlformats.org/officeDocument/2006/relationships/slideLayout" Target="../slideLayouts/slideLayout126.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26" Type="http://schemas.openxmlformats.org/officeDocument/2006/relationships/slideLayout" Target="../slideLayouts/slideLayout149.xml"/><Relationship Id="rId25" Type="http://schemas.openxmlformats.org/officeDocument/2006/relationships/slideLayout" Target="../slideLayouts/slideLayout148.xml"/><Relationship Id="rId28" Type="http://schemas.openxmlformats.org/officeDocument/2006/relationships/slideLayout" Target="../slideLayouts/slideLayout151.xml"/><Relationship Id="rId27" Type="http://schemas.openxmlformats.org/officeDocument/2006/relationships/slideLayout" Target="../slideLayouts/slideLayout150.xml"/><Relationship Id="rId5" Type="http://schemas.openxmlformats.org/officeDocument/2006/relationships/slideLayout" Target="../slideLayouts/slideLayout128.xml"/><Relationship Id="rId6" Type="http://schemas.openxmlformats.org/officeDocument/2006/relationships/slideLayout" Target="../slideLayouts/slideLayout129.xml"/><Relationship Id="rId29" Type="http://schemas.openxmlformats.org/officeDocument/2006/relationships/theme" Target="../theme/theme9.xml"/><Relationship Id="rId7" Type="http://schemas.openxmlformats.org/officeDocument/2006/relationships/slideLayout" Target="../slideLayouts/slideLayout130.xml"/><Relationship Id="rId8" Type="http://schemas.openxmlformats.org/officeDocument/2006/relationships/slideLayout" Target="../slideLayouts/slideLayout131.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3" Type="http://schemas.openxmlformats.org/officeDocument/2006/relationships/slideLayout" Target="../slideLayouts/slideLayout136.xml"/><Relationship Id="rId12" Type="http://schemas.openxmlformats.org/officeDocument/2006/relationships/slideLayout" Target="../slideLayouts/slideLayout135.xml"/><Relationship Id="rId15" Type="http://schemas.openxmlformats.org/officeDocument/2006/relationships/slideLayout" Target="../slideLayouts/slideLayout138.xml"/><Relationship Id="rId14" Type="http://schemas.openxmlformats.org/officeDocument/2006/relationships/slideLayout" Target="../slideLayouts/slideLayout137.xml"/><Relationship Id="rId17" Type="http://schemas.openxmlformats.org/officeDocument/2006/relationships/slideLayout" Target="../slideLayouts/slideLayout140.xml"/><Relationship Id="rId16" Type="http://schemas.openxmlformats.org/officeDocument/2006/relationships/slideLayout" Target="../slideLayouts/slideLayout139.xml"/><Relationship Id="rId19" Type="http://schemas.openxmlformats.org/officeDocument/2006/relationships/slideLayout" Target="../slideLayouts/slideLayout142.xml"/><Relationship Id="rId18" Type="http://schemas.openxmlformats.org/officeDocument/2006/relationships/slideLayout" Target="../slideLayouts/slideLayout141.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71.xml"/><Relationship Id="rId22" Type="http://schemas.openxmlformats.org/officeDocument/2006/relationships/slideLayout" Target="../slideLayouts/slideLayout173.xml"/><Relationship Id="rId21" Type="http://schemas.openxmlformats.org/officeDocument/2006/relationships/slideLayout" Target="../slideLayouts/slideLayout172.xml"/><Relationship Id="rId24" Type="http://schemas.openxmlformats.org/officeDocument/2006/relationships/slideLayout" Target="../slideLayouts/slideLayout175.xml"/><Relationship Id="rId23" Type="http://schemas.openxmlformats.org/officeDocument/2006/relationships/slideLayout" Target="../slideLayouts/slideLayout174.xml"/><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25" Type="http://schemas.openxmlformats.org/officeDocument/2006/relationships/slideLayout" Target="../slideLayouts/slideLayout176.xml"/><Relationship Id="rId28" Type="http://schemas.openxmlformats.org/officeDocument/2006/relationships/slideLayout" Target="../slideLayouts/slideLayout179.xml"/><Relationship Id="rId27" Type="http://schemas.openxmlformats.org/officeDocument/2006/relationships/slideLayout" Target="../slideLayouts/slideLayout178.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29" Type="http://schemas.openxmlformats.org/officeDocument/2006/relationships/theme" Target="../theme/theme4.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11" Type="http://schemas.openxmlformats.org/officeDocument/2006/relationships/slideLayout" Target="../slideLayouts/slideLayout162.xml"/><Relationship Id="rId10" Type="http://schemas.openxmlformats.org/officeDocument/2006/relationships/slideLayout" Target="../slideLayouts/slideLayout161.xml"/><Relationship Id="rId13" Type="http://schemas.openxmlformats.org/officeDocument/2006/relationships/slideLayout" Target="../slideLayouts/slideLayout164.xml"/><Relationship Id="rId12" Type="http://schemas.openxmlformats.org/officeDocument/2006/relationships/slideLayout" Target="../slideLayouts/slideLayout163.xml"/><Relationship Id="rId15" Type="http://schemas.openxmlformats.org/officeDocument/2006/relationships/slideLayout" Target="../slideLayouts/slideLayout166.xml"/><Relationship Id="rId14" Type="http://schemas.openxmlformats.org/officeDocument/2006/relationships/slideLayout" Target="../slideLayouts/slideLayout165.xml"/><Relationship Id="rId17" Type="http://schemas.openxmlformats.org/officeDocument/2006/relationships/slideLayout" Target="../slideLayouts/slideLayout168.xml"/><Relationship Id="rId16" Type="http://schemas.openxmlformats.org/officeDocument/2006/relationships/slideLayout" Target="../slideLayouts/slideLayout167.xml"/><Relationship Id="rId19" Type="http://schemas.openxmlformats.org/officeDocument/2006/relationships/slideLayout" Target="../slideLayouts/slideLayout170.xml"/><Relationship Id="rId18" Type="http://schemas.openxmlformats.org/officeDocument/2006/relationships/slideLayout" Target="../slideLayouts/slideLayout169.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99.xml"/><Relationship Id="rId22" Type="http://schemas.openxmlformats.org/officeDocument/2006/relationships/slideLayout" Target="../slideLayouts/slideLayout201.xml"/><Relationship Id="rId21" Type="http://schemas.openxmlformats.org/officeDocument/2006/relationships/slideLayout" Target="../slideLayouts/slideLayout200.xml"/><Relationship Id="rId24" Type="http://schemas.openxmlformats.org/officeDocument/2006/relationships/slideLayout" Target="../slideLayouts/slideLayout203.xml"/><Relationship Id="rId23" Type="http://schemas.openxmlformats.org/officeDocument/2006/relationships/slideLayout" Target="../slideLayouts/slideLayout202.xml"/><Relationship Id="rId1" Type="http://schemas.openxmlformats.org/officeDocument/2006/relationships/slideLayout" Target="../slideLayouts/slideLayout180.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26" Type="http://schemas.openxmlformats.org/officeDocument/2006/relationships/slideLayout" Target="../slideLayouts/slideLayout205.xml"/><Relationship Id="rId25" Type="http://schemas.openxmlformats.org/officeDocument/2006/relationships/slideLayout" Target="../slideLayouts/slideLayout204.xml"/><Relationship Id="rId28" Type="http://schemas.openxmlformats.org/officeDocument/2006/relationships/slideLayout" Target="../slideLayouts/slideLayout207.xml"/><Relationship Id="rId27" Type="http://schemas.openxmlformats.org/officeDocument/2006/relationships/slideLayout" Target="../slideLayouts/slideLayout206.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29" Type="http://schemas.openxmlformats.org/officeDocument/2006/relationships/theme" Target="../theme/theme6.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11" Type="http://schemas.openxmlformats.org/officeDocument/2006/relationships/slideLayout" Target="../slideLayouts/slideLayout190.xml"/><Relationship Id="rId10" Type="http://schemas.openxmlformats.org/officeDocument/2006/relationships/slideLayout" Target="../slideLayouts/slideLayout189.xml"/><Relationship Id="rId13" Type="http://schemas.openxmlformats.org/officeDocument/2006/relationships/slideLayout" Target="../slideLayouts/slideLayout192.xml"/><Relationship Id="rId12" Type="http://schemas.openxmlformats.org/officeDocument/2006/relationships/slideLayout" Target="../slideLayouts/slideLayout191.xml"/><Relationship Id="rId15" Type="http://schemas.openxmlformats.org/officeDocument/2006/relationships/slideLayout" Target="../slideLayouts/slideLayout194.xml"/><Relationship Id="rId14" Type="http://schemas.openxmlformats.org/officeDocument/2006/relationships/slideLayout" Target="../slideLayouts/slideLayout193.xml"/><Relationship Id="rId17" Type="http://schemas.openxmlformats.org/officeDocument/2006/relationships/slideLayout" Target="../slideLayouts/slideLayout196.xml"/><Relationship Id="rId16" Type="http://schemas.openxmlformats.org/officeDocument/2006/relationships/slideLayout" Target="../slideLayouts/slideLayout195.xml"/><Relationship Id="rId19" Type="http://schemas.openxmlformats.org/officeDocument/2006/relationships/slideLayout" Target="../slideLayouts/slideLayout198.xml"/><Relationship Id="rId18" Type="http://schemas.openxmlformats.org/officeDocument/2006/relationships/slideLayout" Target="../slideLayouts/slideLayout197.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27.xml"/><Relationship Id="rId22" Type="http://schemas.openxmlformats.org/officeDocument/2006/relationships/slideLayout" Target="../slideLayouts/slideLayout229.xml"/><Relationship Id="rId21" Type="http://schemas.openxmlformats.org/officeDocument/2006/relationships/slideLayout" Target="../slideLayouts/slideLayout228.xml"/><Relationship Id="rId24" Type="http://schemas.openxmlformats.org/officeDocument/2006/relationships/slideLayout" Target="../slideLayouts/slideLayout231.xml"/><Relationship Id="rId23" Type="http://schemas.openxmlformats.org/officeDocument/2006/relationships/slideLayout" Target="../slideLayouts/slideLayout230.xml"/><Relationship Id="rId1" Type="http://schemas.openxmlformats.org/officeDocument/2006/relationships/slideLayout" Target="../slideLayouts/slideLayout208.xml"/><Relationship Id="rId2" Type="http://schemas.openxmlformats.org/officeDocument/2006/relationships/slideLayout" Target="../slideLayouts/slideLayout209.xml"/><Relationship Id="rId3" Type="http://schemas.openxmlformats.org/officeDocument/2006/relationships/slideLayout" Target="../slideLayouts/slideLayout210.xml"/><Relationship Id="rId4" Type="http://schemas.openxmlformats.org/officeDocument/2006/relationships/slideLayout" Target="../slideLayouts/slideLayout211.xml"/><Relationship Id="rId9" Type="http://schemas.openxmlformats.org/officeDocument/2006/relationships/slideLayout" Target="../slideLayouts/slideLayout216.xml"/><Relationship Id="rId26" Type="http://schemas.openxmlformats.org/officeDocument/2006/relationships/slideLayout" Target="../slideLayouts/slideLayout233.xml"/><Relationship Id="rId25" Type="http://schemas.openxmlformats.org/officeDocument/2006/relationships/slideLayout" Target="../slideLayouts/slideLayout232.xml"/><Relationship Id="rId28" Type="http://schemas.openxmlformats.org/officeDocument/2006/relationships/slideLayout" Target="../slideLayouts/slideLayout235.xml"/><Relationship Id="rId27" Type="http://schemas.openxmlformats.org/officeDocument/2006/relationships/slideLayout" Target="../slideLayouts/slideLayout234.xml"/><Relationship Id="rId5" Type="http://schemas.openxmlformats.org/officeDocument/2006/relationships/slideLayout" Target="../slideLayouts/slideLayout212.xml"/><Relationship Id="rId6" Type="http://schemas.openxmlformats.org/officeDocument/2006/relationships/slideLayout" Target="../slideLayouts/slideLayout213.xml"/><Relationship Id="rId29" Type="http://schemas.openxmlformats.org/officeDocument/2006/relationships/theme" Target="../theme/theme2.xml"/><Relationship Id="rId7" Type="http://schemas.openxmlformats.org/officeDocument/2006/relationships/slideLayout" Target="../slideLayouts/slideLayout214.xml"/><Relationship Id="rId8" Type="http://schemas.openxmlformats.org/officeDocument/2006/relationships/slideLayout" Target="../slideLayouts/slideLayout215.xml"/><Relationship Id="rId11" Type="http://schemas.openxmlformats.org/officeDocument/2006/relationships/slideLayout" Target="../slideLayouts/slideLayout218.xml"/><Relationship Id="rId10" Type="http://schemas.openxmlformats.org/officeDocument/2006/relationships/slideLayout" Target="../slideLayouts/slideLayout217.xml"/><Relationship Id="rId13" Type="http://schemas.openxmlformats.org/officeDocument/2006/relationships/slideLayout" Target="../slideLayouts/slideLayout220.xml"/><Relationship Id="rId12" Type="http://schemas.openxmlformats.org/officeDocument/2006/relationships/slideLayout" Target="../slideLayouts/slideLayout219.xml"/><Relationship Id="rId15" Type="http://schemas.openxmlformats.org/officeDocument/2006/relationships/slideLayout" Target="../slideLayouts/slideLayout222.xml"/><Relationship Id="rId14" Type="http://schemas.openxmlformats.org/officeDocument/2006/relationships/slideLayout" Target="../slideLayouts/slideLayout221.xml"/><Relationship Id="rId17" Type="http://schemas.openxmlformats.org/officeDocument/2006/relationships/slideLayout" Target="../slideLayouts/slideLayout224.xml"/><Relationship Id="rId16" Type="http://schemas.openxmlformats.org/officeDocument/2006/relationships/slideLayout" Target="../slideLayouts/slideLayout223.xml"/><Relationship Id="rId19" Type="http://schemas.openxmlformats.org/officeDocument/2006/relationships/slideLayout" Target="../slideLayouts/slideLayout226.xml"/><Relationship Id="rId18"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62" name="Shape 462"/>
        <p:cNvGrpSpPr/>
        <p:nvPr/>
      </p:nvGrpSpPr>
      <p:grpSpPr>
        <a:xfrm>
          <a:off x="0" y="0"/>
          <a:ext cx="0" cy="0"/>
          <a:chOff x="0" y="0"/>
          <a:chExt cx="0" cy="0"/>
        </a:xfrm>
      </p:grpSpPr>
      <p:sp>
        <p:nvSpPr>
          <p:cNvPr id="463" name="Google Shape;463;p4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464" name="Google Shape;464;p4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72" name="Shape 872"/>
        <p:cNvGrpSpPr/>
        <p:nvPr/>
      </p:nvGrpSpPr>
      <p:grpSpPr>
        <a:xfrm>
          <a:off x="0" y="0"/>
          <a:ext cx="0" cy="0"/>
          <a:chOff x="0" y="0"/>
          <a:chExt cx="0" cy="0"/>
        </a:xfrm>
      </p:grpSpPr>
      <p:sp>
        <p:nvSpPr>
          <p:cNvPr id="873" name="Google Shape;873;p7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874" name="Google Shape;874;p7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82" name="Shape 1282"/>
        <p:cNvGrpSpPr/>
        <p:nvPr/>
      </p:nvGrpSpPr>
      <p:grpSpPr>
        <a:xfrm>
          <a:off x="0" y="0"/>
          <a:ext cx="0" cy="0"/>
          <a:chOff x="0" y="0"/>
          <a:chExt cx="0" cy="0"/>
        </a:xfrm>
      </p:grpSpPr>
      <p:sp>
        <p:nvSpPr>
          <p:cNvPr id="1283" name="Google Shape;1283;p10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284" name="Google Shape;1284;p10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 id="2147483762" r:id="rId20"/>
    <p:sldLayoutId id="2147483763" r:id="rId21"/>
    <p:sldLayoutId id="2147483764" r:id="rId22"/>
    <p:sldLayoutId id="2147483765" r:id="rId23"/>
    <p:sldLayoutId id="2147483766" r:id="rId24"/>
    <p:sldLayoutId id="2147483767" r:id="rId25"/>
    <p:sldLayoutId id="2147483768" r:id="rId26"/>
    <p:sldLayoutId id="2147483769" r:id="rId27"/>
    <p:sldLayoutId id="2147483770"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92" name="Shape 1692"/>
        <p:cNvGrpSpPr/>
        <p:nvPr/>
      </p:nvGrpSpPr>
      <p:grpSpPr>
        <a:xfrm>
          <a:off x="0" y="0"/>
          <a:ext cx="0" cy="0"/>
          <a:chOff x="0" y="0"/>
          <a:chExt cx="0" cy="0"/>
        </a:xfrm>
      </p:grpSpPr>
      <p:sp>
        <p:nvSpPr>
          <p:cNvPr id="1693" name="Google Shape;1693;p12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694" name="Google Shape;1694;p12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02" name="Shape 2102"/>
        <p:cNvGrpSpPr/>
        <p:nvPr/>
      </p:nvGrpSpPr>
      <p:grpSpPr>
        <a:xfrm>
          <a:off x="0" y="0"/>
          <a:ext cx="0" cy="0"/>
          <a:chOff x="0" y="0"/>
          <a:chExt cx="0" cy="0"/>
        </a:xfrm>
      </p:grpSpPr>
      <p:sp>
        <p:nvSpPr>
          <p:cNvPr id="2103" name="Google Shape;2103;p15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104" name="Google Shape;2104;p15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512" name="Shape 2512"/>
        <p:cNvGrpSpPr/>
        <p:nvPr/>
      </p:nvGrpSpPr>
      <p:grpSpPr>
        <a:xfrm>
          <a:off x="0" y="0"/>
          <a:ext cx="0" cy="0"/>
          <a:chOff x="0" y="0"/>
          <a:chExt cx="0" cy="0"/>
        </a:xfrm>
      </p:grpSpPr>
      <p:sp>
        <p:nvSpPr>
          <p:cNvPr id="2513" name="Google Shape;2513;p18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514" name="Google Shape;2514;p18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22" name="Shape 2922"/>
        <p:cNvGrpSpPr/>
        <p:nvPr/>
      </p:nvGrpSpPr>
      <p:grpSpPr>
        <a:xfrm>
          <a:off x="0" y="0"/>
          <a:ext cx="0" cy="0"/>
          <a:chOff x="0" y="0"/>
          <a:chExt cx="0" cy="0"/>
        </a:xfrm>
      </p:grpSpPr>
      <p:sp>
        <p:nvSpPr>
          <p:cNvPr id="2923" name="Google Shape;2923;p21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924" name="Google Shape;2924;p21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 id="2147483881" r:id="rId27"/>
    <p:sldLayoutId id="214748388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5" name="Shape 3335"/>
        <p:cNvGrpSpPr/>
        <p:nvPr/>
      </p:nvGrpSpPr>
      <p:grpSpPr>
        <a:xfrm>
          <a:off x="0" y="0"/>
          <a:ext cx="0" cy="0"/>
          <a:chOff x="0" y="0"/>
          <a:chExt cx="0" cy="0"/>
        </a:xfrm>
      </p:grpSpPr>
      <p:sp>
        <p:nvSpPr>
          <p:cNvPr id="3336" name="Google Shape;3336;p245"/>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n" sz="3900">
                <a:latin typeface="Unbounded ExtraBold"/>
                <a:ea typeface="Unbounded ExtraBold"/>
                <a:cs typeface="Unbounded ExtraBold"/>
                <a:sym typeface="Unbounded ExtraBold"/>
              </a:rPr>
              <a:t>EPA Source Apportionment</a:t>
            </a:r>
            <a:r>
              <a:rPr lang="en"/>
              <a:t> </a:t>
            </a:r>
            <a:r>
              <a:rPr b="0" lang="en" sz="2800"/>
              <a:t>Spring 2026 Capstone</a:t>
            </a:r>
            <a:endParaRPr b="0" sz="2800"/>
          </a:p>
        </p:txBody>
      </p:sp>
      <p:sp>
        <p:nvSpPr>
          <p:cNvPr id="3337" name="Google Shape;3337;p245"/>
          <p:cNvSpPr txBox="1"/>
          <p:nvPr>
            <p:ph idx="1" type="subTitle"/>
          </p:nvPr>
        </p:nvSpPr>
        <p:spPr>
          <a:xfrm>
            <a:off x="1670700" y="3779288"/>
            <a:ext cx="5802600" cy="2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Deeya Datta, Prateek Mishra, &amp; George Whittington</a:t>
            </a:r>
            <a:endParaRPr/>
          </a:p>
          <a:p>
            <a:pPr indent="0" lvl="0" marL="0" rtl="0" algn="ctr">
              <a:spcBef>
                <a:spcPts val="0"/>
              </a:spcBef>
              <a:spcAft>
                <a:spcPts val="0"/>
              </a:spcAft>
              <a:buNone/>
            </a:pPr>
            <a:r>
              <a:rPr lang="en"/>
              <a:t>Client: Mike Cyterski, EPA</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cxnSp>
        <p:nvCxnSpPr>
          <p:cNvPr id="3338" name="Google Shape;3338;p245"/>
          <p:cNvCxnSpPr/>
          <p:nvPr/>
        </p:nvCxnSpPr>
        <p:spPr>
          <a:xfrm>
            <a:off x="1792350" y="3456500"/>
            <a:ext cx="5559300" cy="0"/>
          </a:xfrm>
          <a:prstGeom prst="straightConnector1">
            <a:avLst/>
          </a:prstGeom>
          <a:noFill/>
          <a:ln cap="flat" cmpd="sng" w="19050">
            <a:solidFill>
              <a:schemeClr val="lt2"/>
            </a:solidFill>
            <a:prstDash val="solid"/>
            <a:round/>
            <a:headEnd len="med" w="med" type="none"/>
            <a:tailEnd len="med" w="med" type="none"/>
          </a:ln>
        </p:spPr>
      </p:cxnSp>
      <p:cxnSp>
        <p:nvCxnSpPr>
          <p:cNvPr id="3339" name="Google Shape;3339;p245"/>
          <p:cNvCxnSpPr/>
          <p:nvPr/>
        </p:nvCxnSpPr>
        <p:spPr>
          <a:xfrm>
            <a:off x="1792350" y="1288800"/>
            <a:ext cx="5559300" cy="0"/>
          </a:xfrm>
          <a:prstGeom prst="straightConnector1">
            <a:avLst/>
          </a:prstGeom>
          <a:noFill/>
          <a:ln cap="flat" cmpd="sng" w="19050">
            <a:solidFill>
              <a:schemeClr val="lt2"/>
            </a:solidFill>
            <a:prstDash val="solid"/>
            <a:round/>
            <a:headEnd len="med" w="med" type="none"/>
            <a:tailEnd len="med" w="med" type="none"/>
          </a:ln>
        </p:spPr>
      </p:cxnSp>
      <p:sp>
        <p:nvSpPr>
          <p:cNvPr id="3340" name="Google Shape;3340;p2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4" name="Shape 3344"/>
        <p:cNvGrpSpPr/>
        <p:nvPr/>
      </p:nvGrpSpPr>
      <p:grpSpPr>
        <a:xfrm>
          <a:off x="0" y="0"/>
          <a:ext cx="0" cy="0"/>
          <a:chOff x="0" y="0"/>
          <a:chExt cx="0" cy="0"/>
        </a:xfrm>
      </p:grpSpPr>
      <p:sp>
        <p:nvSpPr>
          <p:cNvPr id="3345" name="Google Shape;3345;p2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3346" name="Google Shape;3346;p246"/>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About our new client and the data</a:t>
            </a:r>
            <a:endParaRPr/>
          </a:p>
        </p:txBody>
      </p:sp>
      <p:sp>
        <p:nvSpPr>
          <p:cNvPr id="3347" name="Google Shape;3347;p246"/>
          <p:cNvSpPr txBox="1"/>
          <p:nvPr>
            <p:ph idx="2" type="title"/>
          </p:nvPr>
        </p:nvSpPr>
        <p:spPr>
          <a:xfrm>
            <a:off x="777150" y="13320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348" name="Google Shape;3348;p246"/>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Recap</a:t>
            </a:r>
            <a:endParaRPr/>
          </a:p>
        </p:txBody>
      </p:sp>
      <p:cxnSp>
        <p:nvCxnSpPr>
          <p:cNvPr id="3349" name="Google Shape;3349;p246"/>
          <p:cNvCxnSpPr/>
          <p:nvPr/>
        </p:nvCxnSpPr>
        <p:spPr>
          <a:xfrm>
            <a:off x="4250275" y="1320925"/>
            <a:ext cx="0" cy="469800"/>
          </a:xfrm>
          <a:prstGeom prst="straightConnector1">
            <a:avLst/>
          </a:prstGeom>
          <a:noFill/>
          <a:ln cap="flat" cmpd="sng" w="19050">
            <a:solidFill>
              <a:schemeClr val="lt2"/>
            </a:solidFill>
            <a:prstDash val="solid"/>
            <a:round/>
            <a:headEnd len="med" w="med" type="none"/>
            <a:tailEnd len="med" w="med" type="none"/>
          </a:ln>
        </p:spPr>
      </p:cxnSp>
      <p:sp>
        <p:nvSpPr>
          <p:cNvPr id="3350" name="Google Shape;3350;p246"/>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Trends and temporal patterns</a:t>
            </a:r>
            <a:endParaRPr/>
          </a:p>
        </p:txBody>
      </p:sp>
      <p:sp>
        <p:nvSpPr>
          <p:cNvPr id="3351" name="Google Shape;3351;p246"/>
          <p:cNvSpPr txBox="1"/>
          <p:nvPr>
            <p:ph idx="5" type="title"/>
          </p:nvPr>
        </p:nvSpPr>
        <p:spPr>
          <a:xfrm>
            <a:off x="777150" y="22146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352" name="Google Shape;3352;p246"/>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 Series</a:t>
            </a:r>
            <a:endParaRPr/>
          </a:p>
        </p:txBody>
      </p:sp>
      <p:sp>
        <p:nvSpPr>
          <p:cNvPr id="3353" name="Google Shape;3353;p246"/>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Grouping observations by similarity</a:t>
            </a:r>
            <a:endParaRPr/>
          </a:p>
        </p:txBody>
      </p:sp>
      <p:sp>
        <p:nvSpPr>
          <p:cNvPr id="3354" name="Google Shape;3354;p246"/>
          <p:cNvSpPr txBox="1"/>
          <p:nvPr>
            <p:ph idx="8" type="title"/>
          </p:nvPr>
        </p:nvSpPr>
        <p:spPr>
          <a:xfrm>
            <a:off x="777150" y="30973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355" name="Google Shape;3355;p246"/>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Clustering</a:t>
            </a:r>
            <a:endParaRPr/>
          </a:p>
        </p:txBody>
      </p:sp>
      <p:sp>
        <p:nvSpPr>
          <p:cNvPr id="3356" name="Google Shape;3356;p246"/>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Finding components of variance</a:t>
            </a:r>
            <a:endParaRPr/>
          </a:p>
        </p:txBody>
      </p:sp>
      <p:sp>
        <p:nvSpPr>
          <p:cNvPr id="3357" name="Google Shape;3357;p246"/>
          <p:cNvSpPr txBox="1"/>
          <p:nvPr>
            <p:ph idx="14" type="title"/>
          </p:nvPr>
        </p:nvSpPr>
        <p:spPr>
          <a:xfrm>
            <a:off x="777150" y="39799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358" name="Google Shape;3358;p246"/>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PCA</a:t>
            </a:r>
            <a:endParaRPr/>
          </a:p>
        </p:txBody>
      </p:sp>
      <p:cxnSp>
        <p:nvCxnSpPr>
          <p:cNvPr id="3359" name="Google Shape;3359;p246"/>
          <p:cNvCxnSpPr/>
          <p:nvPr/>
        </p:nvCxnSpPr>
        <p:spPr>
          <a:xfrm>
            <a:off x="4250275" y="220357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3360" name="Google Shape;3360;p246"/>
          <p:cNvCxnSpPr/>
          <p:nvPr/>
        </p:nvCxnSpPr>
        <p:spPr>
          <a:xfrm>
            <a:off x="4250275" y="308622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3361" name="Google Shape;3361;p246"/>
          <p:cNvCxnSpPr/>
          <p:nvPr/>
        </p:nvCxnSpPr>
        <p:spPr>
          <a:xfrm>
            <a:off x="4250275" y="3968875"/>
            <a:ext cx="0" cy="469800"/>
          </a:xfrm>
          <a:prstGeom prst="straightConnector1">
            <a:avLst/>
          </a:prstGeom>
          <a:noFill/>
          <a:ln cap="flat" cmpd="sng" w="19050">
            <a:solidFill>
              <a:schemeClr val="lt2"/>
            </a:solidFill>
            <a:prstDash val="solid"/>
            <a:round/>
            <a:headEnd len="med" w="med" type="none"/>
            <a:tailEnd len="med" w="med" type="none"/>
          </a:ln>
        </p:spPr>
      </p:cxnSp>
      <p:sp>
        <p:nvSpPr>
          <p:cNvPr id="3362" name="Google Shape;3362;p246"/>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6" name="Shape 3366"/>
        <p:cNvGrpSpPr/>
        <p:nvPr/>
      </p:nvGrpSpPr>
      <p:grpSpPr>
        <a:xfrm>
          <a:off x="0" y="0"/>
          <a:ext cx="0" cy="0"/>
          <a:chOff x="0" y="0"/>
          <a:chExt cx="0" cy="0"/>
        </a:xfrm>
      </p:grpSpPr>
      <p:sp>
        <p:nvSpPr>
          <p:cNvPr id="3367" name="Google Shape;3367;p247"/>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Recap</a:t>
            </a:r>
            <a:endParaRPr/>
          </a:p>
        </p:txBody>
      </p:sp>
      <p:sp>
        <p:nvSpPr>
          <p:cNvPr id="3368" name="Google Shape;3368;p247"/>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369" name="Google Shape;3369;p247"/>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a:t>
            </a:r>
            <a:r>
              <a:rPr lang="en"/>
              <a:t>Project Data and</a:t>
            </a:r>
            <a:r>
              <a:rPr lang="en"/>
              <a:t> New Client</a:t>
            </a:r>
            <a:endParaRPr/>
          </a:p>
        </p:txBody>
      </p:sp>
      <p:sp>
        <p:nvSpPr>
          <p:cNvPr id="3370" name="Google Shape;3370;p247"/>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4" name="Shape 3374"/>
        <p:cNvGrpSpPr/>
        <p:nvPr/>
      </p:nvGrpSpPr>
      <p:grpSpPr>
        <a:xfrm>
          <a:off x="0" y="0"/>
          <a:ext cx="0" cy="0"/>
          <a:chOff x="0" y="0"/>
          <a:chExt cx="0" cy="0"/>
        </a:xfrm>
      </p:grpSpPr>
      <p:sp>
        <p:nvSpPr>
          <p:cNvPr id="3375" name="Google Shape;3375;p24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a:t>
            </a:r>
            <a:endParaRPr/>
          </a:p>
        </p:txBody>
      </p:sp>
      <p:sp>
        <p:nvSpPr>
          <p:cNvPr id="3376" name="Google Shape;3376;p248"/>
          <p:cNvSpPr txBox="1"/>
          <p:nvPr>
            <p:ph idx="1" type="subTitle"/>
          </p:nvPr>
        </p:nvSpPr>
        <p:spPr>
          <a:xfrm>
            <a:off x="975275" y="1489285"/>
            <a:ext cx="42948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 is a "collection of techniques to provide information</a:t>
            </a:r>
            <a:endParaRPr/>
          </a:p>
          <a:p>
            <a:pPr indent="0" lvl="0" marL="0" rtl="0" algn="l">
              <a:spcBef>
                <a:spcPts val="0"/>
              </a:spcBef>
              <a:spcAft>
                <a:spcPts val="0"/>
              </a:spcAft>
              <a:buNone/>
            </a:pPr>
            <a:r>
              <a:rPr lang="en"/>
              <a:t>regarding how much a source (usually a generalized category) contributes to the</a:t>
            </a:r>
            <a:endParaRPr/>
          </a:p>
          <a:p>
            <a:pPr indent="0" lvl="0" marL="0" rtl="0" algn="l">
              <a:spcBef>
                <a:spcPts val="0"/>
              </a:spcBef>
              <a:spcAft>
                <a:spcPts val="0"/>
              </a:spcAft>
              <a:buNone/>
            </a:pPr>
            <a:r>
              <a:rPr lang="en"/>
              <a:t>overall pollutant concentration at receptor (usually a monitoring site) (Rizzo, 2010).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overall goal is to extract latent factors from the data. We can then interpret these factors to identify specific source profiles.  </a:t>
            </a:r>
            <a:endParaRPr/>
          </a:p>
        </p:txBody>
      </p:sp>
      <p:grpSp>
        <p:nvGrpSpPr>
          <p:cNvPr id="3377" name="Google Shape;3377;p248"/>
          <p:cNvGrpSpPr/>
          <p:nvPr/>
        </p:nvGrpSpPr>
        <p:grpSpPr>
          <a:xfrm>
            <a:off x="6001575" y="605850"/>
            <a:ext cx="5103175" cy="3931800"/>
            <a:chOff x="6001575" y="605850"/>
            <a:chExt cx="5103175" cy="3931800"/>
          </a:xfrm>
        </p:grpSpPr>
        <p:sp>
          <p:nvSpPr>
            <p:cNvPr id="3378" name="Google Shape;3378;p248"/>
            <p:cNvSpPr/>
            <p:nvPr/>
          </p:nvSpPr>
          <p:spPr>
            <a:xfrm>
              <a:off x="7172950" y="605850"/>
              <a:ext cx="3931800" cy="3931800"/>
            </a:xfrm>
            <a:prstGeom prst="pie">
              <a:avLst>
                <a:gd fmla="val 538244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pic>
          <p:nvPicPr>
            <p:cNvPr id="3379" name="Google Shape;3379;p248"/>
            <p:cNvPicPr preferRelativeResize="0"/>
            <p:nvPr/>
          </p:nvPicPr>
          <p:blipFill>
            <a:blip r:embed="rId3">
              <a:alphaModFix/>
            </a:blip>
            <a:stretch>
              <a:fillRect/>
            </a:stretch>
          </p:blipFill>
          <p:spPr>
            <a:xfrm>
              <a:off x="6001575" y="1332875"/>
              <a:ext cx="2665723" cy="2665723"/>
            </a:xfrm>
            <a:prstGeom prst="rect">
              <a:avLst/>
            </a:prstGeom>
            <a:noFill/>
            <a:ln>
              <a:noFill/>
            </a:ln>
            <a:effectLst>
              <a:outerShdw blurRad="57150" rotWithShape="0" algn="bl" dir="5400000" dist="19050">
                <a:schemeClr val="dk1">
                  <a:alpha val="50000"/>
                </a:schemeClr>
              </a:outerShdw>
            </a:effectLst>
          </p:spPr>
        </p:pic>
      </p:grpSp>
      <p:pic>
        <p:nvPicPr>
          <p:cNvPr id="3380" name="Google Shape;3380;p248"/>
          <p:cNvPicPr preferRelativeResize="0"/>
          <p:nvPr/>
        </p:nvPicPr>
        <p:blipFill>
          <a:blip r:embed="rId4">
            <a:alphaModFix/>
          </a:blip>
          <a:stretch>
            <a:fillRect/>
          </a:stretch>
        </p:blipFill>
        <p:spPr>
          <a:xfrm>
            <a:off x="7394600" y="2845200"/>
            <a:ext cx="1272711" cy="2298301"/>
          </a:xfrm>
          <a:prstGeom prst="rect">
            <a:avLst/>
          </a:prstGeom>
          <a:noFill/>
          <a:ln>
            <a:noFill/>
          </a:ln>
          <a:effectLst>
            <a:outerShdw blurRad="57150" rotWithShape="0" algn="bl" dir="5400000" dist="19050">
              <a:schemeClr val="dk1">
                <a:alpha val="50000"/>
              </a:schemeClr>
            </a:outerShdw>
          </a:effectLst>
        </p:spPr>
      </p:pic>
      <p:sp>
        <p:nvSpPr>
          <p:cNvPr id="3381" name="Google Shape;3381;p248"/>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5" name="Shape 3385"/>
        <p:cNvGrpSpPr/>
        <p:nvPr/>
      </p:nvGrpSpPr>
      <p:grpSpPr>
        <a:xfrm>
          <a:off x="0" y="0"/>
          <a:ext cx="0" cy="0"/>
          <a:chOff x="0" y="0"/>
          <a:chExt cx="0" cy="0"/>
        </a:xfrm>
      </p:grpSpPr>
      <p:sp>
        <p:nvSpPr>
          <p:cNvPr id="3386" name="Google Shape;3386;p249"/>
          <p:cNvSpPr/>
          <p:nvPr/>
        </p:nvSpPr>
        <p:spPr>
          <a:xfrm>
            <a:off x="105022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7" name="Google Shape;3387;p249"/>
          <p:cNvSpPr/>
          <p:nvPr/>
        </p:nvSpPr>
        <p:spPr>
          <a:xfrm>
            <a:off x="3673197"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8" name="Google Shape;3388;p249"/>
          <p:cNvSpPr/>
          <p:nvPr/>
        </p:nvSpPr>
        <p:spPr>
          <a:xfrm>
            <a:off x="629617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9" name="Google Shape;3389;p2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Datasets</a:t>
            </a:r>
            <a:endParaRPr/>
          </a:p>
        </p:txBody>
      </p:sp>
      <p:sp>
        <p:nvSpPr>
          <p:cNvPr id="3390" name="Google Shape;3390;p249"/>
          <p:cNvSpPr txBox="1"/>
          <p:nvPr>
            <p:ph idx="1" type="subTitle"/>
          </p:nvPr>
        </p:nvSpPr>
        <p:spPr>
          <a:xfrm>
            <a:off x="828825"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(n=630)</a:t>
            </a:r>
            <a:endParaRPr/>
          </a:p>
        </p:txBody>
      </p:sp>
      <p:sp>
        <p:nvSpPr>
          <p:cNvPr id="3391" name="Google Shape;3391;p249"/>
          <p:cNvSpPr txBox="1"/>
          <p:nvPr>
            <p:ph idx="2" type="subTitle"/>
          </p:nvPr>
        </p:nvSpPr>
        <p:spPr>
          <a:xfrm>
            <a:off x="3451797"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volatile organic compounds (VOCs) rather than particulate matter (n=307)</a:t>
            </a:r>
            <a:endParaRPr/>
          </a:p>
        </p:txBody>
      </p:sp>
      <p:sp>
        <p:nvSpPr>
          <p:cNvPr id="3392" name="Google Shape;3392;p249"/>
          <p:cNvSpPr txBox="1"/>
          <p:nvPr>
            <p:ph idx="3" type="subTitle"/>
          </p:nvPr>
        </p:nvSpPr>
        <p:spPr>
          <a:xfrm>
            <a:off x="6074772"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(n=418)</a:t>
            </a:r>
            <a:endParaRPr/>
          </a:p>
          <a:p>
            <a:pPr indent="0" lvl="0" marL="0" rtl="0" algn="l">
              <a:spcBef>
                <a:spcPts val="0"/>
              </a:spcBef>
              <a:spcAft>
                <a:spcPts val="0"/>
              </a:spcAft>
              <a:buNone/>
            </a:pPr>
            <a:r>
              <a:t/>
            </a:r>
            <a:endParaRPr/>
          </a:p>
        </p:txBody>
      </p:sp>
      <p:sp>
        <p:nvSpPr>
          <p:cNvPr id="3393" name="Google Shape;3393;p249"/>
          <p:cNvSpPr txBox="1"/>
          <p:nvPr>
            <p:ph idx="4" type="subTitle"/>
          </p:nvPr>
        </p:nvSpPr>
        <p:spPr>
          <a:xfrm>
            <a:off x="828813"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Baltimore</a:t>
            </a:r>
            <a:endParaRPr/>
          </a:p>
        </p:txBody>
      </p:sp>
      <p:sp>
        <p:nvSpPr>
          <p:cNvPr id="3394" name="Google Shape;3394;p249"/>
          <p:cNvSpPr txBox="1"/>
          <p:nvPr>
            <p:ph idx="5" type="subTitle"/>
          </p:nvPr>
        </p:nvSpPr>
        <p:spPr>
          <a:xfrm>
            <a:off x="3451797"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Baton Rouge </a:t>
            </a:r>
            <a:endParaRPr/>
          </a:p>
        </p:txBody>
      </p:sp>
      <p:sp>
        <p:nvSpPr>
          <p:cNvPr id="3395" name="Google Shape;3395;p249"/>
          <p:cNvSpPr txBox="1"/>
          <p:nvPr>
            <p:ph idx="6" type="subTitle"/>
          </p:nvPr>
        </p:nvSpPr>
        <p:spPr>
          <a:xfrm>
            <a:off x="6074772"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St. Louis</a:t>
            </a:r>
            <a:endParaRPr/>
          </a:p>
        </p:txBody>
      </p:sp>
      <p:grpSp>
        <p:nvGrpSpPr>
          <p:cNvPr id="3396" name="Google Shape;3396;p249"/>
          <p:cNvGrpSpPr/>
          <p:nvPr/>
        </p:nvGrpSpPr>
        <p:grpSpPr>
          <a:xfrm>
            <a:off x="1559827" y="1808957"/>
            <a:ext cx="778376" cy="778427"/>
            <a:chOff x="3248909" y="3144907"/>
            <a:chExt cx="474764" cy="474795"/>
          </a:xfrm>
        </p:grpSpPr>
        <p:sp>
          <p:nvSpPr>
            <p:cNvPr id="3397" name="Google Shape;3397;p249"/>
            <p:cNvSpPr/>
            <p:nvPr/>
          </p:nvSpPr>
          <p:spPr>
            <a:xfrm rot="-3598113">
              <a:off x="3265857" y="320830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398" name="Google Shape;3398;p249"/>
            <p:cNvSpPr/>
            <p:nvPr/>
          </p:nvSpPr>
          <p:spPr>
            <a:xfrm rot="-1801887">
              <a:off x="3265841" y="333501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399" name="Google Shape;3399;p249"/>
            <p:cNvSpPr/>
            <p:nvPr/>
          </p:nvSpPr>
          <p:spPr>
            <a:xfrm>
              <a:off x="3375623" y="3144907"/>
              <a:ext cx="27831" cy="27835"/>
            </a:xfrm>
            <a:custGeom>
              <a:rect b="b" l="l" r="r" t="t"/>
              <a:pathLst>
                <a:path extrusionOk="0" h="26384" w="26380">
                  <a:moveTo>
                    <a:pt x="0" y="0"/>
                  </a:moveTo>
                  <a:lnTo>
                    <a:pt x="26381" y="0"/>
                  </a:lnTo>
                  <a:lnTo>
                    <a:pt x="26381"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0" name="Google Shape;3400;p249"/>
            <p:cNvSpPr/>
            <p:nvPr/>
          </p:nvSpPr>
          <p:spPr>
            <a:xfrm>
              <a:off x="3248909" y="3156776"/>
              <a:ext cx="240405" cy="257600"/>
            </a:xfrm>
            <a:custGeom>
              <a:rect b="b" l="l" r="r" t="t"/>
              <a:pathLst>
                <a:path extrusionOk="0" h="244171" w="227872">
                  <a:moveTo>
                    <a:pt x="191584" y="47633"/>
                  </a:moveTo>
                  <a:lnTo>
                    <a:pt x="211458" y="13204"/>
                  </a:lnTo>
                  <a:lnTo>
                    <a:pt x="188618" y="12"/>
                  </a:lnTo>
                  <a:lnTo>
                    <a:pt x="168744" y="34418"/>
                  </a:lnTo>
                  <a:cubicBezTo>
                    <a:pt x="157817" y="29997"/>
                    <a:pt x="145880" y="27546"/>
                    <a:pt x="133370" y="27546"/>
                  </a:cubicBezTo>
                  <a:cubicBezTo>
                    <a:pt x="120860" y="27546"/>
                    <a:pt x="108924" y="29997"/>
                    <a:pt x="97985" y="34418"/>
                  </a:cubicBezTo>
                  <a:lnTo>
                    <a:pt x="78111" y="0"/>
                  </a:lnTo>
                  <a:lnTo>
                    <a:pt x="55259" y="13192"/>
                  </a:lnTo>
                  <a:lnTo>
                    <a:pt x="75133" y="47633"/>
                  </a:lnTo>
                  <a:cubicBezTo>
                    <a:pt x="56314" y="62374"/>
                    <a:pt x="43218" y="84091"/>
                    <a:pt x="39747" y="108893"/>
                  </a:cubicBezTo>
                  <a:lnTo>
                    <a:pt x="0" y="108893"/>
                  </a:lnTo>
                  <a:lnTo>
                    <a:pt x="0" y="135278"/>
                  </a:lnTo>
                  <a:lnTo>
                    <a:pt x="39747" y="135278"/>
                  </a:lnTo>
                  <a:cubicBezTo>
                    <a:pt x="43218" y="160092"/>
                    <a:pt x="56303" y="181798"/>
                    <a:pt x="75121" y="196538"/>
                  </a:cubicBezTo>
                  <a:lnTo>
                    <a:pt x="55236" y="230979"/>
                  </a:lnTo>
                  <a:lnTo>
                    <a:pt x="78088" y="244171"/>
                  </a:lnTo>
                  <a:lnTo>
                    <a:pt x="97961" y="209754"/>
                  </a:lnTo>
                  <a:cubicBezTo>
                    <a:pt x="108889" y="214175"/>
                    <a:pt x="120836" y="216626"/>
                    <a:pt x="133347" y="216626"/>
                  </a:cubicBezTo>
                  <a:cubicBezTo>
                    <a:pt x="185546" y="216626"/>
                    <a:pt x="227872" y="174293"/>
                    <a:pt x="227872" y="122086"/>
                  </a:cubicBezTo>
                  <a:cubicBezTo>
                    <a:pt x="227896" y="91854"/>
                    <a:pt x="213685" y="64942"/>
                    <a:pt x="191584" y="47633"/>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1" name="Google Shape;3401;p249"/>
            <p:cNvSpPr/>
            <p:nvPr/>
          </p:nvSpPr>
          <p:spPr>
            <a:xfrm rot="-1801887">
              <a:off x="3485251" y="3208246"/>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2" name="Google Shape;3402;p249"/>
            <p:cNvSpPr/>
            <p:nvPr/>
          </p:nvSpPr>
          <p:spPr>
            <a:xfrm>
              <a:off x="3389543" y="3144907"/>
              <a:ext cx="13903" cy="27835"/>
            </a:xfrm>
            <a:custGeom>
              <a:rect b="b" l="l" r="r" t="t"/>
              <a:pathLst>
                <a:path extrusionOk="0" h="26384" w="13178">
                  <a:moveTo>
                    <a:pt x="0" y="0"/>
                  </a:moveTo>
                  <a:lnTo>
                    <a:pt x="13179" y="0"/>
                  </a:lnTo>
                  <a:lnTo>
                    <a:pt x="13179"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3" name="Google Shape;3403;p249"/>
            <p:cNvSpPr/>
            <p:nvPr/>
          </p:nvSpPr>
          <p:spPr>
            <a:xfrm>
              <a:off x="3389543" y="3185820"/>
              <a:ext cx="99724" cy="199478"/>
            </a:xfrm>
            <a:custGeom>
              <a:rect b="b" l="l" r="r" t="t"/>
              <a:pathLst>
                <a:path extrusionOk="0" h="189079" w="94525">
                  <a:moveTo>
                    <a:pt x="0" y="0"/>
                  </a:moveTo>
                  <a:lnTo>
                    <a:pt x="0" y="189080"/>
                  </a:lnTo>
                  <a:cubicBezTo>
                    <a:pt x="52199" y="189080"/>
                    <a:pt x="94526" y="146747"/>
                    <a:pt x="94526" y="94540"/>
                  </a:cubicBezTo>
                  <a:cubicBezTo>
                    <a:pt x="94514" y="42333"/>
                    <a:pt x="52199" y="0"/>
                    <a:pt x="0" y="0"/>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4" name="Google Shape;3404;p249"/>
            <p:cNvSpPr/>
            <p:nvPr/>
          </p:nvSpPr>
          <p:spPr>
            <a:xfrm>
              <a:off x="3496625" y="3591867"/>
              <a:ext cx="27831" cy="27835"/>
            </a:xfrm>
            <a:custGeom>
              <a:rect b="b" l="l" r="r" t="t"/>
              <a:pathLst>
                <a:path extrusionOk="0" h="26384" w="26380">
                  <a:moveTo>
                    <a:pt x="0" y="0"/>
                  </a:moveTo>
                  <a:lnTo>
                    <a:pt x="0" y="26385"/>
                  </a:lnTo>
                  <a:lnTo>
                    <a:pt x="13179" y="26385"/>
                  </a:lnTo>
                  <a:lnTo>
                    <a:pt x="26381" y="26385"/>
                  </a:lnTo>
                  <a:lnTo>
                    <a:pt x="26381" y="0"/>
                  </a:lnTo>
                  <a:lnTo>
                    <a:pt x="13179" y="0"/>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5" name="Google Shape;3405;p249"/>
            <p:cNvSpPr/>
            <p:nvPr/>
          </p:nvSpPr>
          <p:spPr>
            <a:xfrm rot="-907440">
              <a:off x="3548424" y="358492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6" name="Google Shape;3406;p249"/>
            <p:cNvSpPr/>
            <p:nvPr/>
          </p:nvSpPr>
          <p:spPr>
            <a:xfrm rot="-1801887">
              <a:off x="3596147" y="35651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7" name="Google Shape;3407;p249"/>
            <p:cNvSpPr/>
            <p:nvPr/>
          </p:nvSpPr>
          <p:spPr>
            <a:xfrm rot="-2700000">
              <a:off x="3637388" y="3533457"/>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8" name="Google Shape;3408;p249"/>
            <p:cNvSpPr/>
            <p:nvPr/>
          </p:nvSpPr>
          <p:spPr>
            <a:xfrm rot="-3598113">
              <a:off x="3669080" y="3492295"/>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9" name="Google Shape;3409;p249"/>
            <p:cNvSpPr/>
            <p:nvPr/>
          </p:nvSpPr>
          <p:spPr>
            <a:xfrm rot="-4492560">
              <a:off x="3689364" y="3444314"/>
              <a:ext cx="27806" cy="27823"/>
            </a:xfrm>
            <a:custGeom>
              <a:rect b="b" l="l" r="r" t="t"/>
              <a:pathLst>
                <a:path extrusionOk="0" h="26397" w="26381">
                  <a:moveTo>
                    <a:pt x="0" y="0"/>
                  </a:moveTo>
                  <a:lnTo>
                    <a:pt x="26382" y="0"/>
                  </a:lnTo>
                  <a:lnTo>
                    <a:pt x="26382" y="26397"/>
                  </a:lnTo>
                  <a:lnTo>
                    <a:pt x="0" y="26397"/>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0" name="Google Shape;3410;p249"/>
            <p:cNvSpPr/>
            <p:nvPr/>
          </p:nvSpPr>
          <p:spPr>
            <a:xfrm>
              <a:off x="3695843" y="3392609"/>
              <a:ext cx="27831" cy="27835"/>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1" name="Google Shape;3411;p249"/>
            <p:cNvSpPr/>
            <p:nvPr/>
          </p:nvSpPr>
          <p:spPr>
            <a:xfrm rot="-907440">
              <a:off x="3689269" y="3340817"/>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2" name="Google Shape;3412;p249"/>
            <p:cNvSpPr/>
            <p:nvPr/>
          </p:nvSpPr>
          <p:spPr>
            <a:xfrm rot="-907440">
              <a:off x="3304345" y="344415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3" name="Google Shape;3413;p249"/>
            <p:cNvSpPr/>
            <p:nvPr/>
          </p:nvSpPr>
          <p:spPr>
            <a:xfrm rot="-1801887">
              <a:off x="3669058" y="3293062"/>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4" name="Google Shape;3414;p249"/>
            <p:cNvSpPr/>
            <p:nvPr/>
          </p:nvSpPr>
          <p:spPr>
            <a:xfrm rot="-1801887">
              <a:off x="3324010" y="3492210"/>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5" name="Google Shape;3415;p249"/>
            <p:cNvSpPr/>
            <p:nvPr/>
          </p:nvSpPr>
          <p:spPr>
            <a:xfrm rot="-2700000">
              <a:off x="3637426" y="3251711"/>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6" name="Google Shape;3416;p249"/>
            <p:cNvSpPr/>
            <p:nvPr/>
          </p:nvSpPr>
          <p:spPr>
            <a:xfrm rot="-2700000">
              <a:off x="3355663" y="3533330"/>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7" name="Google Shape;3417;p249"/>
            <p:cNvSpPr/>
            <p:nvPr/>
          </p:nvSpPr>
          <p:spPr>
            <a:xfrm rot="-3598113">
              <a:off x="3596117" y="32200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8" name="Google Shape;3418;p249"/>
            <p:cNvSpPr/>
            <p:nvPr/>
          </p:nvSpPr>
          <p:spPr>
            <a:xfrm rot="-3598113">
              <a:off x="3396896" y="3565148"/>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9" name="Google Shape;3419;p249"/>
            <p:cNvSpPr/>
            <p:nvPr/>
          </p:nvSpPr>
          <p:spPr>
            <a:xfrm rot="-4492560">
              <a:off x="3548303" y="320011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0" name="Google Shape;3420;p249"/>
            <p:cNvSpPr/>
            <p:nvPr/>
          </p:nvSpPr>
          <p:spPr>
            <a:xfrm rot="-4492560">
              <a:off x="3445210" y="3585136"/>
              <a:ext cx="27806" cy="27810"/>
            </a:xfrm>
            <a:custGeom>
              <a:rect b="b" l="l" r="r" t="t"/>
              <a:pathLst>
                <a:path extrusionOk="0" h="26385" w="26381">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1" name="Google Shape;3421;p249"/>
            <p:cNvSpPr/>
            <p:nvPr/>
          </p:nvSpPr>
          <p:spPr>
            <a:xfrm>
              <a:off x="3362185" y="3258137"/>
              <a:ext cx="296873" cy="284570"/>
            </a:xfrm>
            <a:custGeom>
              <a:rect b="b" l="l" r="r" t="t"/>
              <a:pathLst>
                <a:path extrusionOk="0" h="269735" w="281396">
                  <a:moveTo>
                    <a:pt x="0" y="140731"/>
                  </a:moveTo>
                  <a:cubicBezTo>
                    <a:pt x="0" y="150370"/>
                    <a:pt x="961" y="159787"/>
                    <a:pt x="2814" y="168875"/>
                  </a:cubicBezTo>
                  <a:cubicBezTo>
                    <a:pt x="12018" y="214234"/>
                    <a:pt x="43030" y="251653"/>
                    <a:pt x="84419" y="269736"/>
                  </a:cubicBezTo>
                  <a:lnTo>
                    <a:pt x="140698" y="240501"/>
                  </a:lnTo>
                  <a:lnTo>
                    <a:pt x="278582" y="168863"/>
                  </a:lnTo>
                  <a:cubicBezTo>
                    <a:pt x="280435" y="159775"/>
                    <a:pt x="281396" y="150359"/>
                    <a:pt x="281396" y="140719"/>
                  </a:cubicBezTo>
                  <a:cubicBezTo>
                    <a:pt x="281396" y="62995"/>
                    <a:pt x="218410" y="0"/>
                    <a:pt x="140698" y="0"/>
                  </a:cubicBezTo>
                  <a:lnTo>
                    <a:pt x="0" y="140731"/>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2" name="Google Shape;3422;p249"/>
            <p:cNvSpPr/>
            <p:nvPr/>
          </p:nvSpPr>
          <p:spPr>
            <a:xfrm>
              <a:off x="3362185" y="3258150"/>
              <a:ext cx="207811" cy="178150"/>
            </a:xfrm>
            <a:custGeom>
              <a:rect b="b" l="l" r="r" t="t"/>
              <a:pathLst>
                <a:path extrusionOk="0" h="168863" w="196977">
                  <a:moveTo>
                    <a:pt x="112559" y="112575"/>
                  </a:moveTo>
                  <a:lnTo>
                    <a:pt x="140698" y="112575"/>
                  </a:lnTo>
                  <a:lnTo>
                    <a:pt x="168838" y="112575"/>
                  </a:lnTo>
                  <a:cubicBezTo>
                    <a:pt x="184373" y="112575"/>
                    <a:pt x="196977" y="99969"/>
                    <a:pt x="196977" y="84432"/>
                  </a:cubicBezTo>
                  <a:cubicBezTo>
                    <a:pt x="196848" y="68612"/>
                    <a:pt x="183834" y="56217"/>
                    <a:pt x="168838" y="56288"/>
                  </a:cubicBezTo>
                  <a:cubicBezTo>
                    <a:pt x="152587" y="56206"/>
                    <a:pt x="140733" y="42626"/>
                    <a:pt x="140698" y="28144"/>
                  </a:cubicBezTo>
                  <a:lnTo>
                    <a:pt x="140698" y="0"/>
                  </a:lnTo>
                  <a:cubicBezTo>
                    <a:pt x="62986" y="0"/>
                    <a:pt x="0" y="62995"/>
                    <a:pt x="0" y="140719"/>
                  </a:cubicBezTo>
                  <a:cubicBezTo>
                    <a:pt x="0" y="150359"/>
                    <a:pt x="961" y="159775"/>
                    <a:pt x="2814" y="168863"/>
                  </a:cubicBezTo>
                  <a:lnTo>
                    <a:pt x="56279" y="168863"/>
                  </a:lnTo>
                  <a:cubicBezTo>
                    <a:pt x="71815" y="168863"/>
                    <a:pt x="84419" y="156257"/>
                    <a:pt x="84419" y="140719"/>
                  </a:cubicBezTo>
                  <a:cubicBezTo>
                    <a:pt x="84548" y="124912"/>
                    <a:pt x="97551" y="112505"/>
                    <a:pt x="112559" y="112575"/>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3" name="Google Shape;3423;p249"/>
            <p:cNvSpPr/>
            <p:nvPr/>
          </p:nvSpPr>
          <p:spPr>
            <a:xfrm>
              <a:off x="3451193" y="3436192"/>
              <a:ext cx="204842" cy="118767"/>
            </a:xfrm>
            <a:custGeom>
              <a:rect b="b" l="l" r="r" t="t"/>
              <a:pathLst>
                <a:path extrusionOk="0" h="112575" w="194163">
                  <a:moveTo>
                    <a:pt x="84419" y="28144"/>
                  </a:moveTo>
                  <a:cubicBezTo>
                    <a:pt x="84290" y="43951"/>
                    <a:pt x="71275" y="56358"/>
                    <a:pt x="56279" y="56288"/>
                  </a:cubicBezTo>
                  <a:lnTo>
                    <a:pt x="28140" y="56288"/>
                  </a:lnTo>
                  <a:cubicBezTo>
                    <a:pt x="12604" y="56288"/>
                    <a:pt x="0" y="68894"/>
                    <a:pt x="0" y="84432"/>
                  </a:cubicBezTo>
                  <a:lnTo>
                    <a:pt x="0" y="100861"/>
                  </a:lnTo>
                  <a:cubicBezTo>
                    <a:pt x="17235" y="108389"/>
                    <a:pt x="36277" y="112575"/>
                    <a:pt x="56279" y="112575"/>
                  </a:cubicBezTo>
                  <a:cubicBezTo>
                    <a:pt x="124353" y="112575"/>
                    <a:pt x="181125" y="64238"/>
                    <a:pt x="194163" y="0"/>
                  </a:cubicBezTo>
                  <a:lnTo>
                    <a:pt x="112559" y="0"/>
                  </a:lnTo>
                  <a:cubicBezTo>
                    <a:pt x="97011" y="0"/>
                    <a:pt x="84419" y="12606"/>
                    <a:pt x="84419" y="28144"/>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grpSp>
      <p:grpSp>
        <p:nvGrpSpPr>
          <p:cNvPr id="3424" name="Google Shape;3424;p249"/>
          <p:cNvGrpSpPr/>
          <p:nvPr/>
        </p:nvGrpSpPr>
        <p:grpSpPr>
          <a:xfrm>
            <a:off x="4182813" y="1809047"/>
            <a:ext cx="778370" cy="778218"/>
            <a:chOff x="7948879" y="3144895"/>
            <a:chExt cx="474992" cy="474899"/>
          </a:xfrm>
        </p:grpSpPr>
        <p:sp>
          <p:nvSpPr>
            <p:cNvPr id="3425" name="Google Shape;3425;p249"/>
            <p:cNvSpPr/>
            <p:nvPr/>
          </p:nvSpPr>
          <p:spPr>
            <a:xfrm>
              <a:off x="8186234" y="3313676"/>
              <a:ext cx="207811" cy="87219"/>
            </a:xfrm>
            <a:custGeom>
              <a:rect b="b" l="l" r="r" t="t"/>
              <a:pathLst>
                <a:path extrusionOk="0" h="82672" w="196977">
                  <a:moveTo>
                    <a:pt x="196977" y="28144"/>
                  </a:moveTo>
                  <a:lnTo>
                    <a:pt x="196977" y="82673"/>
                  </a:lnTo>
                  <a:lnTo>
                    <a:pt x="0" y="82673"/>
                  </a:lnTo>
                  <a:lnTo>
                    <a:pt x="0" y="14072"/>
                  </a:lnTo>
                  <a:cubicBezTo>
                    <a:pt x="15535" y="14072"/>
                    <a:pt x="28140" y="26678"/>
                    <a:pt x="28140" y="42216"/>
                  </a:cubicBezTo>
                  <a:lnTo>
                    <a:pt x="28140" y="28144"/>
                  </a:lnTo>
                  <a:cubicBezTo>
                    <a:pt x="28069" y="13134"/>
                    <a:pt x="40462" y="129"/>
                    <a:pt x="56279" y="0"/>
                  </a:cubicBezTo>
                  <a:cubicBezTo>
                    <a:pt x="71815" y="0"/>
                    <a:pt x="84419" y="12606"/>
                    <a:pt x="84419" y="28144"/>
                  </a:cubicBezTo>
                  <a:lnTo>
                    <a:pt x="84419" y="42216"/>
                  </a:lnTo>
                  <a:cubicBezTo>
                    <a:pt x="84348" y="27206"/>
                    <a:pt x="96741" y="14201"/>
                    <a:pt x="112559" y="14072"/>
                  </a:cubicBezTo>
                  <a:cubicBezTo>
                    <a:pt x="128094" y="14072"/>
                    <a:pt x="140698" y="26678"/>
                    <a:pt x="140698" y="42216"/>
                  </a:cubicBezTo>
                  <a:lnTo>
                    <a:pt x="140698" y="28144"/>
                  </a:lnTo>
                  <a:cubicBezTo>
                    <a:pt x="140698" y="12606"/>
                    <a:pt x="153302" y="0"/>
                    <a:pt x="168838" y="0"/>
                  </a:cubicBezTo>
                  <a:cubicBezTo>
                    <a:pt x="184385" y="0"/>
                    <a:pt x="196977" y="12594"/>
                    <a:pt x="196977" y="28144"/>
                  </a:cubicBezTo>
                  <a:lnTo>
                    <a:pt x="196977" y="28144"/>
                  </a:lnTo>
                  <a:close/>
                </a:path>
              </a:pathLst>
            </a:custGeom>
            <a:solidFill>
              <a:srgbClr val="3BA57C"/>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6" name="Google Shape;3426;p249"/>
            <p:cNvSpPr/>
            <p:nvPr/>
          </p:nvSpPr>
          <p:spPr>
            <a:xfrm>
              <a:off x="8172327"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7" name="Google Shape;3427;p249"/>
            <p:cNvSpPr/>
            <p:nvPr/>
          </p:nvSpPr>
          <p:spPr>
            <a:xfrm>
              <a:off x="8291004"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8" name="Google Shape;3428;p249"/>
            <p:cNvSpPr/>
            <p:nvPr/>
          </p:nvSpPr>
          <p:spPr>
            <a:xfrm>
              <a:off x="8053649"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9" name="Google Shape;3429;p249"/>
            <p:cNvSpPr/>
            <p:nvPr/>
          </p:nvSpPr>
          <p:spPr>
            <a:xfrm>
              <a:off x="7956359" y="3382297"/>
              <a:ext cx="467513" cy="230049"/>
            </a:xfrm>
            <a:custGeom>
              <a:rect b="b" l="l" r="r" t="t"/>
              <a:pathLst>
                <a:path extrusionOk="0" h="218056" w="443140">
                  <a:moveTo>
                    <a:pt x="218024" y="0"/>
                  </a:moveTo>
                  <a:lnTo>
                    <a:pt x="161744" y="0"/>
                  </a:lnTo>
                  <a:cubicBezTo>
                    <a:pt x="100881" y="0"/>
                    <a:pt x="0" y="56288"/>
                    <a:pt x="0" y="56288"/>
                  </a:cubicBezTo>
                  <a:cubicBezTo>
                    <a:pt x="20355" y="135407"/>
                    <a:pt x="82637" y="197699"/>
                    <a:pt x="161744" y="218056"/>
                  </a:cubicBezTo>
                  <a:lnTo>
                    <a:pt x="218024" y="211958"/>
                  </a:lnTo>
                  <a:lnTo>
                    <a:pt x="436047" y="56288"/>
                  </a:lnTo>
                  <a:cubicBezTo>
                    <a:pt x="440678" y="38299"/>
                    <a:pt x="443141" y="19431"/>
                    <a:pt x="443141" y="0"/>
                  </a:cubicBezTo>
                  <a:lnTo>
                    <a:pt x="218024" y="0"/>
                  </a:lnTo>
                  <a:close/>
                </a:path>
              </a:pathLst>
            </a:custGeom>
            <a:solidFill>
              <a:srgbClr val="699257"/>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0" name="Google Shape;3430;p249"/>
            <p:cNvSpPr/>
            <p:nvPr/>
          </p:nvSpPr>
          <p:spPr>
            <a:xfrm>
              <a:off x="7948879" y="3313676"/>
              <a:ext cx="445309" cy="128045"/>
            </a:xfrm>
            <a:custGeom>
              <a:rect b="b" l="l" r="r" t="t"/>
              <a:pathLst>
                <a:path extrusionOk="0" h="121370" w="422094">
                  <a:moveTo>
                    <a:pt x="422094" y="82673"/>
                  </a:moveTo>
                  <a:lnTo>
                    <a:pt x="422094" y="28144"/>
                  </a:lnTo>
                  <a:cubicBezTo>
                    <a:pt x="422094" y="12606"/>
                    <a:pt x="409490" y="0"/>
                    <a:pt x="393955" y="0"/>
                  </a:cubicBezTo>
                  <a:cubicBezTo>
                    <a:pt x="378419" y="0"/>
                    <a:pt x="365815" y="12606"/>
                    <a:pt x="365815" y="28144"/>
                  </a:cubicBezTo>
                  <a:lnTo>
                    <a:pt x="365815" y="42216"/>
                  </a:lnTo>
                  <a:cubicBezTo>
                    <a:pt x="365815" y="26678"/>
                    <a:pt x="353211" y="14072"/>
                    <a:pt x="337676" y="14072"/>
                  </a:cubicBezTo>
                  <a:cubicBezTo>
                    <a:pt x="321858" y="14201"/>
                    <a:pt x="309466" y="27206"/>
                    <a:pt x="309536" y="42216"/>
                  </a:cubicBezTo>
                  <a:lnTo>
                    <a:pt x="309536" y="28144"/>
                  </a:lnTo>
                  <a:cubicBezTo>
                    <a:pt x="309536" y="12606"/>
                    <a:pt x="296932" y="0"/>
                    <a:pt x="281396" y="0"/>
                  </a:cubicBezTo>
                  <a:cubicBezTo>
                    <a:pt x="265579" y="129"/>
                    <a:pt x="253186" y="13134"/>
                    <a:pt x="253257" y="28144"/>
                  </a:cubicBezTo>
                  <a:lnTo>
                    <a:pt x="253257" y="42216"/>
                  </a:lnTo>
                  <a:cubicBezTo>
                    <a:pt x="253257" y="26678"/>
                    <a:pt x="240652" y="14072"/>
                    <a:pt x="225117" y="14072"/>
                  </a:cubicBezTo>
                  <a:cubicBezTo>
                    <a:pt x="209300" y="14201"/>
                    <a:pt x="196907" y="27206"/>
                    <a:pt x="196977" y="42216"/>
                  </a:cubicBezTo>
                  <a:lnTo>
                    <a:pt x="196977" y="28144"/>
                  </a:lnTo>
                  <a:cubicBezTo>
                    <a:pt x="196977" y="12606"/>
                    <a:pt x="184373" y="0"/>
                    <a:pt x="168838" y="0"/>
                  </a:cubicBezTo>
                  <a:cubicBezTo>
                    <a:pt x="153021" y="129"/>
                    <a:pt x="140628" y="13134"/>
                    <a:pt x="140698" y="28144"/>
                  </a:cubicBezTo>
                  <a:lnTo>
                    <a:pt x="140698" y="42216"/>
                  </a:lnTo>
                  <a:cubicBezTo>
                    <a:pt x="140698" y="26678"/>
                    <a:pt x="128094" y="14072"/>
                    <a:pt x="112559" y="14072"/>
                  </a:cubicBezTo>
                  <a:cubicBezTo>
                    <a:pt x="96741" y="14201"/>
                    <a:pt x="84348" y="27206"/>
                    <a:pt x="84419" y="42216"/>
                  </a:cubicBezTo>
                  <a:lnTo>
                    <a:pt x="84419" y="28144"/>
                  </a:lnTo>
                  <a:cubicBezTo>
                    <a:pt x="84419" y="12606"/>
                    <a:pt x="71815" y="0"/>
                    <a:pt x="56279" y="0"/>
                  </a:cubicBezTo>
                  <a:cubicBezTo>
                    <a:pt x="40462" y="129"/>
                    <a:pt x="28069" y="13134"/>
                    <a:pt x="28140" y="28144"/>
                  </a:cubicBezTo>
                  <a:lnTo>
                    <a:pt x="28140" y="65083"/>
                  </a:lnTo>
                  <a:lnTo>
                    <a:pt x="0" y="65083"/>
                  </a:lnTo>
                  <a:cubicBezTo>
                    <a:pt x="0" y="84514"/>
                    <a:pt x="2462" y="103382"/>
                    <a:pt x="7093" y="121370"/>
                  </a:cubicBezTo>
                  <a:lnTo>
                    <a:pt x="112559" y="121370"/>
                  </a:lnTo>
                  <a:cubicBezTo>
                    <a:pt x="128375" y="121241"/>
                    <a:pt x="140769" y="108237"/>
                    <a:pt x="140698" y="93227"/>
                  </a:cubicBezTo>
                  <a:cubicBezTo>
                    <a:pt x="140698" y="89497"/>
                    <a:pt x="141437" y="85933"/>
                    <a:pt x="142750" y="82673"/>
                  </a:cubicBezTo>
                  <a:lnTo>
                    <a:pt x="422094" y="82673"/>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1" name="Google Shape;3431;p249"/>
            <p:cNvSpPr/>
            <p:nvPr/>
          </p:nvSpPr>
          <p:spPr>
            <a:xfrm>
              <a:off x="8138058" y="3144907"/>
              <a:ext cx="96409" cy="141357"/>
            </a:xfrm>
            <a:custGeom>
              <a:rect b="b" l="l" r="r" t="t"/>
              <a:pathLst>
                <a:path extrusionOk="0" h="133988" w="91383">
                  <a:moveTo>
                    <a:pt x="0" y="45699"/>
                  </a:moveTo>
                  <a:lnTo>
                    <a:pt x="0" y="88301"/>
                  </a:lnTo>
                  <a:cubicBezTo>
                    <a:pt x="0" y="113525"/>
                    <a:pt x="20460" y="133988"/>
                    <a:pt x="45692" y="133988"/>
                  </a:cubicBezTo>
                  <a:cubicBezTo>
                    <a:pt x="70924" y="133988"/>
                    <a:pt x="91383" y="113525"/>
                    <a:pt x="91383" y="88301"/>
                  </a:cubicBezTo>
                  <a:lnTo>
                    <a:pt x="91383" y="45699"/>
                  </a:lnTo>
                  <a:cubicBezTo>
                    <a:pt x="91383" y="20158"/>
                    <a:pt x="70314" y="-23"/>
                    <a:pt x="45692" y="0"/>
                  </a:cubicBezTo>
                  <a:cubicBezTo>
                    <a:pt x="20460" y="0"/>
                    <a:pt x="0" y="20451"/>
                    <a:pt x="0" y="45699"/>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2" name="Google Shape;3432;p249"/>
            <p:cNvSpPr/>
            <p:nvPr/>
          </p:nvSpPr>
          <p:spPr>
            <a:xfrm>
              <a:off x="8035440" y="3144907"/>
              <a:ext cx="64298" cy="141357"/>
            </a:xfrm>
            <a:custGeom>
              <a:rect b="b" l="l" r="r" t="t"/>
              <a:pathLst>
                <a:path extrusionOk="0" h="133988" w="60946">
                  <a:moveTo>
                    <a:pt x="0" y="103534"/>
                  </a:move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0"/>
                    <a:pt x="0" y="24180"/>
                    <a:pt x="0" y="71673"/>
                  </a:cubicBezTo>
                  <a:lnTo>
                    <a:pt x="0" y="103534"/>
                  </a:ln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3" name="Google Shape;3433;p249"/>
            <p:cNvSpPr/>
            <p:nvPr/>
          </p:nvSpPr>
          <p:spPr>
            <a:xfrm>
              <a:off x="8272795" y="3144895"/>
              <a:ext cx="64298" cy="141357"/>
            </a:xfrm>
            <a:custGeom>
              <a:rect b="b" l="l" r="r" t="t"/>
              <a:pathLst>
                <a:path extrusionOk="0" h="133988" w="60946">
                  <a:moveTo>
                    <a:pt x="0" y="71673"/>
                  </a:moveTo>
                  <a:lnTo>
                    <a:pt x="0" y="103534"/>
                  </a:ln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12"/>
                    <a:pt x="0" y="24180"/>
                    <a:pt x="0" y="71673"/>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4" name="Google Shape;3434;p249"/>
            <p:cNvSpPr/>
            <p:nvPr/>
          </p:nvSpPr>
          <p:spPr>
            <a:xfrm>
              <a:off x="8126896" y="3441644"/>
              <a:ext cx="289389" cy="178150"/>
            </a:xfrm>
            <a:custGeom>
              <a:rect b="b" l="l" r="r" t="t"/>
              <a:pathLst>
                <a:path extrusionOk="0" h="168863" w="274302">
                  <a:moveTo>
                    <a:pt x="84419" y="0"/>
                  </a:moveTo>
                  <a:cubicBezTo>
                    <a:pt x="68649" y="129"/>
                    <a:pt x="56279" y="13075"/>
                    <a:pt x="56279" y="28027"/>
                  </a:cubicBezTo>
                  <a:lnTo>
                    <a:pt x="56279" y="28144"/>
                  </a:lnTo>
                  <a:cubicBezTo>
                    <a:pt x="56408" y="43951"/>
                    <a:pt x="69411" y="56358"/>
                    <a:pt x="84419" y="56288"/>
                  </a:cubicBezTo>
                  <a:cubicBezTo>
                    <a:pt x="100224" y="56417"/>
                    <a:pt x="112629" y="69421"/>
                    <a:pt x="112559" y="84432"/>
                  </a:cubicBezTo>
                  <a:cubicBezTo>
                    <a:pt x="112559" y="99969"/>
                    <a:pt x="99954" y="112575"/>
                    <a:pt x="84419" y="112575"/>
                  </a:cubicBezTo>
                  <a:lnTo>
                    <a:pt x="56279" y="112575"/>
                  </a:lnTo>
                  <a:lnTo>
                    <a:pt x="28140" y="112575"/>
                  </a:lnTo>
                  <a:cubicBezTo>
                    <a:pt x="12604" y="112575"/>
                    <a:pt x="0" y="125170"/>
                    <a:pt x="0" y="140719"/>
                  </a:cubicBezTo>
                  <a:lnTo>
                    <a:pt x="0" y="161769"/>
                  </a:lnTo>
                  <a:cubicBezTo>
                    <a:pt x="17986" y="166401"/>
                    <a:pt x="36851" y="168863"/>
                    <a:pt x="56279" y="168863"/>
                  </a:cubicBezTo>
                  <a:cubicBezTo>
                    <a:pt x="161170" y="168863"/>
                    <a:pt x="249317" y="97108"/>
                    <a:pt x="274302" y="0"/>
                  </a:cubicBezTo>
                  <a:lnTo>
                    <a:pt x="84419" y="0"/>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grpSp>
        <p:nvGrpSpPr>
          <p:cNvPr id="3435" name="Google Shape;3435;p249"/>
          <p:cNvGrpSpPr/>
          <p:nvPr/>
        </p:nvGrpSpPr>
        <p:grpSpPr>
          <a:xfrm>
            <a:off x="6805805" y="1838340"/>
            <a:ext cx="778377" cy="778031"/>
            <a:chOff x="2372092" y="1594938"/>
            <a:chExt cx="474997" cy="474814"/>
          </a:xfrm>
        </p:grpSpPr>
        <p:sp>
          <p:nvSpPr>
            <p:cNvPr id="3436" name="Google Shape;3436;p249"/>
            <p:cNvSpPr/>
            <p:nvPr/>
          </p:nvSpPr>
          <p:spPr>
            <a:xfrm>
              <a:off x="2735184" y="1692652"/>
              <a:ext cx="27831" cy="64801"/>
            </a:xfrm>
            <a:custGeom>
              <a:rect b="b" l="l" r="r" t="t"/>
              <a:pathLst>
                <a:path extrusionOk="0" h="61423" w="26380">
                  <a:moveTo>
                    <a:pt x="0" y="0"/>
                  </a:moveTo>
                  <a:lnTo>
                    <a:pt x="26381" y="0"/>
                  </a:lnTo>
                  <a:lnTo>
                    <a:pt x="26381" y="61424"/>
                  </a:lnTo>
                  <a:lnTo>
                    <a:pt x="0" y="61424"/>
                  </a:lnTo>
                  <a:close/>
                </a:path>
              </a:pathLst>
            </a:custGeom>
            <a:solidFill>
              <a:srgbClr val="395400"/>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7" name="Google Shape;3437;p249"/>
            <p:cNvSpPr/>
            <p:nvPr/>
          </p:nvSpPr>
          <p:spPr>
            <a:xfrm>
              <a:off x="2693227" y="1678742"/>
              <a:ext cx="111785" cy="27835"/>
            </a:xfrm>
            <a:custGeom>
              <a:rect b="b" l="l" r="r" t="t"/>
              <a:pathLst>
                <a:path extrusionOk="0" h="26384" w="105957">
                  <a:moveTo>
                    <a:pt x="0" y="0"/>
                  </a:moveTo>
                  <a:lnTo>
                    <a:pt x="105957" y="0"/>
                  </a:lnTo>
                  <a:lnTo>
                    <a:pt x="105957" y="26385"/>
                  </a:lnTo>
                  <a:lnTo>
                    <a:pt x="0" y="26385"/>
                  </a:ln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8" name="Google Shape;3438;p249"/>
            <p:cNvSpPr/>
            <p:nvPr/>
          </p:nvSpPr>
          <p:spPr>
            <a:xfrm>
              <a:off x="2372092" y="1743308"/>
              <a:ext cx="474997" cy="319136"/>
            </a:xfrm>
            <a:custGeom>
              <a:rect b="b" l="l" r="r" t="t"/>
              <a:pathLst>
                <a:path extrusionOk="0" h="302499" w="450234">
                  <a:moveTo>
                    <a:pt x="422094" y="56288"/>
                  </a:moveTo>
                  <a:lnTo>
                    <a:pt x="385701" y="56288"/>
                  </a:lnTo>
                  <a:lnTo>
                    <a:pt x="385701" y="0"/>
                  </a:lnTo>
                  <a:lnTo>
                    <a:pt x="329421" y="0"/>
                  </a:lnTo>
                  <a:lnTo>
                    <a:pt x="329421" y="56288"/>
                  </a:lnTo>
                  <a:lnTo>
                    <a:pt x="281385" y="56288"/>
                  </a:lnTo>
                  <a:lnTo>
                    <a:pt x="281385" y="28144"/>
                  </a:lnTo>
                  <a:lnTo>
                    <a:pt x="209195" y="28144"/>
                  </a:lnTo>
                  <a:lnTo>
                    <a:pt x="209195" y="70430"/>
                  </a:lnTo>
                  <a:lnTo>
                    <a:pt x="144380" y="13380"/>
                  </a:lnTo>
                  <a:cubicBezTo>
                    <a:pt x="144380" y="13380"/>
                    <a:pt x="7094" y="28144"/>
                    <a:pt x="7094" y="28144"/>
                  </a:cubicBezTo>
                  <a:lnTo>
                    <a:pt x="7094" y="28156"/>
                  </a:lnTo>
                  <a:cubicBezTo>
                    <a:pt x="2462" y="46144"/>
                    <a:pt x="0" y="65012"/>
                    <a:pt x="0" y="84443"/>
                  </a:cubicBezTo>
                  <a:cubicBezTo>
                    <a:pt x="0" y="95490"/>
                    <a:pt x="13190" y="112587"/>
                    <a:pt x="13190" y="112587"/>
                  </a:cubicBezTo>
                  <a:cubicBezTo>
                    <a:pt x="13190" y="112587"/>
                    <a:pt x="5100" y="132968"/>
                    <a:pt x="7094" y="140731"/>
                  </a:cubicBezTo>
                  <a:cubicBezTo>
                    <a:pt x="27448" y="219851"/>
                    <a:pt x="89730" y="282142"/>
                    <a:pt x="168838" y="302500"/>
                  </a:cubicBezTo>
                  <a:lnTo>
                    <a:pt x="225117" y="253306"/>
                  </a:lnTo>
                  <a:lnTo>
                    <a:pt x="225117" y="140731"/>
                  </a:lnTo>
                  <a:lnTo>
                    <a:pt x="281396" y="140731"/>
                  </a:lnTo>
                  <a:lnTo>
                    <a:pt x="281396" y="112587"/>
                  </a:lnTo>
                  <a:lnTo>
                    <a:pt x="393955" y="112587"/>
                  </a:lnTo>
                  <a:lnTo>
                    <a:pt x="393955" y="168875"/>
                  </a:lnTo>
                  <a:lnTo>
                    <a:pt x="421755" y="168875"/>
                  </a:lnTo>
                  <a:lnTo>
                    <a:pt x="450234" y="168875"/>
                  </a:lnTo>
                  <a:lnTo>
                    <a:pt x="450234" y="84443"/>
                  </a:lnTo>
                  <a:cubicBezTo>
                    <a:pt x="450234" y="68894"/>
                    <a:pt x="437630" y="56288"/>
                    <a:pt x="422094" y="56288"/>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9" name="Google Shape;3439;p249"/>
            <p:cNvSpPr/>
            <p:nvPr/>
          </p:nvSpPr>
          <p:spPr>
            <a:xfrm>
              <a:off x="2786747" y="1921350"/>
              <a:ext cx="60092" cy="80649"/>
            </a:xfrm>
            <a:custGeom>
              <a:rect b="b" l="l" r="r" t="t"/>
              <a:pathLst>
                <a:path extrusionOk="0" h="76445" w="56959">
                  <a:moveTo>
                    <a:pt x="28480" y="76446"/>
                  </a:moveTo>
                  <a:cubicBezTo>
                    <a:pt x="44203" y="76446"/>
                    <a:pt x="56959" y="63687"/>
                    <a:pt x="56959" y="47974"/>
                  </a:cubicBezTo>
                  <a:cubicBezTo>
                    <a:pt x="56959" y="32248"/>
                    <a:pt x="28480" y="0"/>
                    <a:pt x="28480" y="0"/>
                  </a:cubicBezTo>
                  <a:cubicBezTo>
                    <a:pt x="28480" y="0"/>
                    <a:pt x="0" y="32236"/>
                    <a:pt x="0" y="47974"/>
                  </a:cubicBezTo>
                  <a:cubicBezTo>
                    <a:pt x="12" y="63699"/>
                    <a:pt x="12757" y="76446"/>
                    <a:pt x="28480" y="76446"/>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40" name="Google Shape;3440;p249"/>
            <p:cNvSpPr/>
            <p:nvPr/>
          </p:nvSpPr>
          <p:spPr>
            <a:xfrm>
              <a:off x="2372092" y="1594938"/>
              <a:ext cx="237498" cy="296917"/>
            </a:xfrm>
            <a:custGeom>
              <a:rect b="b" l="l" r="r" t="t"/>
              <a:pathLst>
                <a:path extrusionOk="0" h="281438" w="225117">
                  <a:moveTo>
                    <a:pt x="56279" y="225151"/>
                  </a:moveTo>
                  <a:lnTo>
                    <a:pt x="0" y="225151"/>
                  </a:lnTo>
                  <a:cubicBezTo>
                    <a:pt x="0" y="244582"/>
                    <a:pt x="2462" y="263450"/>
                    <a:pt x="7094" y="281439"/>
                  </a:cubicBezTo>
                  <a:lnTo>
                    <a:pt x="112559" y="281439"/>
                  </a:lnTo>
                  <a:cubicBezTo>
                    <a:pt x="128364" y="281310"/>
                    <a:pt x="140769" y="268305"/>
                    <a:pt x="140698" y="253295"/>
                  </a:cubicBezTo>
                  <a:cubicBezTo>
                    <a:pt x="140698" y="237745"/>
                    <a:pt x="153302" y="225151"/>
                    <a:pt x="168838" y="225151"/>
                  </a:cubicBezTo>
                  <a:lnTo>
                    <a:pt x="225117" y="225151"/>
                  </a:lnTo>
                  <a:lnTo>
                    <a:pt x="225117" y="0"/>
                  </a:lnTo>
                  <a:cubicBezTo>
                    <a:pt x="120227" y="0"/>
                    <a:pt x="32091" y="71743"/>
                    <a:pt x="7094" y="168851"/>
                  </a:cubicBezTo>
                  <a:lnTo>
                    <a:pt x="7094" y="168863"/>
                  </a:lnTo>
                  <a:lnTo>
                    <a:pt x="56279" y="168863"/>
                  </a:lnTo>
                  <a:cubicBezTo>
                    <a:pt x="72084" y="168992"/>
                    <a:pt x="84489" y="181997"/>
                    <a:pt x="84419" y="197007"/>
                  </a:cubicBezTo>
                  <a:cubicBezTo>
                    <a:pt x="84419" y="212545"/>
                    <a:pt x="71815" y="225151"/>
                    <a:pt x="56279" y="225151"/>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41" name="Google Shape;3441;p249"/>
            <p:cNvSpPr/>
            <p:nvPr/>
          </p:nvSpPr>
          <p:spPr>
            <a:xfrm>
              <a:off x="2550108" y="2010370"/>
              <a:ext cx="59374" cy="59383"/>
            </a:xfrm>
            <a:custGeom>
              <a:rect b="b" l="l" r="r" t="t"/>
              <a:pathLst>
                <a:path extrusionOk="0" h="56287" w="56279">
                  <a:moveTo>
                    <a:pt x="0" y="28144"/>
                  </a:moveTo>
                  <a:lnTo>
                    <a:pt x="0" y="49193"/>
                  </a:lnTo>
                  <a:cubicBezTo>
                    <a:pt x="17986" y="53825"/>
                    <a:pt x="36851" y="56288"/>
                    <a:pt x="56279" y="56288"/>
                  </a:cubicBezTo>
                  <a:lnTo>
                    <a:pt x="56279" y="0"/>
                  </a:lnTo>
                  <a:lnTo>
                    <a:pt x="28140" y="0"/>
                  </a:lnTo>
                  <a:cubicBezTo>
                    <a:pt x="12593" y="0"/>
                    <a:pt x="0" y="12594"/>
                    <a:pt x="0" y="28144"/>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id="3446" name="Google Shape;3446;p2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Across Cities</a:t>
            </a:r>
            <a:endParaRPr/>
          </a:p>
        </p:txBody>
      </p:sp>
      <p:graphicFrame>
        <p:nvGraphicFramePr>
          <p:cNvPr id="3447" name="Google Shape;3447;p250"/>
          <p:cNvGraphicFramePr/>
          <p:nvPr/>
        </p:nvGraphicFramePr>
        <p:xfrm>
          <a:off x="235775" y="1076660"/>
          <a:ext cx="3000000" cy="3000000"/>
        </p:xfrm>
        <a:graphic>
          <a:graphicData uri="http://schemas.openxmlformats.org/drawingml/2006/table">
            <a:tbl>
              <a:tblPr>
                <a:noFill/>
                <a:tableStyleId>{32C42952-ED6B-4D13-BB8D-E72A7E9434BC}</a:tableStyleId>
              </a:tblPr>
              <a:tblGrid>
                <a:gridCol w="2720675"/>
                <a:gridCol w="1557775"/>
                <a:gridCol w="1576100"/>
                <a:gridCol w="2817900"/>
              </a:tblGrid>
              <a:tr h="573525">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City</a:t>
                      </a:r>
                      <a:endParaRPr sz="1800">
                        <a:solidFill>
                          <a:schemeClr val="dk1"/>
                        </a:solidFill>
                        <a:latin typeface="Bebas Neue"/>
                        <a:ea typeface="Bebas Neue"/>
                        <a:cs typeface="Bebas Neue"/>
                        <a:sym typeface="Bebas Neue"/>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Category</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Count</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1600">
                          <a:solidFill>
                            <a:schemeClr val="dk1"/>
                          </a:solidFill>
                          <a:latin typeface="Unbounded SemiBold"/>
                          <a:ea typeface="Unbounded SemiBold"/>
                          <a:cs typeface="Unbounded SemiBold"/>
                          <a:sym typeface="Unbounded SemiBold"/>
                        </a:rPr>
                        <a:t>Specific Species Included</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r>
              <a:tr h="459925">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Baltimore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17</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Al, As, Ba, Br, Ca, Cl, Cr, Cu, Fe, Mn, Ni, Pb, Se, Si, Ti, V, Zn</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NH</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K</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Na</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baseline="30000">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44742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4</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OM,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633175">
                <a:tc>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Baton Rouge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VOCs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41</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BTEX, Alkanes, Alkenes &amp; Isoprene</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7100">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St. Louis</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8</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Cd, Cu, Fe, Mn, Ni, Pb, Se, Zn </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2</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3</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bl>
          </a:graphicData>
        </a:graphic>
      </p:graphicFrame>
      <p:sp>
        <p:nvSpPr>
          <p:cNvPr id="3448" name="Google Shape;3448;p250"/>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2" name="Shape 3452"/>
        <p:cNvGrpSpPr/>
        <p:nvPr/>
      </p:nvGrpSpPr>
      <p:grpSpPr>
        <a:xfrm>
          <a:off x="0" y="0"/>
          <a:ext cx="0" cy="0"/>
          <a:chOff x="0" y="0"/>
          <a:chExt cx="0" cy="0"/>
        </a:xfrm>
      </p:grpSpPr>
      <p:sp>
        <p:nvSpPr>
          <p:cNvPr id="3453" name="Google Shape;3453;p251"/>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 Series</a:t>
            </a:r>
            <a:endParaRPr/>
          </a:p>
        </p:txBody>
      </p:sp>
      <p:sp>
        <p:nvSpPr>
          <p:cNvPr id="3454" name="Google Shape;3454;p251"/>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455" name="Google Shape;3455;p251"/>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Temporal Patterns in the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9" name="Shape 3459"/>
        <p:cNvGrpSpPr/>
        <p:nvPr/>
      </p:nvGrpSpPr>
      <p:grpSpPr>
        <a:xfrm>
          <a:off x="0" y="0"/>
          <a:ext cx="0" cy="0"/>
          <a:chOff x="0" y="0"/>
          <a:chExt cx="0" cy="0"/>
        </a:xfrm>
      </p:grpSpPr>
      <p:pic>
        <p:nvPicPr>
          <p:cNvPr id="3460" name="Google Shape;3460;p252"/>
          <p:cNvPicPr preferRelativeResize="0"/>
          <p:nvPr/>
        </p:nvPicPr>
        <p:blipFill>
          <a:blip r:embed="rId3">
            <a:alphaModFix/>
          </a:blip>
          <a:stretch>
            <a:fillRect/>
          </a:stretch>
        </p:blipFill>
        <p:spPr>
          <a:xfrm>
            <a:off x="43150" y="986925"/>
            <a:ext cx="4028000" cy="2485850"/>
          </a:xfrm>
          <a:prstGeom prst="rect">
            <a:avLst/>
          </a:prstGeom>
          <a:noFill/>
          <a:ln>
            <a:noFill/>
          </a:ln>
        </p:spPr>
      </p:pic>
      <p:pic>
        <p:nvPicPr>
          <p:cNvPr id="3461" name="Google Shape;3461;p252"/>
          <p:cNvPicPr preferRelativeResize="0"/>
          <p:nvPr/>
        </p:nvPicPr>
        <p:blipFill>
          <a:blip r:embed="rId4">
            <a:alphaModFix/>
          </a:blip>
          <a:stretch>
            <a:fillRect/>
          </a:stretch>
        </p:blipFill>
        <p:spPr>
          <a:xfrm>
            <a:off x="4572000" y="986925"/>
            <a:ext cx="4127849" cy="2547475"/>
          </a:xfrm>
          <a:prstGeom prst="rect">
            <a:avLst/>
          </a:prstGeom>
          <a:noFill/>
          <a:ln>
            <a:noFill/>
          </a:ln>
        </p:spPr>
      </p:pic>
      <p:sp>
        <p:nvSpPr>
          <p:cNvPr id="3462" name="Google Shape;3462;p252"/>
          <p:cNvSpPr txBox="1"/>
          <p:nvPr/>
        </p:nvSpPr>
        <p:spPr>
          <a:xfrm>
            <a:off x="1481425" y="3652475"/>
            <a:ext cx="4308900" cy="132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All three of our datasets had gaps in the data</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Broke all of them up into more continuous chunks</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Split Baton Rouge 3am and 6am </a:t>
            </a:r>
            <a:endParaRPr>
              <a:solidFill>
                <a:schemeClr val="dk1"/>
              </a:solidFill>
              <a:latin typeface="Spinnaker"/>
              <a:ea typeface="Spinnaker"/>
              <a:cs typeface="Spinnaker"/>
              <a:sym typeface="Spinnak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6" name="Shape 3466"/>
        <p:cNvGrpSpPr/>
        <p:nvPr/>
      </p:nvGrpSpPr>
      <p:grpSpPr>
        <a:xfrm>
          <a:off x="0" y="0"/>
          <a:ext cx="0" cy="0"/>
          <a:chOff x="0" y="0"/>
          <a:chExt cx="0" cy="0"/>
        </a:xfrm>
      </p:grpSpPr>
      <p:pic>
        <p:nvPicPr>
          <p:cNvPr id="3467" name="Google Shape;3467;p253"/>
          <p:cNvPicPr preferRelativeResize="0"/>
          <p:nvPr/>
        </p:nvPicPr>
        <p:blipFill>
          <a:blip r:embed="rId3">
            <a:alphaModFix/>
          </a:blip>
          <a:stretch>
            <a:fillRect/>
          </a:stretch>
        </p:blipFill>
        <p:spPr>
          <a:xfrm>
            <a:off x="3476025" y="1587900"/>
            <a:ext cx="5306975" cy="3275150"/>
          </a:xfrm>
          <a:prstGeom prst="rect">
            <a:avLst/>
          </a:prstGeom>
          <a:noFill/>
          <a:ln>
            <a:noFill/>
          </a:ln>
        </p:spPr>
      </p:pic>
      <p:pic>
        <p:nvPicPr>
          <p:cNvPr id="3468" name="Google Shape;3468;p253"/>
          <p:cNvPicPr preferRelativeResize="0"/>
          <p:nvPr/>
        </p:nvPicPr>
        <p:blipFill>
          <a:blip r:embed="rId4">
            <a:alphaModFix/>
          </a:blip>
          <a:stretch>
            <a:fillRect/>
          </a:stretch>
        </p:blipFill>
        <p:spPr>
          <a:xfrm>
            <a:off x="-306500" y="121950"/>
            <a:ext cx="3520300" cy="2172525"/>
          </a:xfrm>
          <a:prstGeom prst="rect">
            <a:avLst/>
          </a:prstGeom>
          <a:noFill/>
          <a:ln>
            <a:noFill/>
          </a:ln>
        </p:spPr>
      </p:pic>
      <p:sp>
        <p:nvSpPr>
          <p:cNvPr id="3469" name="Google Shape;3469;p253"/>
          <p:cNvSpPr txBox="1"/>
          <p:nvPr/>
        </p:nvSpPr>
        <p:spPr>
          <a:xfrm>
            <a:off x="4301350" y="674300"/>
            <a:ext cx="2769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Example: Baltimore</a:t>
            </a:r>
            <a:endParaRPr>
              <a:solidFill>
                <a:schemeClr val="dk1"/>
              </a:solidFill>
              <a:latin typeface="Spinnaker"/>
              <a:ea typeface="Spinnaker"/>
              <a:cs typeface="Spinnaker"/>
              <a:sym typeface="Spinnaker"/>
            </a:endParaRPr>
          </a:p>
        </p:txBody>
      </p:sp>
      <p:sp>
        <p:nvSpPr>
          <p:cNvPr id="3470" name="Google Shape;3470;p253"/>
          <p:cNvSpPr txBox="1"/>
          <p:nvPr/>
        </p:nvSpPr>
        <p:spPr>
          <a:xfrm>
            <a:off x="711700" y="2796450"/>
            <a:ext cx="2611200" cy="1618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Broke Baltimore into a total of 10 </a:t>
            </a:r>
            <a:r>
              <a:rPr lang="en">
                <a:solidFill>
                  <a:schemeClr val="dk1"/>
                </a:solidFill>
                <a:latin typeface="Spinnaker"/>
                <a:ea typeface="Spinnaker"/>
                <a:cs typeface="Spinnaker"/>
                <a:sym typeface="Spinnaker"/>
              </a:rPr>
              <a:t>continuous</a:t>
            </a:r>
            <a:r>
              <a:rPr lang="en">
                <a:solidFill>
                  <a:schemeClr val="dk1"/>
                </a:solidFill>
                <a:latin typeface="Spinnaker"/>
                <a:ea typeface="Spinnaker"/>
                <a:cs typeface="Spinnaker"/>
                <a:sym typeface="Spinnaker"/>
              </a:rPr>
              <a:t> periods</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Period 10 was </a:t>
            </a:r>
            <a:r>
              <a:rPr lang="en">
                <a:solidFill>
                  <a:schemeClr val="dk1"/>
                </a:solidFill>
                <a:latin typeface="Spinnaker"/>
                <a:ea typeface="Spinnaker"/>
                <a:cs typeface="Spinnaker"/>
                <a:sym typeface="Spinnaker"/>
              </a:rPr>
              <a:t>the</a:t>
            </a:r>
            <a:r>
              <a:rPr lang="en">
                <a:solidFill>
                  <a:schemeClr val="dk1"/>
                </a:solidFill>
                <a:latin typeface="Spinnaker"/>
                <a:ea typeface="Spinnaker"/>
                <a:cs typeface="Spinnaker"/>
                <a:sym typeface="Spinnaker"/>
              </a:rPr>
              <a:t> most robust so it is our starting point for time series analysis</a:t>
            </a:r>
            <a:endParaRPr>
              <a:solidFill>
                <a:schemeClr val="dk1"/>
              </a:solidFill>
              <a:latin typeface="Spinnaker"/>
              <a:ea typeface="Spinnaker"/>
              <a:cs typeface="Spinnaker"/>
              <a:sym typeface="Spinnak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4" name="Shape 3474"/>
        <p:cNvGrpSpPr/>
        <p:nvPr/>
      </p:nvGrpSpPr>
      <p:grpSpPr>
        <a:xfrm>
          <a:off x="0" y="0"/>
          <a:ext cx="0" cy="0"/>
          <a:chOff x="0" y="0"/>
          <a:chExt cx="0" cy="0"/>
        </a:xfrm>
      </p:grpSpPr>
      <p:pic>
        <p:nvPicPr>
          <p:cNvPr id="3475" name="Google Shape;3475;p254"/>
          <p:cNvPicPr preferRelativeResize="0"/>
          <p:nvPr/>
        </p:nvPicPr>
        <p:blipFill>
          <a:blip r:embed="rId3">
            <a:alphaModFix/>
          </a:blip>
          <a:stretch>
            <a:fillRect/>
          </a:stretch>
        </p:blipFill>
        <p:spPr>
          <a:xfrm>
            <a:off x="-72400" y="641550"/>
            <a:ext cx="3923000" cy="2421050"/>
          </a:xfrm>
          <a:prstGeom prst="rect">
            <a:avLst/>
          </a:prstGeom>
          <a:noFill/>
          <a:ln>
            <a:noFill/>
          </a:ln>
        </p:spPr>
      </p:pic>
      <p:pic>
        <p:nvPicPr>
          <p:cNvPr id="3476" name="Google Shape;3476;p254"/>
          <p:cNvPicPr preferRelativeResize="0"/>
          <p:nvPr/>
        </p:nvPicPr>
        <p:blipFill>
          <a:blip r:embed="rId4">
            <a:alphaModFix/>
          </a:blip>
          <a:stretch>
            <a:fillRect/>
          </a:stretch>
        </p:blipFill>
        <p:spPr>
          <a:xfrm>
            <a:off x="3957875" y="152400"/>
            <a:ext cx="4919345" cy="4838700"/>
          </a:xfrm>
          <a:prstGeom prst="rect">
            <a:avLst/>
          </a:prstGeom>
          <a:noFill/>
          <a:ln>
            <a:noFill/>
          </a:ln>
        </p:spPr>
      </p:pic>
      <p:sp>
        <p:nvSpPr>
          <p:cNvPr id="3477" name="Google Shape;3477;p254"/>
          <p:cNvSpPr txBox="1"/>
          <p:nvPr/>
        </p:nvSpPr>
        <p:spPr>
          <a:xfrm>
            <a:off x="1058325" y="3062600"/>
            <a:ext cx="2696400" cy="2115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Looked at periodic trends within the period</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No significant periodicity looking at days of the week </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However seasonal differences were found</a:t>
            </a:r>
            <a:endParaRPr>
              <a:solidFill>
                <a:schemeClr val="dk1"/>
              </a:solidFill>
              <a:latin typeface="Spinnaker"/>
              <a:ea typeface="Spinnaker"/>
              <a:cs typeface="Spinnaker"/>
              <a:sym typeface="Spinnak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1" name="Shape 3481"/>
        <p:cNvGrpSpPr/>
        <p:nvPr/>
      </p:nvGrpSpPr>
      <p:grpSpPr>
        <a:xfrm>
          <a:off x="0" y="0"/>
          <a:ext cx="0" cy="0"/>
          <a:chOff x="0" y="0"/>
          <a:chExt cx="0" cy="0"/>
        </a:xfrm>
      </p:grpSpPr>
      <p:sp>
        <p:nvSpPr>
          <p:cNvPr id="3482" name="Google Shape;3482;p255"/>
          <p:cNvSpPr txBox="1"/>
          <p:nvPr/>
        </p:nvSpPr>
        <p:spPr>
          <a:xfrm>
            <a:off x="-144300" y="393725"/>
            <a:ext cx="3539400" cy="2597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Currently working on further time series analysis</a:t>
            </a:r>
            <a:endParaRPr>
              <a:solidFill>
                <a:schemeClr val="dk1"/>
              </a:solidFill>
              <a:latin typeface="Spinnaker"/>
              <a:ea typeface="Spinnaker"/>
              <a:cs typeface="Spinnaker"/>
              <a:sym typeface="Spinnaker"/>
            </a:endParaRPr>
          </a:p>
          <a:p>
            <a:pPr indent="-317500" lvl="1" marL="9144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ACF and PACF</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Started with top 5 species in just Period 10 of Baltimore</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Will expand to some more species, then replicate with the other periods in Baltimore </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Hopefully repeat a similar process with other two regions</a:t>
            </a:r>
            <a:endParaRPr>
              <a:solidFill>
                <a:schemeClr val="dk1"/>
              </a:solidFill>
              <a:latin typeface="Spinnaker"/>
              <a:ea typeface="Spinnaker"/>
              <a:cs typeface="Spinnaker"/>
              <a:sym typeface="Spinnaker"/>
            </a:endParaRPr>
          </a:p>
        </p:txBody>
      </p:sp>
      <p:pic>
        <p:nvPicPr>
          <p:cNvPr id="3483" name="Google Shape;3483;p255"/>
          <p:cNvPicPr preferRelativeResize="0"/>
          <p:nvPr/>
        </p:nvPicPr>
        <p:blipFill>
          <a:blip r:embed="rId3">
            <a:alphaModFix/>
          </a:blip>
          <a:stretch>
            <a:fillRect/>
          </a:stretch>
        </p:blipFill>
        <p:spPr>
          <a:xfrm>
            <a:off x="3691250" y="181175"/>
            <a:ext cx="4919345"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256"/>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Clustering</a:t>
            </a:r>
            <a:endParaRPr/>
          </a:p>
        </p:txBody>
      </p:sp>
      <p:sp>
        <p:nvSpPr>
          <p:cNvPr id="3489" name="Google Shape;3489;p256"/>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490" name="Google Shape;3490;p256"/>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Grouping by similarity rather than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4" name="Shape 3494"/>
        <p:cNvGrpSpPr/>
        <p:nvPr/>
      </p:nvGrpSpPr>
      <p:grpSpPr>
        <a:xfrm>
          <a:off x="0" y="0"/>
          <a:ext cx="0" cy="0"/>
          <a:chOff x="0" y="0"/>
          <a:chExt cx="0" cy="0"/>
        </a:xfrm>
      </p:grpSpPr>
      <p:sp>
        <p:nvSpPr>
          <p:cNvPr id="3495" name="Google Shape;3495;p257"/>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Baltimore</a:t>
            </a:r>
            <a:endParaRPr/>
          </a:p>
        </p:txBody>
      </p:sp>
      <p:sp>
        <p:nvSpPr>
          <p:cNvPr id="3496" name="Google Shape;3496;p257"/>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497" name="Google Shape;3497;p257"/>
          <p:cNvPicPr preferRelativeResize="0"/>
          <p:nvPr/>
        </p:nvPicPr>
        <p:blipFill>
          <a:blip r:embed="rId3">
            <a:alphaModFix/>
          </a:blip>
          <a:stretch>
            <a:fillRect/>
          </a:stretch>
        </p:blipFill>
        <p:spPr>
          <a:xfrm>
            <a:off x="704425" y="1062550"/>
            <a:ext cx="6560000" cy="3913449"/>
          </a:xfrm>
          <a:prstGeom prst="rect">
            <a:avLst/>
          </a:prstGeom>
          <a:noFill/>
          <a:ln>
            <a:noFill/>
          </a:ln>
        </p:spPr>
      </p:pic>
      <p:sp>
        <p:nvSpPr>
          <p:cNvPr id="3498" name="Google Shape;3498;p257"/>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 Organic matter and Organic Carbon cluster at around 0 dist</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Sulfate, Ammonium cluster with PM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Signs of secondary aerosol formation</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Chromium + Nickel form a distinct, isolated cluster.</a:t>
            </a:r>
            <a:endParaRPr>
              <a:solidFill>
                <a:schemeClr val="dk1"/>
              </a:solidFill>
              <a:latin typeface="Spinnaker"/>
              <a:ea typeface="Spinnaker"/>
              <a:cs typeface="Spinnaker"/>
              <a:sym typeface="Spinnak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2" name="Shape 3502"/>
        <p:cNvGrpSpPr/>
        <p:nvPr/>
      </p:nvGrpSpPr>
      <p:grpSpPr>
        <a:xfrm>
          <a:off x="0" y="0"/>
          <a:ext cx="0" cy="0"/>
          <a:chOff x="0" y="0"/>
          <a:chExt cx="0" cy="0"/>
        </a:xfrm>
      </p:grpSpPr>
      <p:sp>
        <p:nvSpPr>
          <p:cNvPr id="3503" name="Google Shape;3503;p258"/>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Baton Rouge</a:t>
            </a:r>
            <a:endParaRPr/>
          </a:p>
        </p:txBody>
      </p:sp>
      <p:sp>
        <p:nvSpPr>
          <p:cNvPr id="3504" name="Google Shape;3504;p258"/>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505" name="Google Shape;3505;p258"/>
          <p:cNvPicPr preferRelativeResize="0"/>
          <p:nvPr/>
        </p:nvPicPr>
        <p:blipFill>
          <a:blip r:embed="rId3">
            <a:alphaModFix/>
          </a:blip>
          <a:stretch>
            <a:fillRect/>
          </a:stretch>
        </p:blipFill>
        <p:spPr>
          <a:xfrm>
            <a:off x="704425" y="1062550"/>
            <a:ext cx="6560000" cy="3913449"/>
          </a:xfrm>
          <a:prstGeom prst="rect">
            <a:avLst/>
          </a:prstGeom>
          <a:noFill/>
          <a:ln>
            <a:noFill/>
          </a:ln>
        </p:spPr>
      </p:pic>
      <p:pic>
        <p:nvPicPr>
          <p:cNvPr id="3506" name="Google Shape;3506;p258"/>
          <p:cNvPicPr preferRelativeResize="0"/>
          <p:nvPr/>
        </p:nvPicPr>
        <p:blipFill>
          <a:blip r:embed="rId4">
            <a:alphaModFix/>
          </a:blip>
          <a:stretch>
            <a:fillRect/>
          </a:stretch>
        </p:blipFill>
        <p:spPr>
          <a:xfrm>
            <a:off x="704425" y="1062550"/>
            <a:ext cx="6560000" cy="3913452"/>
          </a:xfrm>
          <a:prstGeom prst="rect">
            <a:avLst/>
          </a:prstGeom>
          <a:noFill/>
          <a:ln>
            <a:noFill/>
          </a:ln>
        </p:spPr>
      </p:pic>
      <p:sp>
        <p:nvSpPr>
          <p:cNvPr id="3507" name="Google Shape;3507;p258"/>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Spinnaker"/>
                <a:ea typeface="Spinnaker"/>
                <a:cs typeface="Spinnaker"/>
                <a:sym typeface="Spinnaker"/>
              </a:rPr>
              <a:t>- Aromatics (Benzene, Toluene, Xylenes) cluster together, standard vehicle exhaust signature</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 Light Alkanes (Ethane, Propane) form a completely separate group</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 Simple model successfully distinguishes refinery/petro-</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chemical leaks from car exhaust.</a:t>
            </a:r>
            <a:endParaRPr sz="1300">
              <a:solidFill>
                <a:schemeClr val="dk1"/>
              </a:solidFill>
              <a:latin typeface="Spinnaker"/>
              <a:ea typeface="Spinnaker"/>
              <a:cs typeface="Spinnaker"/>
              <a:sym typeface="Spinnak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1" name="Shape 3511"/>
        <p:cNvGrpSpPr/>
        <p:nvPr/>
      </p:nvGrpSpPr>
      <p:grpSpPr>
        <a:xfrm>
          <a:off x="0" y="0"/>
          <a:ext cx="0" cy="0"/>
          <a:chOff x="0" y="0"/>
          <a:chExt cx="0" cy="0"/>
        </a:xfrm>
      </p:grpSpPr>
      <p:sp>
        <p:nvSpPr>
          <p:cNvPr id="3512" name="Google Shape;3512;p259"/>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 Louis</a:t>
            </a:r>
            <a:endParaRPr/>
          </a:p>
        </p:txBody>
      </p:sp>
      <p:sp>
        <p:nvSpPr>
          <p:cNvPr id="3513" name="Google Shape;3513;p259"/>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514" name="Google Shape;3514;p259"/>
          <p:cNvPicPr preferRelativeResize="0"/>
          <p:nvPr/>
        </p:nvPicPr>
        <p:blipFill>
          <a:blip r:embed="rId3">
            <a:alphaModFix/>
          </a:blip>
          <a:stretch>
            <a:fillRect/>
          </a:stretch>
        </p:blipFill>
        <p:spPr>
          <a:xfrm>
            <a:off x="704425" y="1062550"/>
            <a:ext cx="6560000" cy="3913449"/>
          </a:xfrm>
          <a:prstGeom prst="rect">
            <a:avLst/>
          </a:prstGeom>
          <a:noFill/>
          <a:ln>
            <a:noFill/>
          </a:ln>
        </p:spPr>
      </p:pic>
      <p:pic>
        <p:nvPicPr>
          <p:cNvPr id="3515" name="Google Shape;3515;p259"/>
          <p:cNvPicPr preferRelativeResize="0"/>
          <p:nvPr/>
        </p:nvPicPr>
        <p:blipFill>
          <a:blip r:embed="rId4">
            <a:alphaModFix/>
          </a:blip>
          <a:stretch>
            <a:fillRect/>
          </a:stretch>
        </p:blipFill>
        <p:spPr>
          <a:xfrm>
            <a:off x="704425" y="1062550"/>
            <a:ext cx="6560000" cy="3913457"/>
          </a:xfrm>
          <a:prstGeom prst="rect">
            <a:avLst/>
          </a:prstGeom>
          <a:noFill/>
          <a:ln>
            <a:noFill/>
          </a:ln>
        </p:spPr>
      </p:pic>
      <p:sp>
        <p:nvSpPr>
          <p:cNvPr id="3516" name="Google Shape;3516;p259"/>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 Elemental Carbon + Organic Carbon cluster together</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Burning stuff is the primary driver of particle pollution event</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Sulfate groups specifically with Selenium</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Selenium is a unique tracer for coal</a:t>
            </a:r>
            <a:endParaRPr>
              <a:solidFill>
                <a:schemeClr val="dk1"/>
              </a:solidFill>
              <a:latin typeface="Spinnaker"/>
              <a:ea typeface="Spinnaker"/>
              <a:cs typeface="Spinnaker"/>
              <a:sym typeface="Spinnak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0" name="Shape 3520"/>
        <p:cNvGrpSpPr/>
        <p:nvPr/>
      </p:nvGrpSpPr>
      <p:grpSpPr>
        <a:xfrm>
          <a:off x="0" y="0"/>
          <a:ext cx="0" cy="0"/>
          <a:chOff x="0" y="0"/>
          <a:chExt cx="0" cy="0"/>
        </a:xfrm>
      </p:grpSpPr>
      <p:sp>
        <p:nvSpPr>
          <p:cNvPr id="3521" name="Google Shape;3521;p260"/>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PCA</a:t>
            </a:r>
            <a:endParaRPr/>
          </a:p>
        </p:txBody>
      </p:sp>
      <p:sp>
        <p:nvSpPr>
          <p:cNvPr id="3522" name="Google Shape;3522;p260"/>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523" name="Google Shape;3523;p260"/>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Finding components of variance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261"/>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29" name="Google Shape;3529;p261"/>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Principal Components</a:t>
            </a:r>
            <a:endParaRPr/>
          </a:p>
        </p:txBody>
      </p:sp>
      <p:pic>
        <p:nvPicPr>
          <p:cNvPr id="3530" name="Google Shape;3530;p261" title="scree_plots_by_city.png"/>
          <p:cNvPicPr preferRelativeResize="0"/>
          <p:nvPr/>
        </p:nvPicPr>
        <p:blipFill rotWithShape="1">
          <a:blip r:embed="rId3">
            <a:alphaModFix/>
          </a:blip>
          <a:srcRect b="0" l="0" r="0" t="0"/>
          <a:stretch/>
        </p:blipFill>
        <p:spPr>
          <a:xfrm>
            <a:off x="1226613" y="1067375"/>
            <a:ext cx="6690775" cy="2433900"/>
          </a:xfrm>
          <a:prstGeom prst="rect">
            <a:avLst/>
          </a:prstGeom>
          <a:noFill/>
          <a:ln>
            <a:noFill/>
          </a:ln>
        </p:spPr>
      </p:pic>
      <p:graphicFrame>
        <p:nvGraphicFramePr>
          <p:cNvPr id="3531" name="Google Shape;3531;p261"/>
          <p:cNvGraphicFramePr/>
          <p:nvPr/>
        </p:nvGraphicFramePr>
        <p:xfrm>
          <a:off x="952500" y="3715925"/>
          <a:ext cx="3000000" cy="3000000"/>
        </p:xfrm>
        <a:graphic>
          <a:graphicData uri="http://schemas.openxmlformats.org/drawingml/2006/table">
            <a:tbl>
              <a:tblPr>
                <a:noFill/>
                <a:tableStyleId>{B04FB986-2032-462D-A75D-4C773D39740A}</a:tableStyleId>
              </a:tblPr>
              <a:tblGrid>
                <a:gridCol w="1809750"/>
                <a:gridCol w="1809750"/>
                <a:gridCol w="1809750"/>
                <a:gridCol w="1809750"/>
              </a:tblGrid>
              <a:tr h="351150">
                <a:tc>
                  <a:txBody>
                    <a:bodyPr/>
                    <a:lstStyle/>
                    <a:p>
                      <a:pPr indent="0" lvl="0" marL="0" rtl="0" algn="ctr">
                        <a:spcBef>
                          <a:spcPts val="0"/>
                        </a:spcBef>
                        <a:spcAft>
                          <a:spcPts val="0"/>
                        </a:spcAft>
                        <a:buNone/>
                      </a:pPr>
                      <a:r>
                        <a:rPr lang="en">
                          <a:solidFill>
                            <a:schemeClr val="dk1"/>
                          </a:solidFill>
                          <a:latin typeface="Unbounded"/>
                          <a:ea typeface="Unbounded"/>
                          <a:cs typeface="Unbounded"/>
                          <a:sym typeface="Unbounded"/>
                        </a:rPr>
                        <a:t>City</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en">
                          <a:solidFill>
                            <a:schemeClr val="dk1"/>
                          </a:solidFill>
                          <a:latin typeface="Unbounded"/>
                          <a:ea typeface="Unbounded"/>
                          <a:cs typeface="Unbounded"/>
                          <a:sym typeface="Unbounded"/>
                        </a:rPr>
                        <a:t>Baltimore</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en">
                          <a:solidFill>
                            <a:schemeClr val="dk1"/>
                          </a:solidFill>
                          <a:latin typeface="Unbounded"/>
                          <a:ea typeface="Unbounded"/>
                          <a:cs typeface="Unbounded"/>
                          <a:sym typeface="Unbounded"/>
                        </a:rPr>
                        <a:t>Baton</a:t>
                      </a:r>
                      <a:r>
                        <a:rPr lang="en">
                          <a:solidFill>
                            <a:schemeClr val="dk1"/>
                          </a:solidFill>
                        </a:rPr>
                        <a:t> </a:t>
                      </a:r>
                      <a:r>
                        <a:rPr lang="en">
                          <a:solidFill>
                            <a:schemeClr val="dk1"/>
                          </a:solidFill>
                          <a:latin typeface="Unbounded"/>
                          <a:ea typeface="Unbounded"/>
                          <a:cs typeface="Unbounded"/>
                          <a:sym typeface="Unbounded"/>
                        </a:rPr>
                        <a:t>Rouge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St</a:t>
                      </a:r>
                      <a:r>
                        <a:rPr lang="en">
                          <a:solidFill>
                            <a:schemeClr val="dk1"/>
                          </a:solidFill>
                        </a:rPr>
                        <a:t> </a:t>
                      </a:r>
                      <a:r>
                        <a:rPr lang="en">
                          <a:solidFill>
                            <a:schemeClr val="dk1"/>
                          </a:solidFill>
                          <a:latin typeface="Unbounded"/>
                          <a:ea typeface="Unbounded"/>
                          <a:cs typeface="Unbounded"/>
                          <a:sym typeface="Unbounded"/>
                        </a:rPr>
                        <a:t>Louis</a:t>
                      </a:r>
                      <a:endParaRPr>
                        <a:solidFill>
                          <a:schemeClr val="dk1"/>
                        </a:solidFill>
                      </a:endParaRPr>
                    </a:p>
                  </a:txBody>
                  <a:tcPr marT="91425" marB="91425" marR="91425" marL="91425"/>
                </a:tc>
              </a:tr>
              <a:tr h="3511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Number of PCs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8</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5</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6</a:t>
                      </a:r>
                      <a:endParaRPr>
                        <a:solidFill>
                          <a:schemeClr val="dk1"/>
                        </a:solidFill>
                        <a:latin typeface="Spinnaker"/>
                        <a:ea typeface="Spinnaker"/>
                        <a:cs typeface="Spinnaker"/>
                        <a:sym typeface="Spinnaker"/>
                      </a:endParaRPr>
                    </a:p>
                  </a:txBody>
                  <a:tcPr marT="91425" marB="91425" marR="91425" marL="91425"/>
                </a:tc>
              </a:tr>
              <a:tr h="5402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Total Variance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72.5%</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77.1%</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79.4%</a:t>
                      </a:r>
                      <a:endParaRPr>
                        <a:solidFill>
                          <a:schemeClr val="dk1"/>
                        </a:solidFill>
                        <a:latin typeface="Spinnaker"/>
                        <a:ea typeface="Spinnaker"/>
                        <a:cs typeface="Spinnaker"/>
                        <a:sym typeface="Spinnake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5" name="Shape 3535"/>
        <p:cNvGrpSpPr/>
        <p:nvPr/>
      </p:nvGrpSpPr>
      <p:grpSpPr>
        <a:xfrm>
          <a:off x="0" y="0"/>
          <a:ext cx="0" cy="0"/>
          <a:chOff x="0" y="0"/>
          <a:chExt cx="0" cy="0"/>
        </a:xfrm>
      </p:grpSpPr>
      <p:sp>
        <p:nvSpPr>
          <p:cNvPr id="3536" name="Google Shape;3536;p262"/>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37" name="Google Shape;3537;p262"/>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PC1 vs PC2</a:t>
            </a:r>
            <a:endParaRPr/>
          </a:p>
        </p:txBody>
      </p:sp>
      <p:pic>
        <p:nvPicPr>
          <p:cNvPr id="3538" name="Google Shape;3538;p262" title="pc1_pc2_scores_by_city.png"/>
          <p:cNvPicPr preferRelativeResize="0"/>
          <p:nvPr/>
        </p:nvPicPr>
        <p:blipFill>
          <a:blip r:embed="rId3">
            <a:alphaModFix/>
          </a:blip>
          <a:stretch>
            <a:fillRect/>
          </a:stretch>
        </p:blipFill>
        <p:spPr>
          <a:xfrm>
            <a:off x="963438" y="1066625"/>
            <a:ext cx="7217126" cy="2628900"/>
          </a:xfrm>
          <a:prstGeom prst="rect">
            <a:avLst/>
          </a:prstGeom>
          <a:noFill/>
          <a:ln>
            <a:noFill/>
          </a:ln>
        </p:spPr>
      </p:pic>
      <p:sp>
        <p:nvSpPr>
          <p:cNvPr id="3539" name="Google Shape;3539;p262"/>
          <p:cNvSpPr txBox="1"/>
          <p:nvPr/>
        </p:nvSpPr>
        <p:spPr>
          <a:xfrm>
            <a:off x="1219375" y="3981475"/>
            <a:ext cx="6900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Unbounded"/>
                <a:ea typeface="Unbounded"/>
                <a:cs typeface="Unbounded"/>
                <a:sym typeface="Unbounded"/>
              </a:rPr>
              <a:t>Score distributions along the first two principal components, with Baton Rouge exhibiting greater dispersion in the PC1–PC2 space.</a:t>
            </a:r>
            <a:endParaRPr>
              <a:solidFill>
                <a:schemeClr val="dk1"/>
              </a:solidFill>
              <a:latin typeface="Unbounded"/>
              <a:ea typeface="Unbounded"/>
              <a:cs typeface="Unbounded"/>
              <a:sym typeface="Unbound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3" name="Shape 3543"/>
        <p:cNvGrpSpPr/>
        <p:nvPr/>
      </p:nvGrpSpPr>
      <p:grpSpPr>
        <a:xfrm>
          <a:off x="0" y="0"/>
          <a:ext cx="0" cy="0"/>
          <a:chOff x="0" y="0"/>
          <a:chExt cx="0" cy="0"/>
        </a:xfrm>
      </p:grpSpPr>
      <p:sp>
        <p:nvSpPr>
          <p:cNvPr id="3544" name="Google Shape;3544;p263"/>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45" name="Google Shape;3545;p263"/>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PC1 Factor</a:t>
            </a:r>
            <a:endParaRPr/>
          </a:p>
        </p:txBody>
      </p:sp>
      <p:graphicFrame>
        <p:nvGraphicFramePr>
          <p:cNvPr id="3546" name="Google Shape;3546;p263"/>
          <p:cNvGraphicFramePr/>
          <p:nvPr/>
        </p:nvGraphicFramePr>
        <p:xfrm>
          <a:off x="543888" y="1059925"/>
          <a:ext cx="3000000" cy="3000000"/>
        </p:xfrm>
        <a:graphic>
          <a:graphicData uri="http://schemas.openxmlformats.org/drawingml/2006/table">
            <a:tbl>
              <a:tblPr>
                <a:noFill/>
                <a:tableStyleId>{B04FB986-2032-462D-A75D-4C773D39740A}</a:tableStyleId>
              </a:tblPr>
              <a:tblGrid>
                <a:gridCol w="2750325"/>
                <a:gridCol w="2750325"/>
                <a:gridCol w="2750325"/>
              </a:tblGrid>
              <a:tr h="51710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City</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Dominant Contributors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Interpretation</a:t>
                      </a:r>
                      <a:endParaRPr>
                        <a:solidFill>
                          <a:schemeClr val="dk1"/>
                        </a:solidFill>
                        <a:latin typeface="Unbounded"/>
                        <a:ea typeface="Unbounded"/>
                        <a:cs typeface="Unbounded"/>
                        <a:sym typeface="Unbounded"/>
                      </a:endParaRPr>
                    </a:p>
                  </a:txBody>
                  <a:tcPr marT="91425" marB="91425" marR="91425" marL="91425"/>
                </a:tc>
              </a:tr>
              <a:tr h="8661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Baltimore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Fe, OC, Br (+); Na⁺, Ba, Ni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sz="1100">
                          <a:solidFill>
                            <a:schemeClr val="dk1"/>
                          </a:solidFill>
                          <a:latin typeface="Unbounded"/>
                          <a:ea typeface="Unbounded"/>
                          <a:cs typeface="Unbounded"/>
                          <a:sym typeface="Unbounded"/>
                        </a:rPr>
                        <a:t>Contrast between combustion metals </a:t>
                      </a:r>
                      <a:r>
                        <a:rPr i="1" lang="en" sz="1100">
                          <a:solidFill>
                            <a:schemeClr val="dk1"/>
                          </a:solidFill>
                          <a:latin typeface="Unbounded"/>
                          <a:ea typeface="Unbounded"/>
                          <a:cs typeface="Unbounded"/>
                          <a:sym typeface="Unbounded"/>
                        </a:rPr>
                        <a:t>(Fe, OC, Br)</a:t>
                      </a:r>
                      <a:r>
                        <a:rPr lang="en" sz="1100">
                          <a:solidFill>
                            <a:schemeClr val="dk1"/>
                          </a:solidFill>
                          <a:latin typeface="Unbounded"/>
                          <a:ea typeface="Unbounded"/>
                          <a:cs typeface="Unbounded"/>
                          <a:sym typeface="Unbounded"/>
                        </a:rPr>
                        <a:t> and marine influenced species </a:t>
                      </a:r>
                      <a:r>
                        <a:rPr i="1" lang="en" sz="1100">
                          <a:solidFill>
                            <a:schemeClr val="dk1"/>
                          </a:solidFill>
                          <a:latin typeface="Unbounded"/>
                          <a:ea typeface="Unbounded"/>
                          <a:cs typeface="Unbounded"/>
                          <a:sym typeface="Unbounded"/>
                        </a:rPr>
                        <a:t>(Na⁺, Ba, Ni)</a:t>
                      </a:r>
                      <a:endParaRPr>
                        <a:solidFill>
                          <a:schemeClr val="dk1"/>
                        </a:solidFill>
                        <a:latin typeface="Unbounded"/>
                        <a:ea typeface="Unbounded"/>
                        <a:cs typeface="Unbounded"/>
                        <a:sym typeface="Unbounded"/>
                      </a:endParaRPr>
                    </a:p>
                  </a:txBody>
                  <a:tcPr marT="91425" marB="91425" marR="91425" marL="91425"/>
                </a:tc>
              </a:tr>
              <a:tr h="1008375">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Baton Rouge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TMPs, n-Heptane, DMPs (+); Isoprene, light alkenes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sz="1100">
                          <a:solidFill>
                            <a:schemeClr val="dk1"/>
                          </a:solidFill>
                          <a:latin typeface="Unbounded"/>
                          <a:ea typeface="Unbounded"/>
                          <a:cs typeface="Unbounded"/>
                          <a:sym typeface="Unbounded"/>
                        </a:rPr>
                        <a:t>Industrial fuel VOCs </a:t>
                      </a:r>
                      <a:r>
                        <a:rPr i="1" lang="en" sz="1100">
                          <a:solidFill>
                            <a:schemeClr val="dk1"/>
                          </a:solidFill>
                          <a:latin typeface="Unbounded"/>
                          <a:ea typeface="Unbounded"/>
                          <a:cs typeface="Unbounded"/>
                          <a:sym typeface="Unbounded"/>
                        </a:rPr>
                        <a:t>(TMPs, n-Heptane)</a:t>
                      </a:r>
                      <a:r>
                        <a:rPr lang="en" sz="1100">
                          <a:solidFill>
                            <a:schemeClr val="dk1"/>
                          </a:solidFill>
                          <a:latin typeface="Unbounded"/>
                          <a:ea typeface="Unbounded"/>
                          <a:cs typeface="Unbounded"/>
                          <a:sym typeface="Unbounded"/>
                        </a:rPr>
                        <a:t> contrasted with biogenic hydrocarbons </a:t>
                      </a:r>
                      <a:r>
                        <a:rPr i="1" lang="en" sz="1100">
                          <a:solidFill>
                            <a:schemeClr val="dk1"/>
                          </a:solidFill>
                          <a:latin typeface="Unbounded"/>
                          <a:ea typeface="Unbounded"/>
                          <a:cs typeface="Unbounded"/>
                          <a:sym typeface="Unbounded"/>
                        </a:rPr>
                        <a:t>(Isoprene, alkenes)</a:t>
                      </a:r>
                      <a:endParaRPr>
                        <a:solidFill>
                          <a:schemeClr val="dk1"/>
                        </a:solidFill>
                        <a:latin typeface="Unbounded"/>
                        <a:ea typeface="Unbounded"/>
                        <a:cs typeface="Unbounded"/>
                        <a:sym typeface="Unbounded"/>
                      </a:endParaRPr>
                    </a:p>
                  </a:txBody>
                  <a:tcPr marT="91425" marB="91425" marR="91425" marL="91425"/>
                </a:tc>
              </a:tr>
              <a:tr h="1034275">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St Louis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SO₄²⁻, Se, Ni (+); Pb, Zn, Fe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lnSpc>
                          <a:spcPct val="115000"/>
                        </a:lnSpc>
                        <a:spcBef>
                          <a:spcPts val="1200"/>
                        </a:spcBef>
                        <a:spcAft>
                          <a:spcPts val="1200"/>
                        </a:spcAft>
                        <a:buNone/>
                      </a:pPr>
                      <a:r>
                        <a:rPr lang="en" sz="1100">
                          <a:solidFill>
                            <a:schemeClr val="dk1"/>
                          </a:solidFill>
                          <a:latin typeface="Unbounded"/>
                          <a:ea typeface="Unbounded"/>
                          <a:cs typeface="Unbounded"/>
                          <a:sym typeface="Unbounded"/>
                        </a:rPr>
                        <a:t>Contrast between sulfate and trace metals (</a:t>
                      </a:r>
                      <a:r>
                        <a:rPr i="1" lang="en" sz="1100">
                          <a:solidFill>
                            <a:schemeClr val="dk1"/>
                          </a:solidFill>
                          <a:latin typeface="Unbounded"/>
                          <a:ea typeface="Unbounded"/>
                          <a:cs typeface="Unbounded"/>
                          <a:sym typeface="Unbounded"/>
                        </a:rPr>
                        <a:t>SO₄²⁻, Se, Ni)</a:t>
                      </a:r>
                      <a:r>
                        <a:rPr lang="en" sz="1100">
                          <a:solidFill>
                            <a:schemeClr val="dk1"/>
                          </a:solidFill>
                          <a:latin typeface="Unbounded"/>
                          <a:ea typeface="Unbounded"/>
                          <a:cs typeface="Unbounded"/>
                          <a:sym typeface="Unbounded"/>
                        </a:rPr>
                        <a:t> from primary metals (</a:t>
                      </a:r>
                      <a:r>
                        <a:rPr i="1" lang="en" sz="1100">
                          <a:solidFill>
                            <a:schemeClr val="dk1"/>
                          </a:solidFill>
                          <a:latin typeface="Unbounded"/>
                          <a:ea typeface="Unbounded"/>
                          <a:cs typeface="Unbounded"/>
                          <a:sym typeface="Unbounded"/>
                        </a:rPr>
                        <a:t>Pb, Zn, Fe</a:t>
                      </a:r>
                      <a:r>
                        <a:rPr lang="en" sz="1100">
                          <a:solidFill>
                            <a:schemeClr val="dk1"/>
                          </a:solidFill>
                          <a:latin typeface="Unbounded"/>
                          <a:ea typeface="Unbounded"/>
                          <a:cs typeface="Unbounded"/>
                          <a:sym typeface="Unbounded"/>
                        </a:rPr>
                        <a:t>)</a:t>
                      </a:r>
                      <a:endParaRPr sz="1100">
                        <a:solidFill>
                          <a:schemeClr val="dk1"/>
                        </a:solidFill>
                        <a:latin typeface="Unbounded"/>
                        <a:ea typeface="Unbounded"/>
                        <a:cs typeface="Unbounded"/>
                        <a:sym typeface="Unbounded"/>
                      </a:endParaRPr>
                    </a:p>
                  </a:txBody>
                  <a:tcPr marT="91425" marB="91425" marR="91425" marL="91425"/>
                </a:tc>
              </a:tr>
            </a:tbl>
          </a:graphicData>
        </a:graphic>
      </p:graphicFrame>
      <p:sp>
        <p:nvSpPr>
          <p:cNvPr id="3547" name="Google Shape;3547;p263"/>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Unbounded"/>
                <a:ea typeface="Unbounded"/>
                <a:cs typeface="Unbounded"/>
                <a:sym typeface="Unbounded"/>
              </a:rPr>
              <a:t>This shows us</a:t>
            </a:r>
            <a:r>
              <a:rPr lang="en">
                <a:latin typeface="Unbounded"/>
                <a:ea typeface="Unbounded"/>
                <a:cs typeface="Unbounded"/>
                <a:sym typeface="Unbounded"/>
              </a:rPr>
              <a:t> covariance that guides factor selection and structure</a:t>
            </a:r>
            <a:endParaRPr>
              <a:latin typeface="Unbounded"/>
              <a:ea typeface="Unbounded"/>
              <a:cs typeface="Unbounded"/>
              <a:sym typeface="Unbound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1" name="Shape 3551"/>
        <p:cNvGrpSpPr/>
        <p:nvPr/>
      </p:nvGrpSpPr>
      <p:grpSpPr>
        <a:xfrm>
          <a:off x="0" y="0"/>
          <a:ext cx="0" cy="0"/>
          <a:chOff x="0" y="0"/>
          <a:chExt cx="0" cy="0"/>
        </a:xfrm>
      </p:grpSpPr>
      <p:sp>
        <p:nvSpPr>
          <p:cNvPr id="3552" name="Google Shape;3552;p264"/>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3553" name="Google Shape;3553;p264"/>
          <p:cNvSpPr txBox="1"/>
          <p:nvPr>
            <p:ph idx="1" type="subTitle"/>
          </p:nvPr>
        </p:nvSpPr>
        <p:spPr>
          <a:xfrm>
            <a:off x="1989408" y="2720875"/>
            <a:ext cx="5316000" cy="50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latin typeface="Unbounded SemiBold"/>
                <a:ea typeface="Unbounded SemiBold"/>
                <a:cs typeface="Unbounded SemiBold"/>
                <a:sym typeface="Unbounded SemiBold"/>
              </a:rPr>
              <a:t>Do you have any questions?</a:t>
            </a:r>
            <a:endParaRPr sz="2200">
              <a:latin typeface="Unbounded SemiBold"/>
              <a:ea typeface="Unbounded SemiBold"/>
              <a:cs typeface="Unbounded SemiBold"/>
              <a:sym typeface="Unbounded SemiBold"/>
            </a:endParaRPr>
          </a:p>
          <a:p>
            <a:pPr indent="0" lvl="0" marL="0" rtl="0" algn="ctr">
              <a:spcBef>
                <a:spcPts val="0"/>
              </a:spcBef>
              <a:spcAft>
                <a:spcPts val="0"/>
              </a:spcAft>
              <a:buNone/>
            </a:pPr>
            <a:r>
              <a:t/>
            </a:r>
            <a:endParaRPr sz="2000"/>
          </a:p>
        </p:txBody>
      </p:sp>
      <p:cxnSp>
        <p:nvCxnSpPr>
          <p:cNvPr id="3554" name="Google Shape;3554;p264"/>
          <p:cNvCxnSpPr/>
          <p:nvPr/>
        </p:nvCxnSpPr>
        <p:spPr>
          <a:xfrm>
            <a:off x="2106550" y="858750"/>
            <a:ext cx="4930800" cy="0"/>
          </a:xfrm>
          <a:prstGeom prst="straightConnector1">
            <a:avLst/>
          </a:prstGeom>
          <a:noFill/>
          <a:ln cap="flat" cmpd="sng" w="19050">
            <a:solidFill>
              <a:schemeClr val="lt2"/>
            </a:solidFill>
            <a:prstDash val="solid"/>
            <a:round/>
            <a:headEnd len="med" w="med" type="none"/>
            <a:tailEnd len="med" w="med" type="none"/>
          </a:ln>
        </p:spPr>
      </p:cxnSp>
      <p:cxnSp>
        <p:nvCxnSpPr>
          <p:cNvPr id="3555" name="Google Shape;3555;p264"/>
          <p:cNvCxnSpPr/>
          <p:nvPr/>
        </p:nvCxnSpPr>
        <p:spPr>
          <a:xfrm>
            <a:off x="2106550" y="1879100"/>
            <a:ext cx="49308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
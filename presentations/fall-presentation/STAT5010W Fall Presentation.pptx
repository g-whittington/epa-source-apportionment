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242.xml"/>
  <Override ContentType="application/vnd.openxmlformats-officedocument.presentationml.slideLayout+xml" PartName="/ppt/slideLayouts/slideLayout165.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289.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257.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238.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66.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249.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270.xml"/>
  <Override ContentType="application/vnd.openxmlformats-officedocument.presentationml.slideLayout+xml" PartName="/ppt/slideLayouts/slideLayout45.xml"/>
  <Override ContentType="application/vnd.openxmlformats-officedocument.presentationml.slideLayout+xml" PartName="/ppt/slideLayouts/slideLayout253.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68.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88.xml"/>
  <Override ContentType="application/vnd.openxmlformats-officedocument.presentationml.slideLayout+xml" PartName="/ppt/slideLayouts/slideLayout24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274.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56.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263.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46.xml"/>
  <Override ContentType="application/vnd.openxmlformats-officedocument.presentationml.slideLayout+xml" PartName="/ppt/slideLayouts/slideLayout290.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67.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241.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259.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275.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280.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291.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247.xml"/>
  <Override ContentType="application/vnd.openxmlformats-officedocument.presentationml.slideLayout+xml" PartName="/ppt/slideLayouts/slideLayout272.xml"/>
  <Override ContentType="application/vnd.openxmlformats-officedocument.presentationml.slideLayout+xml" PartName="/ppt/slideLayouts/slideLayout140.xml"/>
  <Override ContentType="application/vnd.openxmlformats-officedocument.presentationml.slideLayout+xml" PartName="/ppt/slideLayouts/slideLayout264.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255.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240.xml"/>
  <Override ContentType="application/vnd.openxmlformats-officedocument.presentationml.slideLayout+xml" PartName="/ppt/slideLayouts/slideLayout15.xml"/>
  <Override ContentType="application/vnd.openxmlformats-officedocument.presentationml.slideLayout+xml" PartName="/ppt/slideLayouts/slideLayout283.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28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276.xml"/>
  <Override ContentType="application/vnd.openxmlformats-officedocument.presentationml.slideLayout+xml" PartName="/ppt/slideLayouts/slideLayout25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261.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28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271.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254.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939" r:id="rId5"/>
    <p:sldMasterId id="2147483940" r:id="rId6"/>
    <p:sldMasterId id="2147483941" r:id="rId7"/>
    <p:sldMasterId id="2147483942" r:id="rId8"/>
    <p:sldMasterId id="2147483943" r:id="rId9"/>
    <p:sldMasterId id="2147483944" r:id="rId10"/>
    <p:sldMasterId id="2147483945" r:id="rId11"/>
    <p:sldMasterId id="2147483946" r:id="rId12"/>
    <p:sldMasterId id="2147483947" r:id="rId13"/>
    <p:sldMasterId id="2147483948" r:id="rId14"/>
    <p:sldMasterId id="2147483949"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Lst>
  <p:sldSz cy="5143500" cx="9144000"/>
  <p:notesSz cx="6858000" cy="9144000"/>
  <p:embeddedFontLst>
    <p:embeddedFont>
      <p:font typeface="Spinnaker"/>
      <p:regular r:id="rId37"/>
    </p:embeddedFont>
    <p:embeddedFont>
      <p:font typeface="Unbounded SemiBold"/>
      <p:regular r:id="rId38"/>
      <p:bold r:id="rId39"/>
    </p:embeddedFont>
    <p:embeddedFont>
      <p:font typeface="Anaheim"/>
      <p:regular r:id="rId40"/>
      <p:bold r:id="rId41"/>
    </p:embeddedFont>
    <p:embeddedFont>
      <p:font typeface="Bebas Neue"/>
      <p:regular r:id="rId42"/>
    </p:embeddedFont>
    <p:embeddedFont>
      <p:font typeface="Unbounded ExtraBold"/>
      <p:bold r:id="rId43"/>
    </p:embeddedFont>
    <p:embeddedFont>
      <p:font typeface="Unbounded"/>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B25BED-8E86-4706-8E17-64FDB00CF107}">
  <a:tblStyle styleId="{CBB25BED-8E86-4706-8E17-64FDB00CF107}"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naheim-regular.fntdata"/><Relationship Id="rId20" Type="http://schemas.openxmlformats.org/officeDocument/2006/relationships/slide" Target="slides/slide4.xml"/><Relationship Id="rId42" Type="http://schemas.openxmlformats.org/officeDocument/2006/relationships/font" Target="fonts/BebasNeue-regular.fntdata"/><Relationship Id="rId41" Type="http://schemas.openxmlformats.org/officeDocument/2006/relationships/font" Target="fonts/Anaheim-bold.fntdata"/><Relationship Id="rId22" Type="http://schemas.openxmlformats.org/officeDocument/2006/relationships/slide" Target="slides/slide6.xml"/><Relationship Id="rId44" Type="http://schemas.openxmlformats.org/officeDocument/2006/relationships/font" Target="fonts/Unbounded-regular.fntdata"/><Relationship Id="rId21" Type="http://schemas.openxmlformats.org/officeDocument/2006/relationships/slide" Target="slides/slide5.xml"/><Relationship Id="rId43" Type="http://schemas.openxmlformats.org/officeDocument/2006/relationships/font" Target="fonts/UnboundedExtraBold-bold.fntdata"/><Relationship Id="rId24" Type="http://schemas.openxmlformats.org/officeDocument/2006/relationships/slide" Target="slides/slide8.xml"/><Relationship Id="rId23" Type="http://schemas.openxmlformats.org/officeDocument/2006/relationships/slide" Target="slides/slide7.xml"/><Relationship Id="rId45" Type="http://schemas.openxmlformats.org/officeDocument/2006/relationships/font" Target="fonts/Unbounded-bold.fntdata"/><Relationship Id="rId1" Type="http://schemas.openxmlformats.org/officeDocument/2006/relationships/theme" Target="theme/theme1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0.xml"/><Relationship Id="rId25" Type="http://schemas.openxmlformats.org/officeDocument/2006/relationships/slide" Target="slides/slide9.xml"/><Relationship Id="rId28" Type="http://schemas.openxmlformats.org/officeDocument/2006/relationships/slide" Target="slides/slide12.xml"/><Relationship Id="rId27" Type="http://schemas.openxmlformats.org/officeDocument/2006/relationships/slide" Target="slides/slide11.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13.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5.xml"/><Relationship Id="rId30" Type="http://schemas.openxmlformats.org/officeDocument/2006/relationships/slide" Target="slides/slide14.xml"/><Relationship Id="rId11" Type="http://schemas.openxmlformats.org/officeDocument/2006/relationships/slideMaster" Target="slideMasters/slideMaster7.xml"/><Relationship Id="rId33" Type="http://schemas.openxmlformats.org/officeDocument/2006/relationships/slide" Target="slides/slide17.xml"/><Relationship Id="rId10" Type="http://schemas.openxmlformats.org/officeDocument/2006/relationships/slideMaster" Target="slideMasters/slideMaster6.xml"/><Relationship Id="rId32" Type="http://schemas.openxmlformats.org/officeDocument/2006/relationships/slide" Target="slides/slide16.xml"/><Relationship Id="rId13" Type="http://schemas.openxmlformats.org/officeDocument/2006/relationships/slideMaster" Target="slideMasters/slideMaster9.xml"/><Relationship Id="rId35" Type="http://schemas.openxmlformats.org/officeDocument/2006/relationships/slide" Target="slides/slide19.xml"/><Relationship Id="rId12" Type="http://schemas.openxmlformats.org/officeDocument/2006/relationships/slideMaster" Target="slideMasters/slideMaster8.xml"/><Relationship Id="rId34" Type="http://schemas.openxmlformats.org/officeDocument/2006/relationships/slide" Target="slides/slide18.xml"/><Relationship Id="rId15" Type="http://schemas.openxmlformats.org/officeDocument/2006/relationships/slideMaster" Target="slideMasters/slideMaster11.xml"/><Relationship Id="rId37" Type="http://schemas.openxmlformats.org/officeDocument/2006/relationships/font" Target="fonts/Spinnaker-regular.fntdata"/><Relationship Id="rId14" Type="http://schemas.openxmlformats.org/officeDocument/2006/relationships/slideMaster" Target="slideMasters/slideMaster10.xml"/><Relationship Id="rId36" Type="http://schemas.openxmlformats.org/officeDocument/2006/relationships/slide" Target="slides/slide20.xml"/><Relationship Id="rId17" Type="http://schemas.openxmlformats.org/officeDocument/2006/relationships/slide" Target="slides/slide1.xml"/><Relationship Id="rId39" Type="http://schemas.openxmlformats.org/officeDocument/2006/relationships/font" Target="fonts/UnboundedSemiBold-bold.fntdata"/><Relationship Id="rId16" Type="http://schemas.openxmlformats.org/officeDocument/2006/relationships/notesMaster" Target="notesMasters/notesMaster1.xml"/><Relationship Id="rId38" Type="http://schemas.openxmlformats.org/officeDocument/2006/relationships/font" Target="fonts/UnboundedSemiBold-regular.fntdata"/><Relationship Id="rId19" Type="http://schemas.openxmlformats.org/officeDocument/2006/relationships/slide" Target="slides/slide3.xml"/><Relationship Id="rId1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2" name="Shape 4152"/>
        <p:cNvGrpSpPr/>
        <p:nvPr/>
      </p:nvGrpSpPr>
      <p:grpSpPr>
        <a:xfrm>
          <a:off x="0" y="0"/>
          <a:ext cx="0" cy="0"/>
          <a:chOff x="0" y="0"/>
          <a:chExt cx="0" cy="0"/>
        </a:xfrm>
      </p:grpSpPr>
      <p:sp>
        <p:nvSpPr>
          <p:cNvPr id="4153" name="Google Shape;4153;g3a80cef0be3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4" name="Google Shape;4154;g3a80cef0be3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1" name="Shape 4161"/>
        <p:cNvGrpSpPr/>
        <p:nvPr/>
      </p:nvGrpSpPr>
      <p:grpSpPr>
        <a:xfrm>
          <a:off x="0" y="0"/>
          <a:ext cx="0" cy="0"/>
          <a:chOff x="0" y="0"/>
          <a:chExt cx="0" cy="0"/>
        </a:xfrm>
      </p:grpSpPr>
      <p:sp>
        <p:nvSpPr>
          <p:cNvPr id="4162" name="Google Shape;4162;g3a80cef0be3_0_2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3" name="Google Shape;4163;g3a80cef0be3_0_2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3" name="Shape 4183"/>
        <p:cNvGrpSpPr/>
        <p:nvPr/>
      </p:nvGrpSpPr>
      <p:grpSpPr>
        <a:xfrm>
          <a:off x="0" y="0"/>
          <a:ext cx="0" cy="0"/>
          <a:chOff x="0" y="0"/>
          <a:chExt cx="0" cy="0"/>
        </a:xfrm>
      </p:grpSpPr>
      <p:sp>
        <p:nvSpPr>
          <p:cNvPr id="4184" name="Google Shape;4184;g3a8e3f4be1e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5" name="Google Shape;4185;g3a8e3f4be1e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1" name="Shape 4191"/>
        <p:cNvGrpSpPr/>
        <p:nvPr/>
      </p:nvGrpSpPr>
      <p:grpSpPr>
        <a:xfrm>
          <a:off x="0" y="0"/>
          <a:ext cx="0" cy="0"/>
          <a:chOff x="0" y="0"/>
          <a:chExt cx="0" cy="0"/>
        </a:xfrm>
      </p:grpSpPr>
      <p:sp>
        <p:nvSpPr>
          <p:cNvPr id="4192" name="Google Shape;4192;g3a8e3f4be1e_0_1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3" name="Google Shape;4193;g3a8e3f4be1e_0_1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Source apportionment is a collection of numerical techniques typically used in environmental science contexts. They are designed </a:t>
            </a:r>
            <a:r>
              <a:rPr lang="en" sz="1300">
                <a:latin typeface="Spinnaker"/>
                <a:ea typeface="Spinnaker"/>
                <a:cs typeface="Spinnaker"/>
                <a:sym typeface="Spinnaker"/>
              </a:rPr>
              <a:t>to figure out where pollutants in a sample come from and how much each source contributes to the total pollution measured .</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The main idea of our p</a:t>
            </a:r>
            <a:r>
              <a:rPr lang="en" sz="1400">
                <a:solidFill>
                  <a:srgbClr val="395400"/>
                </a:solidFill>
                <a:latin typeface="Spinnaker"/>
                <a:ea typeface="Spinnaker"/>
                <a:cs typeface="Spinnaker"/>
                <a:sym typeface="Spinnaker"/>
              </a:rPr>
              <a:t>roject is that we have air samples from a mixed cocktail of pollutants, and we need to work backwards to figure out what the original sources were. That source could be something like</a:t>
            </a:r>
            <a:r>
              <a:rPr lang="en" sz="1400">
                <a:solidFill>
                  <a:srgbClr val="395400"/>
                </a:solidFill>
                <a:latin typeface="Spinnaker"/>
                <a:ea typeface="Spinnaker"/>
                <a:cs typeface="Spinnaker"/>
                <a:sym typeface="Spinnaker"/>
              </a:rPr>
              <a:t> traffic, or factory emissions, or it could be residential heating. Source apportionment helps us separate and quantify each one based off of ambient observations.</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What we get out of this analysis are two main things. First, we get source profiles. We can basically think of these as chemical fingerprints. Each source has its own unique characteristic makeup which we are trying to identify. Second, we get source contributions, which tell us how much pollution is coming from each source over time.</a:t>
            </a:r>
            <a:endParaRPr sz="1400">
              <a:solidFill>
                <a:srgbClr val="395400"/>
              </a:solidFill>
              <a:latin typeface="Spinnaker"/>
              <a:ea typeface="Spinnaker"/>
              <a:cs typeface="Spinnaker"/>
              <a:sym typeface="Spinnaker"/>
            </a:endParaRPr>
          </a:p>
          <a:p>
            <a:pPr indent="0" lvl="0" marL="0" rtl="0" algn="l">
              <a:spcBef>
                <a:spcPts val="120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By analyzing the chemical composition of each observation, we will use Positive Matrix Factorization or PMF to extract latent factors from the data. We can then interpret these factors to identify specific source profiles and calculate their corresponding source contributions.</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2" name="Shape 4202"/>
        <p:cNvGrpSpPr/>
        <p:nvPr/>
      </p:nvGrpSpPr>
      <p:grpSpPr>
        <a:xfrm>
          <a:off x="0" y="0"/>
          <a:ext cx="0" cy="0"/>
          <a:chOff x="0" y="0"/>
          <a:chExt cx="0" cy="0"/>
        </a:xfrm>
      </p:grpSpPr>
      <p:sp>
        <p:nvSpPr>
          <p:cNvPr id="4203" name="Google Shape;4203;g3a8e3f4be1e_0_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4" name="Google Shape;4204;g3a8e3f4be1e_0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395400"/>
                </a:solidFill>
                <a:latin typeface="Spinnaker"/>
                <a:ea typeface="Spinnaker"/>
                <a:cs typeface="Spinnaker"/>
                <a:sym typeface="Spinnaker"/>
              </a:rPr>
              <a:t>George Slide</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UGA: 2011-2015</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Did some jobs</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Started EPA contractor position around the same time as MS, seemed to be doing degree part time, and then was hired full time before wrapping up the MS</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2" name="Shape 4212"/>
        <p:cNvGrpSpPr/>
        <p:nvPr/>
      </p:nvGrpSpPr>
      <p:grpSpPr>
        <a:xfrm>
          <a:off x="0" y="0"/>
          <a:ext cx="0" cy="0"/>
          <a:chOff x="0" y="0"/>
          <a:chExt cx="0" cy="0"/>
        </a:xfrm>
      </p:grpSpPr>
      <p:sp>
        <p:nvSpPr>
          <p:cNvPr id="4213" name="Google Shape;4213;g3a8e3f4be1e_0_2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4" name="Google Shape;4214;g3a8e3f4be1e_0_2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9" name="Shape 4219"/>
        <p:cNvGrpSpPr/>
        <p:nvPr/>
      </p:nvGrpSpPr>
      <p:grpSpPr>
        <a:xfrm>
          <a:off x="0" y="0"/>
          <a:ext cx="0" cy="0"/>
          <a:chOff x="0" y="0"/>
          <a:chExt cx="0" cy="0"/>
        </a:xfrm>
      </p:grpSpPr>
      <p:sp>
        <p:nvSpPr>
          <p:cNvPr id="4220" name="Google Shape;4220;g3a8e3f4be1e_0_3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1" name="Google Shape;4221;g3a8e3f4be1e_0_3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sz="1400">
              <a:solidFill>
                <a:srgbClr val="395400"/>
              </a:solidFill>
              <a:latin typeface="Spinnaker"/>
              <a:ea typeface="Spinnaker"/>
              <a:cs typeface="Spinnaker"/>
              <a:sym typeface="Spinnaker"/>
            </a:endParaRPr>
          </a:p>
          <a:p>
            <a:pPr indent="0" lvl="0" marL="0" rtl="0" algn="l">
              <a:lnSpc>
                <a:spcPct val="115000"/>
              </a:lnSpc>
              <a:spcBef>
                <a:spcPts val="0"/>
              </a:spcBef>
              <a:spcAft>
                <a:spcPts val="0"/>
              </a:spcAft>
              <a:buClr>
                <a:schemeClr val="dk1"/>
              </a:buClr>
              <a:buSzPts val="1100"/>
              <a:buFont typeface="Arial"/>
              <a:buNone/>
            </a:pPr>
            <a:br>
              <a:rPr lang="en" sz="1400">
                <a:solidFill>
                  <a:srgbClr val="395400"/>
                </a:solidFill>
                <a:latin typeface="Spinnaker"/>
                <a:ea typeface="Spinnaker"/>
                <a:cs typeface="Spinnaker"/>
                <a:sym typeface="Spinnaker"/>
              </a:rPr>
            </a:br>
            <a:r>
              <a:rPr lang="en" sz="1400">
                <a:solidFill>
                  <a:srgbClr val="395400"/>
                </a:solidFill>
                <a:latin typeface="Spinnaker"/>
                <a:ea typeface="Spinnaker"/>
                <a:cs typeface="Spinnaker"/>
                <a:sym typeface="Spinnaker"/>
              </a:rPr>
              <a:t>G</a:t>
            </a:r>
            <a:r>
              <a:rPr lang="en" sz="1400">
                <a:solidFill>
                  <a:srgbClr val="395400"/>
                </a:solidFill>
                <a:latin typeface="Spinnaker"/>
                <a:ea typeface="Spinnaker"/>
                <a:cs typeface="Spinnaker"/>
                <a:sym typeface="Spinnaker"/>
              </a:rPr>
              <a:t>iven six data files from three different cities. In the data, we are given chemical concentrations and uncertainty values for each species which we can use for modeling. Baltimore and St Louis use particulate matter (PM) while Baton Rouge uses volatile organic compounds.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Particulate matter is a mixture of solid particles and liquid droplets found in the air. Some particles, such as dust, dirt, soot, or smoke, are large or dark enough to be seen with the naked eye.</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PM2.5: fine inhalable particles, with diameters that are generally 2.5 micrometers and smaller.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VOCs are airborne gases emerging from fuel and industrial chemicals. This is found in the Baton Rouge dataset.</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Baltimore had 630 samples, Baton Rouge 307, and St Louis 418.</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9" name="Shape 4279"/>
        <p:cNvGrpSpPr/>
        <p:nvPr/>
      </p:nvGrpSpPr>
      <p:grpSpPr>
        <a:xfrm>
          <a:off x="0" y="0"/>
          <a:ext cx="0" cy="0"/>
          <a:chOff x="0" y="0"/>
          <a:chExt cx="0" cy="0"/>
        </a:xfrm>
      </p:grpSpPr>
      <p:sp>
        <p:nvSpPr>
          <p:cNvPr id="4280" name="Google Shape;4280;g3a8e3f4be1e_0_4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1" name="Google Shape;4281;g3a8e3f4be1e_0_4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395400"/>
                </a:solidFill>
                <a:latin typeface="Spinnaker"/>
                <a:ea typeface="Spinnaker"/>
                <a:cs typeface="Spinnaker"/>
                <a:sym typeface="Spinnaker"/>
              </a:rPr>
              <a:t>Deeya Slide</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Here is a closer look at that data we </a:t>
            </a:r>
            <a:r>
              <a:rPr lang="en" sz="1500">
                <a:solidFill>
                  <a:srgbClr val="395400"/>
                </a:solidFill>
                <a:latin typeface="Spinnaker"/>
                <a:ea typeface="Spinnaker"/>
                <a:cs typeface="Spinnaker"/>
                <a:sym typeface="Spinnaker"/>
              </a:rPr>
              <a:t>just</a:t>
            </a:r>
            <a:r>
              <a:rPr lang="en" sz="1500">
                <a:solidFill>
                  <a:srgbClr val="395400"/>
                </a:solidFill>
                <a:latin typeface="Spinnaker"/>
                <a:ea typeface="Spinnaker"/>
                <a:cs typeface="Spinnaker"/>
                <a:sym typeface="Spinnaker"/>
              </a:rPr>
              <a:t> mentioned. As you can see from this table, we're not measuring the same species in each city, and that's actually really important for our analysis.</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In Baltimore, they measured 17 trace elements like aluminum, lead, zinc, and others. They also captured 5 different ions including ammonium, potassium, and sulfate, plus 6 carbon and mass measurements like elemental carbon and PM2.5 (particulate matter smaller than 2.5 micrograms). So Baltimore gives us a pretty comprehensive picture of lots of particulate matter.</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Baton Rouge is pretty different. Here the data focused heavily on volatile organic compounds, or VOCs. They measured 41 different VOCs including BTEX compounds, alkanes, alkenes, and isoprene. Basically, this is a much more chemically specific dataset focused on gaseous pollutants rather than particulate matter.</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St. Louis falls somewhere in between. We have 8 trace elements, only 2 ions, and 3 carbon and mass measurements. It's a smaller set overall but still gives us sufficient information to conduct PMF.</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Making a note of these differences helps inform us of what kind of profiles we will probably develop in each city</a:t>
            </a:r>
            <a:r>
              <a:rPr lang="en" sz="1500">
                <a:solidFill>
                  <a:srgbClr val="395400"/>
                </a:solidFill>
                <a:latin typeface="Spinnaker"/>
                <a:ea typeface="Spinnaker"/>
                <a:cs typeface="Spinnaker"/>
                <a:sym typeface="Spinnaker"/>
              </a:rPr>
              <a:t>. For example, the presence of </a:t>
            </a:r>
            <a:r>
              <a:rPr lang="en" sz="1500">
                <a:solidFill>
                  <a:srgbClr val="395400"/>
                </a:solidFill>
                <a:latin typeface="Spinnaker"/>
                <a:ea typeface="Spinnaker"/>
                <a:cs typeface="Spinnaker"/>
                <a:sym typeface="Spinnaker"/>
              </a:rPr>
              <a:t>VOCs tips us off that we are likely picking up on things like vehicle emissions and industrial solvents, while the trace elements possibly indicate  road dust and combustion. </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Looking ahead, the types of source profiles we develop will look different in each city because each dataset is a unique environments.</a:t>
            </a:r>
            <a:endParaRPr sz="1500">
              <a:solidFill>
                <a:srgbClr val="395400"/>
              </a:solidFill>
              <a:latin typeface="Spinnaker"/>
              <a:ea typeface="Spinnaker"/>
              <a:cs typeface="Spinnaker"/>
              <a:sym typeface="Spinnaker"/>
            </a:endParaRPr>
          </a:p>
          <a:p>
            <a:pPr indent="0" lvl="0" marL="0" rtl="0" algn="l">
              <a:spcBef>
                <a:spcPts val="1200"/>
              </a:spcBef>
              <a:spcAft>
                <a:spcPts val="0"/>
              </a:spcAft>
              <a:buNone/>
            </a:pPr>
            <a:r>
              <a:t/>
            </a:r>
            <a:endParaRPr sz="1500">
              <a:solidFill>
                <a:srgbClr val="395400"/>
              </a:solidFill>
              <a:latin typeface="Spinnaker"/>
              <a:ea typeface="Spinnaker"/>
              <a:cs typeface="Spinnaker"/>
              <a:sym typeface="Spinnake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6" name="Shape 4286"/>
        <p:cNvGrpSpPr/>
        <p:nvPr/>
      </p:nvGrpSpPr>
      <p:grpSpPr>
        <a:xfrm>
          <a:off x="0" y="0"/>
          <a:ext cx="0" cy="0"/>
          <a:chOff x="0" y="0"/>
          <a:chExt cx="0" cy="0"/>
        </a:xfrm>
      </p:grpSpPr>
      <p:sp>
        <p:nvSpPr>
          <p:cNvPr id="4287" name="Google Shape;4287;g3a8e3f4be1e_0_4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8" name="Google Shape;4288;g3a8e3f4be1e_0_4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395400"/>
                </a:solidFill>
                <a:latin typeface="Spinnaker"/>
                <a:ea typeface="Spinnaker"/>
                <a:cs typeface="Spinnaker"/>
                <a:sym typeface="Spinnaker"/>
              </a:rPr>
              <a:t>George Slide</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A primary consideration for the analysis involves the temporal resolution of the data. None of these datasets represent continuous timelines, which directly informs the modeling strategy.</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    Baltimore provides daily averages, but the timeline is discontinuous, containing frequent multi-day gaps.</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    Baton Rouge is characterized by a specific sampling schedule, with measurements occurring predominantly at 03:00 or 06:00 AM. This indicates the dataset captures background or nighttime conditions rather than daytime traffic peaks.</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    St. Louis offers hourly data, yet it is segmented into specific campaigns with irregular gaps, often missing afternoon blocks.</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Given this structure, standard time-series forecasting is not applicable. Instead, the analysis treats each observation as an independent snapshot of air quality rather than a continuous sequence, but it might be possible in the St. Louis given it’s hourly nature.</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2" name="Shape 4292"/>
        <p:cNvGrpSpPr/>
        <p:nvPr/>
      </p:nvGrpSpPr>
      <p:grpSpPr>
        <a:xfrm>
          <a:off x="0" y="0"/>
          <a:ext cx="0" cy="0"/>
          <a:chOff x="0" y="0"/>
          <a:chExt cx="0" cy="0"/>
        </a:xfrm>
      </p:grpSpPr>
      <p:sp>
        <p:nvSpPr>
          <p:cNvPr id="4293" name="Google Shape;4293;g3a8e3f4be1e_0_5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4" name="Google Shape;4294;g3a8e3f4be1e_0_5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First, we checked the datasets for completeness. None of the three datasets had missing values which means we didnt have to impute or remove samples.</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However there were some entries where the uncertainty measure was larger than the measured concentration. “Signal to noise” issue, noise&gt;signal, unreliable. Still useful, but have to treat them differently.</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br>
              <a:rPr lang="en" sz="1400">
                <a:solidFill>
                  <a:srgbClr val="395400"/>
                </a:solidFill>
                <a:latin typeface="Spinnaker"/>
                <a:ea typeface="Spinnaker"/>
                <a:cs typeface="Spinnaker"/>
                <a:sym typeface="Spinnaker"/>
              </a:rPr>
            </a:br>
            <a:r>
              <a:rPr lang="en" sz="1400">
                <a:solidFill>
                  <a:srgbClr val="395400"/>
                </a:solidFill>
                <a:latin typeface="Spinnaker"/>
                <a:ea typeface="Spinnaker"/>
                <a:cs typeface="Spinnaker"/>
                <a:sym typeface="Spinnaker"/>
              </a:rPr>
              <a:t>Solution: Treat them as BDL but not deleting them. We use a log transform to preserve them instead.</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8" name="Shape 4298"/>
        <p:cNvGrpSpPr/>
        <p:nvPr/>
      </p:nvGrpSpPr>
      <p:grpSpPr>
        <a:xfrm>
          <a:off x="0" y="0"/>
          <a:ext cx="0" cy="0"/>
          <a:chOff x="0" y="0"/>
          <a:chExt cx="0" cy="0"/>
        </a:xfrm>
      </p:grpSpPr>
      <p:sp>
        <p:nvSpPr>
          <p:cNvPr id="4299" name="Google Shape;4299;g3a8e3f4be1e_0_5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0" name="Google Shape;4300;g3a8e3f4be1e_0_5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b="1"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Here are the</a:t>
            </a:r>
            <a:r>
              <a:rPr lang="en" sz="1400">
                <a:solidFill>
                  <a:srgbClr val="395400"/>
                </a:solidFill>
                <a:latin typeface="Spinnaker"/>
                <a:ea typeface="Spinnaker"/>
                <a:cs typeface="Spinnaker"/>
                <a:sym typeface="Spinnaker"/>
              </a:rPr>
              <a:t> specific research questions guiding this analysis. We have five main areas we're focusing on.</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First is input data analysis. Before we can even run PMF, we need to figure out how to effectively analyze and pre-process this data.  We need to determine what features are actually important and if there are any species we should exclude. </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Second, the actual source apportionment modeling. Can we successfully use PMF to calculate our source profiles and quantify our source contributions? This is the core of what our project is investigating.</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None/>
            </a:pPr>
            <a:r>
              <a:rPr lang="en" sz="1400">
                <a:solidFill>
                  <a:srgbClr val="395400"/>
                </a:solidFill>
                <a:latin typeface="Spinnaker"/>
                <a:ea typeface="Spinnaker"/>
                <a:cs typeface="Spinnaker"/>
                <a:sym typeface="Spinnaker"/>
              </a:rPr>
              <a:t>Third, uncertainty integration. This is really important because w</a:t>
            </a:r>
            <a:r>
              <a:rPr lang="en" sz="1400">
                <a:solidFill>
                  <a:srgbClr val="395400"/>
                </a:solidFill>
                <a:latin typeface="Spinnaker"/>
                <a:ea typeface="Spinnaker"/>
                <a:cs typeface="Spinnaker"/>
                <a:sym typeface="Spinnaker"/>
              </a:rPr>
              <a:t>e don't want to just ignore measurement uncertainty and pretend our results are more precise than they actually are. </a:t>
            </a:r>
            <a:r>
              <a:rPr lang="en" sz="1400">
                <a:solidFill>
                  <a:srgbClr val="395400"/>
                </a:solidFill>
                <a:latin typeface="Spinnaker"/>
                <a:ea typeface="Spinnaker"/>
                <a:cs typeface="Spinnaker"/>
                <a:sym typeface="Spinnaker"/>
              </a:rPr>
              <a:t>Every measurement we have comes with some uncertainty, whether that's from the sensor itself, the sampling method, or natural variability. The question is, how can we incorporate that uncertainty directly into our model in order to refine our estimates and better assess potential error? </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Fourth, model evaluation. PMF isn't a one-and-done process. We'll likely run multiple models with different parameters, and we need ways to evaluate them. We need to decide what metric we will use to do this and what plots will help us assess stability.</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And finally, environmental interpretation. We want to make real physical conclusions about pollution sources in these cities. The ultimate goal of this whole project is to put our statistical findings back into the context of </a:t>
            </a:r>
            <a:r>
              <a:rPr lang="en" sz="1400">
                <a:solidFill>
                  <a:srgbClr val="395400"/>
                </a:solidFill>
                <a:latin typeface="Spinnaker"/>
                <a:ea typeface="Spinnaker"/>
                <a:cs typeface="Spinnaker"/>
                <a:sym typeface="Spinnaker"/>
              </a:rPr>
              <a:t>the</a:t>
            </a:r>
            <a:r>
              <a:rPr lang="en" sz="1400">
                <a:solidFill>
                  <a:srgbClr val="395400"/>
                </a:solidFill>
                <a:latin typeface="Spinnaker"/>
                <a:ea typeface="Spinnaker"/>
                <a:cs typeface="Spinnaker"/>
                <a:sym typeface="Spinnaker"/>
              </a:rPr>
              <a:t> data.</a:t>
            </a:r>
            <a:endParaRPr sz="1400">
              <a:solidFill>
                <a:srgbClr val="395400"/>
              </a:solidFill>
              <a:latin typeface="Spinnaker"/>
              <a:ea typeface="Spinnaker"/>
              <a:cs typeface="Spinnaker"/>
              <a:sym typeface="Spinnaker"/>
            </a:endParaRPr>
          </a:p>
          <a:p>
            <a:pPr indent="0" lvl="0" marL="0" rtl="0" algn="l">
              <a:spcBef>
                <a:spcPts val="1200"/>
              </a:spcBef>
              <a:spcAft>
                <a:spcPts val="0"/>
              </a:spcAft>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4" name="Shape 4314"/>
        <p:cNvGrpSpPr/>
        <p:nvPr/>
      </p:nvGrpSpPr>
      <p:grpSpPr>
        <a:xfrm>
          <a:off x="0" y="0"/>
          <a:ext cx="0" cy="0"/>
          <a:chOff x="0" y="0"/>
          <a:chExt cx="0" cy="0"/>
        </a:xfrm>
      </p:grpSpPr>
      <p:sp>
        <p:nvSpPr>
          <p:cNvPr id="4315" name="Google Shape;4315;g3a90e8b5c67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6" name="Google Shape;4316;g3a90e8b5c67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George Slide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1" name="Shape 4321"/>
        <p:cNvGrpSpPr/>
        <p:nvPr/>
      </p:nvGrpSpPr>
      <p:grpSpPr>
        <a:xfrm>
          <a:off x="0" y="0"/>
          <a:ext cx="0" cy="0"/>
          <a:chOff x="0" y="0"/>
          <a:chExt cx="0" cy="0"/>
        </a:xfrm>
      </p:grpSpPr>
      <p:sp>
        <p:nvSpPr>
          <p:cNvPr id="4322" name="Google Shape;4322;g3a90e8b5c67_0_3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3" name="Google Shape;4323;g3a90e8b5c67_0_3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395400"/>
                </a:solidFill>
                <a:latin typeface="Spinnaker"/>
                <a:ea typeface="Spinnaker"/>
                <a:cs typeface="Spinnaker"/>
                <a:sym typeface="Spinnaker"/>
              </a:rPr>
              <a:t>George Slide</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A primary consideration for the analysis involves the temporal resolution of the data. None of these datasets represent continuous timelines, which changes the interpretation of the results</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The most important metric is that Max-to-Mean Ratio.</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    Across the board, we see peak values that are several times higher than the average.</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    This tells us that the pollution is highly episodic. It isn't a steady stream; it comes in massive, short-lived plumes.</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While these spikes are the 'signal' we want, they create a mathematical problem. If we fed this raw data into the model, the algorithm would be biased by magnitude. It would obsess over fitting these few massive numbers and ignore the subtle correlations in the rest of the data.</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2" name="Shape 4332"/>
        <p:cNvGrpSpPr/>
        <p:nvPr/>
      </p:nvGrpSpPr>
      <p:grpSpPr>
        <a:xfrm>
          <a:off x="0" y="0"/>
          <a:ext cx="0" cy="0"/>
          <a:chOff x="0" y="0"/>
          <a:chExt cx="0" cy="0"/>
        </a:xfrm>
      </p:grpSpPr>
      <p:sp>
        <p:nvSpPr>
          <p:cNvPr id="4333" name="Google Shape;4333;g3a90e8b5c67_0_2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4" name="Google Shape;4334;g3a90e8b5c67_0_2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The raw data on the left (showing </a:t>
            </a:r>
            <a:r>
              <a:rPr lang="en" sz="1400">
                <a:solidFill>
                  <a:srgbClr val="395400"/>
                </a:solidFill>
                <a:latin typeface="Spinnaker"/>
                <a:ea typeface="Spinnaker"/>
                <a:cs typeface="Spinnaker"/>
                <a:sym typeface="Spinnaker"/>
              </a:rPr>
              <a:t>Baltimore's</a:t>
            </a:r>
            <a:r>
              <a:rPr lang="en" sz="1400">
                <a:solidFill>
                  <a:srgbClr val="395400"/>
                </a:solidFill>
                <a:latin typeface="Spinnaker"/>
                <a:ea typeface="Spinnaker"/>
                <a:cs typeface="Spinnaker"/>
                <a:sym typeface="Spinnaker"/>
              </a:rPr>
              <a:t> measured PM2.5 levels) is highly right-skewed — we have many low concentrations and a long tail of higher values.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This skewness violates the normality assumptions many statistical methods rely on. We add 1 to avoid taking the log of zero, because PM2.5 measurements are always non-negative. Because of the extreme values shown previously and a lot of values with lower concentrations than uncertainty values, log transforming keeps all the data while stabilizing the scale.  We did this on all datasets and saw improvements in all three cities.</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0" name="Shape 4340"/>
        <p:cNvGrpSpPr/>
        <p:nvPr/>
      </p:nvGrpSpPr>
      <p:grpSpPr>
        <a:xfrm>
          <a:off x="0" y="0"/>
          <a:ext cx="0" cy="0"/>
          <a:chOff x="0" y="0"/>
          <a:chExt cx="0" cy="0"/>
        </a:xfrm>
      </p:grpSpPr>
      <p:sp>
        <p:nvSpPr>
          <p:cNvPr id="4341" name="Google Shape;4341;g3a8ef1711d1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2" name="Google Shape;4342;g3a8ef1711d1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None/>
            </a:pPr>
            <a:r>
              <a:rPr lang="en" sz="1400">
                <a:solidFill>
                  <a:srgbClr val="395400"/>
                </a:solidFill>
                <a:latin typeface="Spinnaker"/>
                <a:ea typeface="Spinnaker"/>
                <a:cs typeface="Spinnaker"/>
                <a:sym typeface="Spinnaker"/>
              </a:rPr>
              <a:t>This box plot shows the distribution of mean concentrations across all the pollutants we measured in each city,</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Baltimore sits pretty low overall. The median concentration is close to zero, and we don't see a lot of variability. There are a couple of outliers, but most measurements are clustered in a narrow range. Looking at the top 5 species for Baltimore, PM2.5 leads at about 2.7 micrograms per cubic meter, followed by organic matter, organic carbon, sulfate, and ammonium ion. These are all particulate matter components, which makes sense given what we observed just looking at the sources listed in the Baltimore </a:t>
            </a:r>
            <a:r>
              <a:rPr lang="en" sz="1400">
                <a:solidFill>
                  <a:srgbClr val="395400"/>
                </a:solidFill>
                <a:latin typeface="Spinnaker"/>
                <a:ea typeface="Spinnaker"/>
                <a:cs typeface="Spinnaker"/>
                <a:sym typeface="Spinnaker"/>
              </a:rPr>
              <a:t>dataset</a:t>
            </a:r>
            <a:r>
              <a:rPr lang="en" sz="1400">
                <a:solidFill>
                  <a:srgbClr val="395400"/>
                </a:solidFill>
                <a:latin typeface="Spinnaker"/>
                <a:ea typeface="Spinnaker"/>
                <a:cs typeface="Spinnaker"/>
                <a:sym typeface="Spinnaker"/>
              </a:rPr>
              <a:t>.</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On the right we have </a:t>
            </a:r>
            <a:r>
              <a:rPr lang="en" sz="1400">
                <a:solidFill>
                  <a:srgbClr val="395400"/>
                </a:solidFill>
                <a:latin typeface="Spinnaker"/>
                <a:ea typeface="Spinnaker"/>
                <a:cs typeface="Spinnaker"/>
                <a:sym typeface="Spinnaker"/>
              </a:rPr>
              <a:t>St. Louis. The distribution also has a low center of measure but has higher variability than Baltimore. The top 5 here are PM2.5, organic carbon, sulfate, total nitrate, and elemental carbon. Again, these are mostly particulate components, pretty similar to Baltimore but with slightly higher concentrations overall.</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Baton Rouge is a different story. The concentrations are higher and more variable. When we look at the top 5 species, it's all VOCs measured in parts per billion. TNMOC, which is total non-methane organic compounds, is the outlier way up at 5.1 ppbc. Then we have unidentified compounds, propane, ethane, and isopentane. These are gaseous pollutants, and they're measured at much higher concentrations than what we're seeing in the other cities.</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 </a:t>
            </a:r>
            <a:endParaRPr sz="1400">
              <a:solidFill>
                <a:srgbClr val="395400"/>
              </a:solidFill>
              <a:latin typeface="Spinnaker"/>
              <a:ea typeface="Spinnaker"/>
              <a:cs typeface="Spinnaker"/>
              <a:sym typeface="Spinnaker"/>
            </a:endParaRPr>
          </a:p>
          <a:p>
            <a:pPr indent="0" lvl="0" marL="0" rtl="0" algn="l">
              <a:spcBef>
                <a:spcPts val="1200"/>
              </a:spcBef>
              <a:spcAft>
                <a:spcPts val="0"/>
              </a:spcAft>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8" name="Shape 4348"/>
        <p:cNvGrpSpPr/>
        <p:nvPr/>
      </p:nvGrpSpPr>
      <p:grpSpPr>
        <a:xfrm>
          <a:off x="0" y="0"/>
          <a:ext cx="0" cy="0"/>
          <a:chOff x="0" y="0"/>
          <a:chExt cx="0" cy="0"/>
        </a:xfrm>
      </p:grpSpPr>
      <p:sp>
        <p:nvSpPr>
          <p:cNvPr id="4349" name="Google Shape;4349;g3a90e8b5c67_0_4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0" name="Google Shape;4350;g3a90e8b5c67_0_4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George Slide</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For source apportionment, this is a problem. Including both variables means we're double-counting the same information, which causes statistical issues in PMF and wastes a valuable species slot. Each variable should provide unique information to help distinguish sources.</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For when we build our model next semester we will keep Organic Carbon - the actual measured value - and drop Organic Matter before running PMF. </a:t>
            </a:r>
            <a:endParaRPr sz="1400">
              <a:solidFill>
                <a:srgbClr val="395400"/>
              </a:solidFill>
              <a:latin typeface="Spinnaker"/>
              <a:ea typeface="Spinnaker"/>
              <a:cs typeface="Spinnaker"/>
              <a:sym typeface="Spinnake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6" name="Shape 4356"/>
        <p:cNvGrpSpPr/>
        <p:nvPr/>
      </p:nvGrpSpPr>
      <p:grpSpPr>
        <a:xfrm>
          <a:off x="0" y="0"/>
          <a:ext cx="0" cy="0"/>
          <a:chOff x="0" y="0"/>
          <a:chExt cx="0" cy="0"/>
        </a:xfrm>
      </p:grpSpPr>
      <p:sp>
        <p:nvSpPr>
          <p:cNvPr id="4357" name="Google Shape;4357;g3a90e8b5c6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8" name="Google Shape;4358;g3a90e8b5c6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3" name="Shape 4363"/>
        <p:cNvGrpSpPr/>
        <p:nvPr/>
      </p:nvGrpSpPr>
      <p:grpSpPr>
        <a:xfrm>
          <a:off x="0" y="0"/>
          <a:ext cx="0" cy="0"/>
          <a:chOff x="0" y="0"/>
          <a:chExt cx="0" cy="0"/>
        </a:xfrm>
      </p:grpSpPr>
      <p:sp>
        <p:nvSpPr>
          <p:cNvPr id="4364" name="Google Shape;4364;g3a90e8b5c67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5" name="Google Shape;4365;g3a90e8b5c67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Positive Matrix Factorization is a source apportionment model used to identify hidden pollution sources. Takes our data and outputs two results, source contributions and the source profiles.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Source contributions: How much each source contributed each day</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Source profile: the chemical fingerprint of each source</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Mathmetically: X=GF+E, where X is our observed data and E is the residual error. We pick a number of sources and the model optimizes values for G (Source Contributions) and F (Source Profiles). Then using a plot we can pick the number of sources that best fits the data while not over/under fitting.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A quick note: PMF is a specialized form of Factor Analysis.</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While traditionally Factor Analysis allows for negative values in its mathematical</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solution, our context requires a strict non-negative constraint because</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physical matter or pollution cannot exist in negative quantities.</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Good bc we don’t know the sources, it handles uncertainty, and air quality researchers use it extensively.</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1" name="Shape 4371"/>
        <p:cNvGrpSpPr/>
        <p:nvPr/>
      </p:nvGrpSpPr>
      <p:grpSpPr>
        <a:xfrm>
          <a:off x="0" y="0"/>
          <a:ext cx="0" cy="0"/>
          <a:chOff x="0" y="0"/>
          <a:chExt cx="0" cy="0"/>
        </a:xfrm>
      </p:grpSpPr>
      <p:sp>
        <p:nvSpPr>
          <p:cNvPr id="4372" name="Google Shape;4372;g3a90e8b5c67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3" name="Google Shape;4373;g3a90e8b5c67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Here is a overview of our project timeline.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lang="en" sz="1400">
                <a:solidFill>
                  <a:srgbClr val="395400"/>
                </a:solidFill>
                <a:latin typeface="Spinnaker"/>
                <a:ea typeface="Spinnaker"/>
                <a:cs typeface="Spinnaker"/>
                <a:sym typeface="Spinnaker"/>
              </a:rPr>
              <a:t>Right now, we're in the data preparation phase. This is where we've been doing all the data processing and exploratory analysis you've seen so far. Our goal is to </a:t>
            </a:r>
            <a:r>
              <a:rPr lang="en" sz="1400">
                <a:solidFill>
                  <a:srgbClr val="395400"/>
                </a:solidFill>
                <a:latin typeface="Spinnaker"/>
                <a:ea typeface="Spinnaker"/>
                <a:cs typeface="Spinnaker"/>
                <a:sym typeface="Spinnaker"/>
              </a:rPr>
              <a:t>confirm</a:t>
            </a:r>
            <a:r>
              <a:rPr lang="en" sz="1400">
                <a:solidFill>
                  <a:srgbClr val="395400"/>
                </a:solidFill>
                <a:latin typeface="Spinnaker"/>
                <a:ea typeface="Spinnaker"/>
                <a:cs typeface="Spinnaker"/>
                <a:sym typeface="Spinnaker"/>
              </a:rPr>
              <a:t> our data is actually suitable for our chosen method PMF. Right now we're checking for issues like values that may be below detection limit, and understanding the structure of what we're working with.</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Next is the bulk of our work next semester which is our model development. This is where we'll actually create the source apportionment models using PMF. We'll use that to calculate those source profiles and source contributions for each city.  </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And finally we will move into model evaluation. </a:t>
            </a:r>
            <a:r>
              <a:rPr lang="en" sz="1400">
                <a:solidFill>
                  <a:srgbClr val="395400"/>
                </a:solidFill>
                <a:latin typeface="Spinnaker"/>
                <a:ea typeface="Spinnaker"/>
                <a:cs typeface="Spinnaker"/>
                <a:sym typeface="Spinnaker"/>
              </a:rPr>
              <a:t> We'll be doing the environmental interpretation at this stage, figuring out what these sources actually represent in the real world. </a:t>
            </a:r>
            <a:r>
              <a:rPr lang="en" sz="1400">
                <a:solidFill>
                  <a:srgbClr val="395400"/>
                </a:solidFill>
                <a:latin typeface="Spinnaker"/>
                <a:ea typeface="Spinnaker"/>
                <a:cs typeface="Spinnaker"/>
                <a:sym typeface="Spinnaker"/>
              </a:rPr>
              <a:t>We will need to somehow assess how reasonable our results are. This is where we'll utilize that input uncertainty we talked about earlier to either improve the model's performance or create new iterations with different parameters.</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5" name="Shape 4435"/>
        <p:cNvGrpSpPr/>
        <p:nvPr/>
      </p:nvGrpSpPr>
      <p:grpSpPr>
        <a:xfrm>
          <a:off x="0" y="0"/>
          <a:ext cx="0" cy="0"/>
          <a:chOff x="0" y="0"/>
          <a:chExt cx="0" cy="0"/>
        </a:xfrm>
      </p:grpSpPr>
      <p:sp>
        <p:nvSpPr>
          <p:cNvPr id="4436" name="Google Shape;4436;g3a956b3e48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7" name="Google Shape;4437;g3a956b3e48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jpg"/></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png"/></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png"/></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pic>
        <p:nvPicPr>
          <p:cNvPr id="55" name="Google Shape;55;p1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6" name="Google Shape;56;p14"/>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7" name="Google Shape;57;p14"/>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8" name="Google Shape;58;p14"/>
          <p:cNvGrpSpPr/>
          <p:nvPr/>
        </p:nvGrpSpPr>
        <p:grpSpPr>
          <a:xfrm>
            <a:off x="-421050" y="-872075"/>
            <a:ext cx="10524450" cy="6436800"/>
            <a:chOff x="-421050" y="-872075"/>
            <a:chExt cx="10524450" cy="6436800"/>
          </a:xfrm>
        </p:grpSpPr>
        <p:sp>
          <p:nvSpPr>
            <p:cNvPr id="59" name="Google Shape;59;p14"/>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0" name="Google Shape;60;p14"/>
            <p:cNvGrpSpPr/>
            <p:nvPr/>
          </p:nvGrpSpPr>
          <p:grpSpPr>
            <a:xfrm>
              <a:off x="6148925" y="-872075"/>
              <a:ext cx="2489300" cy="1740000"/>
              <a:chOff x="6148925" y="-872075"/>
              <a:chExt cx="2489300" cy="1740000"/>
            </a:xfrm>
          </p:grpSpPr>
          <p:sp>
            <p:nvSpPr>
              <p:cNvPr id="61" name="Google Shape;61;p1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2" name="Google Shape;62;p1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3" name="Google Shape;63;p1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4" name="Google Shape;64;p1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65" name="Google Shape;65;p14"/>
          <p:cNvGrpSpPr/>
          <p:nvPr/>
        </p:nvGrpSpPr>
        <p:grpSpPr>
          <a:xfrm>
            <a:off x="-148218" y="81904"/>
            <a:ext cx="10251619" cy="5069347"/>
            <a:chOff x="-148218" y="81904"/>
            <a:chExt cx="10251619" cy="5069347"/>
          </a:xfrm>
        </p:grpSpPr>
        <p:pic>
          <p:nvPicPr>
            <p:cNvPr id="66" name="Google Shape;66;p14"/>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67" name="Google Shape;67;p14"/>
            <p:cNvGrpSpPr/>
            <p:nvPr/>
          </p:nvGrpSpPr>
          <p:grpSpPr>
            <a:xfrm>
              <a:off x="359837" y="4401391"/>
              <a:ext cx="1102438" cy="577167"/>
              <a:chOff x="359837" y="4401391"/>
              <a:chExt cx="1102438" cy="577167"/>
            </a:xfrm>
          </p:grpSpPr>
          <p:pic>
            <p:nvPicPr>
              <p:cNvPr id="68" name="Google Shape;68;p14"/>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69" name="Google Shape;69;p14"/>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70" name="Google Shape;70;p14"/>
            <p:cNvGrpSpPr/>
            <p:nvPr/>
          </p:nvGrpSpPr>
          <p:grpSpPr>
            <a:xfrm>
              <a:off x="-148218" y="81904"/>
              <a:ext cx="1188426" cy="1227668"/>
              <a:chOff x="-7843" y="83454"/>
              <a:chExt cx="1188426" cy="1227668"/>
            </a:xfrm>
          </p:grpSpPr>
          <p:pic>
            <p:nvPicPr>
              <p:cNvPr id="71" name="Google Shape;71;p14"/>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72" name="Google Shape;72;p14"/>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73" name="Google Shape;73;p14"/>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74" name="Google Shape;74;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 name="Shape 75"/>
        <p:cNvGrpSpPr/>
        <p:nvPr/>
      </p:nvGrpSpPr>
      <p:grpSpPr>
        <a:xfrm>
          <a:off x="0" y="0"/>
          <a:ext cx="0" cy="0"/>
          <a:chOff x="0" y="0"/>
          <a:chExt cx="0" cy="0"/>
        </a:xfrm>
      </p:grpSpPr>
      <p:pic>
        <p:nvPicPr>
          <p:cNvPr id="76" name="Google Shape;76;p1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7" name="Google Shape;77;p15"/>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8" name="Google Shape;78;p15"/>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79" name="Google Shape;79;p15"/>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0" name="Google Shape;80;p15"/>
          <p:cNvGrpSpPr/>
          <p:nvPr/>
        </p:nvGrpSpPr>
        <p:grpSpPr>
          <a:xfrm>
            <a:off x="8206512" y="4230524"/>
            <a:ext cx="848365" cy="950159"/>
            <a:chOff x="41662" y="277999"/>
            <a:chExt cx="848365" cy="950159"/>
          </a:xfrm>
        </p:grpSpPr>
        <p:pic>
          <p:nvPicPr>
            <p:cNvPr id="81" name="Google Shape;81;p1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82" name="Google Shape;82;p1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83" name="Google Shape;83;p1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84" name="Google Shape;84;p15"/>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85" name="Google Shape;85;p15"/>
          <p:cNvGrpSpPr/>
          <p:nvPr/>
        </p:nvGrpSpPr>
        <p:grpSpPr>
          <a:xfrm>
            <a:off x="-601700" y="-872075"/>
            <a:ext cx="10705100" cy="5548225"/>
            <a:chOff x="-601700" y="-872075"/>
            <a:chExt cx="10705100" cy="5548225"/>
          </a:xfrm>
        </p:grpSpPr>
        <p:sp>
          <p:nvSpPr>
            <p:cNvPr id="86" name="Google Shape;86;p1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7" name="Google Shape;87;p15"/>
            <p:cNvGrpSpPr/>
            <p:nvPr/>
          </p:nvGrpSpPr>
          <p:grpSpPr>
            <a:xfrm rot="5400000">
              <a:off x="-2006450" y="1404750"/>
              <a:ext cx="4014600" cy="1205100"/>
              <a:chOff x="150" y="4543750"/>
              <a:chExt cx="4014600" cy="1205100"/>
            </a:xfrm>
          </p:grpSpPr>
          <p:sp>
            <p:nvSpPr>
              <p:cNvPr id="88" name="Google Shape;88;p1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9" name="Google Shape;89;p15"/>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0" name="Google Shape;90;p15"/>
            <p:cNvGrpSpPr/>
            <p:nvPr/>
          </p:nvGrpSpPr>
          <p:grpSpPr>
            <a:xfrm>
              <a:off x="6148925" y="-872075"/>
              <a:ext cx="2489300" cy="1740000"/>
              <a:chOff x="6148925" y="-872075"/>
              <a:chExt cx="2489300" cy="1740000"/>
            </a:xfrm>
          </p:grpSpPr>
          <p:sp>
            <p:nvSpPr>
              <p:cNvPr id="91" name="Google Shape;91;p1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2" name="Google Shape;92;p1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3" name="Shape 93"/>
        <p:cNvGrpSpPr/>
        <p:nvPr/>
      </p:nvGrpSpPr>
      <p:grpSpPr>
        <a:xfrm>
          <a:off x="0" y="0"/>
          <a:ext cx="0" cy="0"/>
          <a:chOff x="0" y="0"/>
          <a:chExt cx="0" cy="0"/>
        </a:xfrm>
      </p:grpSpPr>
      <p:pic>
        <p:nvPicPr>
          <p:cNvPr id="94" name="Google Shape;94;p1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5" name="Google Shape;95;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6" name="Google Shape;96;p16"/>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97" name="Google Shape;97;p16"/>
          <p:cNvGrpSpPr/>
          <p:nvPr/>
        </p:nvGrpSpPr>
        <p:grpSpPr>
          <a:xfrm>
            <a:off x="150" y="2779250"/>
            <a:ext cx="10103250" cy="2785475"/>
            <a:chOff x="150" y="2779250"/>
            <a:chExt cx="10103250" cy="2785475"/>
          </a:xfrm>
        </p:grpSpPr>
        <p:sp>
          <p:nvSpPr>
            <p:cNvPr id="98" name="Google Shape;98;p1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9" name="Google Shape;99;p16"/>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00" name="Google Shape;100;p16"/>
          <p:cNvGrpSpPr/>
          <p:nvPr/>
        </p:nvGrpSpPr>
        <p:grpSpPr>
          <a:xfrm>
            <a:off x="2" y="156617"/>
            <a:ext cx="1462273" cy="4821940"/>
            <a:chOff x="2" y="156617"/>
            <a:chExt cx="1462273" cy="4821940"/>
          </a:xfrm>
        </p:grpSpPr>
        <p:grpSp>
          <p:nvGrpSpPr>
            <p:cNvPr id="101" name="Google Shape;101;p16"/>
            <p:cNvGrpSpPr/>
            <p:nvPr/>
          </p:nvGrpSpPr>
          <p:grpSpPr>
            <a:xfrm>
              <a:off x="2" y="156617"/>
              <a:ext cx="719987" cy="944360"/>
              <a:chOff x="2" y="156617"/>
              <a:chExt cx="719987" cy="944360"/>
            </a:xfrm>
          </p:grpSpPr>
          <p:pic>
            <p:nvPicPr>
              <p:cNvPr id="102" name="Google Shape;102;p16"/>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03" name="Google Shape;103;p16"/>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104" name="Google Shape;104;p16"/>
            <p:cNvGrpSpPr/>
            <p:nvPr/>
          </p:nvGrpSpPr>
          <p:grpSpPr>
            <a:xfrm>
              <a:off x="359837" y="4401391"/>
              <a:ext cx="1102438" cy="577167"/>
              <a:chOff x="359837" y="4401391"/>
              <a:chExt cx="1102438" cy="577167"/>
            </a:xfrm>
          </p:grpSpPr>
          <p:pic>
            <p:nvPicPr>
              <p:cNvPr id="105" name="Google Shape;105;p1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06" name="Google Shape;106;p1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7" name="Shape 107"/>
        <p:cNvGrpSpPr/>
        <p:nvPr/>
      </p:nvGrpSpPr>
      <p:grpSpPr>
        <a:xfrm>
          <a:off x="0" y="0"/>
          <a:ext cx="0" cy="0"/>
          <a:chOff x="0" y="0"/>
          <a:chExt cx="0" cy="0"/>
        </a:xfrm>
      </p:grpSpPr>
      <p:pic>
        <p:nvPicPr>
          <p:cNvPr id="108" name="Google Shape;108;p1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9" name="Google Shape;10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0" name="Google Shape;110;p17"/>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1" name="Google Shape;111;p17"/>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2" name="Google Shape;112;p17"/>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3" name="Google Shape;113;p17"/>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14" name="Google Shape;114;p17"/>
          <p:cNvGrpSpPr/>
          <p:nvPr/>
        </p:nvGrpSpPr>
        <p:grpSpPr>
          <a:xfrm>
            <a:off x="150" y="2779250"/>
            <a:ext cx="10103250" cy="2785475"/>
            <a:chOff x="150" y="2779250"/>
            <a:chExt cx="10103250" cy="2785475"/>
          </a:xfrm>
        </p:grpSpPr>
        <p:sp>
          <p:nvSpPr>
            <p:cNvPr id="115" name="Google Shape;115;p1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6" name="Google Shape;116;p17"/>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17" name="Google Shape;117;p17"/>
          <p:cNvGrpSpPr/>
          <p:nvPr/>
        </p:nvGrpSpPr>
        <p:grpSpPr>
          <a:xfrm>
            <a:off x="2" y="156617"/>
            <a:ext cx="10103400" cy="4994633"/>
            <a:chOff x="2" y="156617"/>
            <a:chExt cx="10103400" cy="4994633"/>
          </a:xfrm>
        </p:grpSpPr>
        <p:grpSp>
          <p:nvGrpSpPr>
            <p:cNvPr id="118" name="Google Shape;118;p17"/>
            <p:cNvGrpSpPr/>
            <p:nvPr/>
          </p:nvGrpSpPr>
          <p:grpSpPr>
            <a:xfrm>
              <a:off x="2" y="156617"/>
              <a:ext cx="719987" cy="944360"/>
              <a:chOff x="2" y="156617"/>
              <a:chExt cx="719987" cy="944360"/>
            </a:xfrm>
          </p:grpSpPr>
          <p:pic>
            <p:nvPicPr>
              <p:cNvPr id="119" name="Google Shape;119;p17"/>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20" name="Google Shape;120;p17"/>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121" name="Google Shape;121;p17"/>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22" name="Google Shape;122;p17"/>
            <p:cNvGrpSpPr/>
            <p:nvPr/>
          </p:nvGrpSpPr>
          <p:grpSpPr>
            <a:xfrm>
              <a:off x="359837" y="4401391"/>
              <a:ext cx="1102438" cy="577167"/>
              <a:chOff x="359837" y="4401391"/>
              <a:chExt cx="1102438" cy="577167"/>
            </a:xfrm>
          </p:grpSpPr>
          <p:pic>
            <p:nvPicPr>
              <p:cNvPr id="123" name="Google Shape;123;p17"/>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24" name="Google Shape;124;p1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pic>
        <p:nvPicPr>
          <p:cNvPr id="126" name="Google Shape;126;p1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27" name="Google Shape;127;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8" name="Google Shape;128;p18"/>
          <p:cNvGrpSpPr/>
          <p:nvPr/>
        </p:nvGrpSpPr>
        <p:grpSpPr>
          <a:xfrm>
            <a:off x="5129400" y="4543750"/>
            <a:ext cx="4014600" cy="1205100"/>
            <a:chOff x="5129400" y="4543750"/>
            <a:chExt cx="4014600" cy="1205100"/>
          </a:xfrm>
        </p:grpSpPr>
        <p:sp>
          <p:nvSpPr>
            <p:cNvPr id="129" name="Google Shape;129;p18"/>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0" name="Google Shape;130;p18"/>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1" name="Google Shape;131;p18"/>
          <p:cNvGrpSpPr/>
          <p:nvPr/>
        </p:nvGrpSpPr>
        <p:grpSpPr>
          <a:xfrm>
            <a:off x="2" y="156617"/>
            <a:ext cx="9296400" cy="4986881"/>
            <a:chOff x="2" y="156617"/>
            <a:chExt cx="9296400" cy="4986881"/>
          </a:xfrm>
        </p:grpSpPr>
        <p:grpSp>
          <p:nvGrpSpPr>
            <p:cNvPr id="132" name="Google Shape;132;p18"/>
            <p:cNvGrpSpPr/>
            <p:nvPr/>
          </p:nvGrpSpPr>
          <p:grpSpPr>
            <a:xfrm>
              <a:off x="2" y="156617"/>
              <a:ext cx="719987" cy="944360"/>
              <a:chOff x="2" y="156617"/>
              <a:chExt cx="719987" cy="944360"/>
            </a:xfrm>
          </p:grpSpPr>
          <p:pic>
            <p:nvPicPr>
              <p:cNvPr id="133" name="Google Shape;133;p1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34" name="Google Shape;134;p1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135" name="Google Shape;135;p18"/>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6" name="Shape 136"/>
        <p:cNvGrpSpPr/>
        <p:nvPr/>
      </p:nvGrpSpPr>
      <p:grpSpPr>
        <a:xfrm>
          <a:off x="0" y="0"/>
          <a:ext cx="0" cy="0"/>
          <a:chOff x="0" y="0"/>
          <a:chExt cx="0" cy="0"/>
        </a:xfrm>
      </p:grpSpPr>
      <p:pic>
        <p:nvPicPr>
          <p:cNvPr id="137" name="Google Shape;137;p1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8" name="Google Shape;138;p19"/>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9" name="Google Shape;139;p19"/>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140" name="Google Shape;140;p1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1" name="Google Shape;141;p19"/>
          <p:cNvGrpSpPr/>
          <p:nvPr/>
        </p:nvGrpSpPr>
        <p:grpSpPr>
          <a:xfrm>
            <a:off x="2" y="156617"/>
            <a:ext cx="1462273" cy="4821940"/>
            <a:chOff x="2" y="156617"/>
            <a:chExt cx="1462273" cy="4821940"/>
          </a:xfrm>
        </p:grpSpPr>
        <p:grpSp>
          <p:nvGrpSpPr>
            <p:cNvPr id="142" name="Google Shape;142;p19"/>
            <p:cNvGrpSpPr/>
            <p:nvPr/>
          </p:nvGrpSpPr>
          <p:grpSpPr>
            <a:xfrm>
              <a:off x="2" y="156617"/>
              <a:ext cx="719987" cy="944360"/>
              <a:chOff x="2" y="156617"/>
              <a:chExt cx="719987" cy="944360"/>
            </a:xfrm>
          </p:grpSpPr>
          <p:pic>
            <p:nvPicPr>
              <p:cNvPr id="143" name="Google Shape;143;p1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44" name="Google Shape;144;p1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45" name="Google Shape;145;p19"/>
            <p:cNvGrpSpPr/>
            <p:nvPr/>
          </p:nvGrpSpPr>
          <p:grpSpPr>
            <a:xfrm>
              <a:off x="359837" y="4401391"/>
              <a:ext cx="1102438" cy="577167"/>
              <a:chOff x="359837" y="4401391"/>
              <a:chExt cx="1102438" cy="577167"/>
            </a:xfrm>
          </p:grpSpPr>
          <p:pic>
            <p:nvPicPr>
              <p:cNvPr id="146" name="Google Shape;146;p1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47" name="Google Shape;147;p1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8" name="Shape 148"/>
        <p:cNvGrpSpPr/>
        <p:nvPr/>
      </p:nvGrpSpPr>
      <p:grpSpPr>
        <a:xfrm>
          <a:off x="0" y="0"/>
          <a:ext cx="0" cy="0"/>
          <a:chOff x="0" y="0"/>
          <a:chExt cx="0" cy="0"/>
        </a:xfrm>
      </p:grpSpPr>
      <p:pic>
        <p:nvPicPr>
          <p:cNvPr id="149" name="Google Shape;149;p2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0" name="Google Shape;150;p20"/>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51" name="Google Shape;151;p20"/>
          <p:cNvGrpSpPr/>
          <p:nvPr/>
        </p:nvGrpSpPr>
        <p:grpSpPr>
          <a:xfrm>
            <a:off x="-421050" y="0"/>
            <a:ext cx="10524450" cy="5564725"/>
            <a:chOff x="-421050" y="0"/>
            <a:chExt cx="10524450" cy="5564725"/>
          </a:xfrm>
        </p:grpSpPr>
        <p:sp>
          <p:nvSpPr>
            <p:cNvPr id="152" name="Google Shape;152;p20"/>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3" name="Google Shape;153;p2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4" name="Google Shape;154;p2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5" name="Google Shape;155;p20"/>
          <p:cNvGrpSpPr/>
          <p:nvPr/>
        </p:nvGrpSpPr>
        <p:grpSpPr>
          <a:xfrm>
            <a:off x="-148218" y="81904"/>
            <a:ext cx="10251619" cy="5069347"/>
            <a:chOff x="-148218" y="81904"/>
            <a:chExt cx="10251619" cy="5069347"/>
          </a:xfrm>
        </p:grpSpPr>
        <p:pic>
          <p:nvPicPr>
            <p:cNvPr id="156" name="Google Shape;156;p20"/>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57" name="Google Shape;157;p20"/>
            <p:cNvGrpSpPr/>
            <p:nvPr/>
          </p:nvGrpSpPr>
          <p:grpSpPr>
            <a:xfrm>
              <a:off x="359837" y="4401391"/>
              <a:ext cx="1102438" cy="577167"/>
              <a:chOff x="359837" y="4401391"/>
              <a:chExt cx="1102438" cy="577167"/>
            </a:xfrm>
          </p:grpSpPr>
          <p:pic>
            <p:nvPicPr>
              <p:cNvPr id="158" name="Google Shape;158;p20"/>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9" name="Google Shape;159;p20"/>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60" name="Google Shape;160;p20"/>
            <p:cNvGrpSpPr/>
            <p:nvPr/>
          </p:nvGrpSpPr>
          <p:grpSpPr>
            <a:xfrm>
              <a:off x="-148218" y="81904"/>
              <a:ext cx="1188426" cy="1227668"/>
              <a:chOff x="-7843" y="83454"/>
              <a:chExt cx="1188426" cy="1227668"/>
            </a:xfrm>
          </p:grpSpPr>
          <p:pic>
            <p:nvPicPr>
              <p:cNvPr id="161" name="Google Shape;161;p20"/>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62" name="Google Shape;162;p20"/>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63" name="Google Shape;163;p20"/>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4" name="Shape 164"/>
        <p:cNvGrpSpPr/>
        <p:nvPr/>
      </p:nvGrpSpPr>
      <p:grpSpPr>
        <a:xfrm>
          <a:off x="0" y="0"/>
          <a:ext cx="0" cy="0"/>
          <a:chOff x="0" y="0"/>
          <a:chExt cx="0" cy="0"/>
        </a:xfrm>
      </p:grpSpPr>
      <p:pic>
        <p:nvPicPr>
          <p:cNvPr id="165" name="Google Shape;165;p2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66" name="Google Shape;166;p21"/>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67" name="Google Shape;167;p21"/>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68" name="Google Shape;168;p21"/>
          <p:cNvGrpSpPr/>
          <p:nvPr/>
        </p:nvGrpSpPr>
        <p:grpSpPr>
          <a:xfrm>
            <a:off x="0" y="-859375"/>
            <a:ext cx="9504775" cy="6608225"/>
            <a:chOff x="0" y="-859375"/>
            <a:chExt cx="9504775" cy="6608225"/>
          </a:xfrm>
        </p:grpSpPr>
        <p:grpSp>
          <p:nvGrpSpPr>
            <p:cNvPr id="169" name="Google Shape;169;p21"/>
            <p:cNvGrpSpPr/>
            <p:nvPr/>
          </p:nvGrpSpPr>
          <p:grpSpPr>
            <a:xfrm flipH="1">
              <a:off x="5129400" y="4543750"/>
              <a:ext cx="4014600" cy="1205100"/>
              <a:chOff x="150" y="4543750"/>
              <a:chExt cx="4014600" cy="1205100"/>
            </a:xfrm>
          </p:grpSpPr>
          <p:sp>
            <p:nvSpPr>
              <p:cNvPr id="170" name="Google Shape;170;p21"/>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1" name="Google Shape;171;p21"/>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72" name="Google Shape;172;p21"/>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3" name="Google Shape;173;p21"/>
            <p:cNvGrpSpPr/>
            <p:nvPr/>
          </p:nvGrpSpPr>
          <p:grpSpPr>
            <a:xfrm flipH="1">
              <a:off x="0" y="-859375"/>
              <a:ext cx="2489300" cy="1740000"/>
              <a:chOff x="6148925" y="-872075"/>
              <a:chExt cx="2489300" cy="1740000"/>
            </a:xfrm>
          </p:grpSpPr>
          <p:sp>
            <p:nvSpPr>
              <p:cNvPr id="174" name="Google Shape;174;p2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5" name="Google Shape;175;p2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76" name="Google Shape;176;p21"/>
          <p:cNvGrpSpPr/>
          <p:nvPr/>
        </p:nvGrpSpPr>
        <p:grpSpPr>
          <a:xfrm>
            <a:off x="-736999" y="-445900"/>
            <a:ext cx="10033401" cy="5589398"/>
            <a:chOff x="-736999" y="-445900"/>
            <a:chExt cx="10033401" cy="5589398"/>
          </a:xfrm>
        </p:grpSpPr>
        <p:pic>
          <p:nvPicPr>
            <p:cNvPr id="177" name="Google Shape;177;p21"/>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178" name="Google Shape;178;p21"/>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9" name="Shape 179"/>
        <p:cNvGrpSpPr/>
        <p:nvPr/>
      </p:nvGrpSpPr>
      <p:grpSpPr>
        <a:xfrm>
          <a:off x="0" y="0"/>
          <a:ext cx="0" cy="0"/>
          <a:chOff x="0" y="0"/>
          <a:chExt cx="0" cy="0"/>
        </a:xfrm>
      </p:grpSpPr>
      <p:sp>
        <p:nvSpPr>
          <p:cNvPr id="180" name="Google Shape;180;p22"/>
          <p:cNvSpPr/>
          <p:nvPr>
            <p:ph idx="2" type="pic"/>
          </p:nvPr>
        </p:nvSpPr>
        <p:spPr>
          <a:xfrm>
            <a:off x="-25" y="-13725"/>
            <a:ext cx="9144000" cy="5157300"/>
          </a:xfrm>
          <a:prstGeom prst="rect">
            <a:avLst/>
          </a:prstGeom>
          <a:noFill/>
          <a:ln>
            <a:noFill/>
          </a:ln>
        </p:spPr>
      </p:sp>
      <p:sp>
        <p:nvSpPr>
          <p:cNvPr id="181" name="Google Shape;181;p22"/>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 name="Shape 182"/>
        <p:cNvGrpSpPr/>
        <p:nvPr/>
      </p:nvGrpSpPr>
      <p:grpSpPr>
        <a:xfrm>
          <a:off x="0" y="0"/>
          <a:ext cx="0" cy="0"/>
          <a:chOff x="0" y="0"/>
          <a:chExt cx="0" cy="0"/>
        </a:xfrm>
      </p:grpSpPr>
      <p:pic>
        <p:nvPicPr>
          <p:cNvPr id="183" name="Google Shape;183;p2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4" name="Google Shape;184;p23"/>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5" name="Google Shape;185;p23"/>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86" name="Google Shape;186;p23"/>
          <p:cNvGrpSpPr/>
          <p:nvPr/>
        </p:nvGrpSpPr>
        <p:grpSpPr>
          <a:xfrm>
            <a:off x="-601700" y="-872075"/>
            <a:ext cx="10705100" cy="5548225"/>
            <a:chOff x="-601700" y="-872075"/>
            <a:chExt cx="10705100" cy="5548225"/>
          </a:xfrm>
        </p:grpSpPr>
        <p:sp>
          <p:nvSpPr>
            <p:cNvPr id="187" name="Google Shape;187;p2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8" name="Google Shape;188;p23"/>
            <p:cNvGrpSpPr/>
            <p:nvPr/>
          </p:nvGrpSpPr>
          <p:grpSpPr>
            <a:xfrm rot="5400000">
              <a:off x="-2006450" y="1404750"/>
              <a:ext cx="4014600" cy="1205100"/>
              <a:chOff x="150" y="4543750"/>
              <a:chExt cx="4014600" cy="1205100"/>
            </a:xfrm>
          </p:grpSpPr>
          <p:sp>
            <p:nvSpPr>
              <p:cNvPr id="189" name="Google Shape;189;p2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0" name="Google Shape;190;p23"/>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1" name="Google Shape;191;p23"/>
            <p:cNvGrpSpPr/>
            <p:nvPr/>
          </p:nvGrpSpPr>
          <p:grpSpPr>
            <a:xfrm>
              <a:off x="6148925" y="-872075"/>
              <a:ext cx="2489300" cy="1740000"/>
              <a:chOff x="6148925" y="-872075"/>
              <a:chExt cx="2489300" cy="1740000"/>
            </a:xfrm>
          </p:grpSpPr>
          <p:sp>
            <p:nvSpPr>
              <p:cNvPr id="192" name="Google Shape;192;p2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3" name="Google Shape;193;p2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94" name="Google Shape;194;p23"/>
          <p:cNvGrpSpPr/>
          <p:nvPr/>
        </p:nvGrpSpPr>
        <p:grpSpPr>
          <a:xfrm>
            <a:off x="-100888" y="2838714"/>
            <a:ext cx="9155766" cy="2341969"/>
            <a:chOff x="-100888" y="2838714"/>
            <a:chExt cx="9155766" cy="2341969"/>
          </a:xfrm>
        </p:grpSpPr>
        <p:grpSp>
          <p:nvGrpSpPr>
            <p:cNvPr id="195" name="Google Shape;195;p23"/>
            <p:cNvGrpSpPr/>
            <p:nvPr/>
          </p:nvGrpSpPr>
          <p:grpSpPr>
            <a:xfrm>
              <a:off x="8206512" y="4230524"/>
              <a:ext cx="848365" cy="950159"/>
              <a:chOff x="41662" y="277999"/>
              <a:chExt cx="848365" cy="950159"/>
            </a:xfrm>
          </p:grpSpPr>
          <p:pic>
            <p:nvPicPr>
              <p:cNvPr id="196" name="Google Shape;196;p2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97" name="Google Shape;197;p2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98" name="Google Shape;198;p2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99" name="Google Shape;199;p23"/>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00" name="Shape 20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01" name="Shape 201"/>
        <p:cNvGrpSpPr/>
        <p:nvPr/>
      </p:nvGrpSpPr>
      <p:grpSpPr>
        <a:xfrm>
          <a:off x="0" y="0"/>
          <a:ext cx="0" cy="0"/>
          <a:chOff x="0" y="0"/>
          <a:chExt cx="0" cy="0"/>
        </a:xfrm>
      </p:grpSpPr>
      <p:pic>
        <p:nvPicPr>
          <p:cNvPr id="202" name="Google Shape;202;p25"/>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03" name="Google Shape;203;p25"/>
          <p:cNvGrpSpPr/>
          <p:nvPr/>
        </p:nvGrpSpPr>
        <p:grpSpPr>
          <a:xfrm>
            <a:off x="7033266" y="-738725"/>
            <a:ext cx="2110732" cy="1475400"/>
            <a:chOff x="7033266" y="-738725"/>
            <a:chExt cx="2110732" cy="1475400"/>
          </a:xfrm>
        </p:grpSpPr>
        <p:sp>
          <p:nvSpPr>
            <p:cNvPr id="204" name="Google Shape;204;p25"/>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5" name="Google Shape;205;p25"/>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06" name="Google Shape;206;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7" name="Google Shape;207;p25"/>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08" name="Google Shape;208;p25"/>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09" name="Google Shape;209;p25"/>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10" name="Google Shape;210;p25"/>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11" name="Google Shape;211;p25"/>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12" name="Google Shape;212;p25"/>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13" name="Google Shape;213;p25"/>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14" name="Google Shape;214;p25"/>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15" name="Google Shape;215;p25"/>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16" name="Google Shape;216;p25"/>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17" name="Google Shape;217;p25"/>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18" name="Google Shape;218;p25"/>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219" name="Google Shape;219;p25"/>
          <p:cNvGrpSpPr/>
          <p:nvPr/>
        </p:nvGrpSpPr>
        <p:grpSpPr>
          <a:xfrm>
            <a:off x="2" y="156617"/>
            <a:ext cx="9096298" cy="4929890"/>
            <a:chOff x="2" y="156617"/>
            <a:chExt cx="9096298" cy="4929890"/>
          </a:xfrm>
        </p:grpSpPr>
        <p:grpSp>
          <p:nvGrpSpPr>
            <p:cNvPr id="220" name="Google Shape;220;p25"/>
            <p:cNvGrpSpPr/>
            <p:nvPr/>
          </p:nvGrpSpPr>
          <p:grpSpPr>
            <a:xfrm>
              <a:off x="2" y="156617"/>
              <a:ext cx="719987" cy="944360"/>
              <a:chOff x="2" y="156617"/>
              <a:chExt cx="719987" cy="944360"/>
            </a:xfrm>
          </p:grpSpPr>
          <p:pic>
            <p:nvPicPr>
              <p:cNvPr id="221" name="Google Shape;221;p2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22" name="Google Shape;222;p2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23" name="Google Shape;223;p25"/>
            <p:cNvGrpSpPr/>
            <p:nvPr/>
          </p:nvGrpSpPr>
          <p:grpSpPr>
            <a:xfrm>
              <a:off x="7993862" y="4509341"/>
              <a:ext cx="1102438" cy="577167"/>
              <a:chOff x="7993862" y="4509341"/>
              <a:chExt cx="1102438" cy="577167"/>
            </a:xfrm>
          </p:grpSpPr>
          <p:pic>
            <p:nvPicPr>
              <p:cNvPr id="224" name="Google Shape;224;p25"/>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225" name="Google Shape;225;p25"/>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26" name="Shape 226"/>
        <p:cNvGrpSpPr/>
        <p:nvPr/>
      </p:nvGrpSpPr>
      <p:grpSpPr>
        <a:xfrm>
          <a:off x="0" y="0"/>
          <a:ext cx="0" cy="0"/>
          <a:chOff x="0" y="0"/>
          <a:chExt cx="0" cy="0"/>
        </a:xfrm>
      </p:grpSpPr>
      <p:pic>
        <p:nvPicPr>
          <p:cNvPr id="227" name="Google Shape;227;p2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8" name="Google Shape;228;p26"/>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29" name="Google Shape;229;p26"/>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230" name="Google Shape;230;p26"/>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231" name="Google Shape;231;p26"/>
          <p:cNvGrpSpPr/>
          <p:nvPr/>
        </p:nvGrpSpPr>
        <p:grpSpPr>
          <a:xfrm>
            <a:off x="0" y="-859375"/>
            <a:ext cx="9755475" cy="6421100"/>
            <a:chOff x="0" y="-859375"/>
            <a:chExt cx="9755475" cy="6421100"/>
          </a:xfrm>
        </p:grpSpPr>
        <p:sp>
          <p:nvSpPr>
            <p:cNvPr id="232" name="Google Shape;232;p26"/>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3" name="Google Shape;233;p26"/>
            <p:cNvGrpSpPr/>
            <p:nvPr/>
          </p:nvGrpSpPr>
          <p:grpSpPr>
            <a:xfrm flipH="1">
              <a:off x="0" y="-859375"/>
              <a:ext cx="2489300" cy="1740000"/>
              <a:chOff x="6148925" y="-872075"/>
              <a:chExt cx="2489300" cy="1740000"/>
            </a:xfrm>
          </p:grpSpPr>
          <p:sp>
            <p:nvSpPr>
              <p:cNvPr id="234" name="Google Shape;234;p2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5" name="Google Shape;235;p2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36" name="Google Shape;236;p26"/>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37" name="Shape 237"/>
        <p:cNvGrpSpPr/>
        <p:nvPr/>
      </p:nvGrpSpPr>
      <p:grpSpPr>
        <a:xfrm>
          <a:off x="0" y="0"/>
          <a:ext cx="0" cy="0"/>
          <a:chOff x="0" y="0"/>
          <a:chExt cx="0" cy="0"/>
        </a:xfrm>
      </p:grpSpPr>
      <p:pic>
        <p:nvPicPr>
          <p:cNvPr id="238" name="Google Shape;238;p2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39" name="Google Shape;239;p27"/>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0" name="Google Shape;240;p27"/>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1" name="Google Shape;241;p27"/>
          <p:cNvSpPr/>
          <p:nvPr>
            <p:ph idx="2" type="pic"/>
          </p:nvPr>
        </p:nvSpPr>
        <p:spPr>
          <a:xfrm>
            <a:off x="4898950" y="533875"/>
            <a:ext cx="3489000" cy="4075800"/>
          </a:xfrm>
          <a:prstGeom prst="roundRect">
            <a:avLst>
              <a:gd fmla="val 18268" name="adj"/>
            </a:avLst>
          </a:prstGeom>
          <a:noFill/>
          <a:ln>
            <a:noFill/>
          </a:ln>
        </p:spPr>
      </p:sp>
      <p:grpSp>
        <p:nvGrpSpPr>
          <p:cNvPr id="242" name="Google Shape;242;p27"/>
          <p:cNvGrpSpPr/>
          <p:nvPr/>
        </p:nvGrpSpPr>
        <p:grpSpPr>
          <a:xfrm rot="5400000">
            <a:off x="-2006450" y="1404750"/>
            <a:ext cx="4014600" cy="1205100"/>
            <a:chOff x="150" y="4543750"/>
            <a:chExt cx="4014600" cy="1205100"/>
          </a:xfrm>
        </p:grpSpPr>
        <p:sp>
          <p:nvSpPr>
            <p:cNvPr id="243" name="Google Shape;243;p2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4" name="Google Shape;244;p2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45" name="Shape 245"/>
        <p:cNvGrpSpPr/>
        <p:nvPr/>
      </p:nvGrpSpPr>
      <p:grpSpPr>
        <a:xfrm>
          <a:off x="0" y="0"/>
          <a:ext cx="0" cy="0"/>
          <a:chOff x="0" y="0"/>
          <a:chExt cx="0" cy="0"/>
        </a:xfrm>
      </p:grpSpPr>
      <p:pic>
        <p:nvPicPr>
          <p:cNvPr id="246" name="Google Shape;246;p2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47" name="Google Shape;247;p28"/>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8" name="Google Shape;248;p28"/>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49" name="Google Shape;249;p28"/>
          <p:cNvGrpSpPr/>
          <p:nvPr/>
        </p:nvGrpSpPr>
        <p:grpSpPr>
          <a:xfrm>
            <a:off x="0" y="-859375"/>
            <a:ext cx="9755475" cy="6421100"/>
            <a:chOff x="0" y="-859375"/>
            <a:chExt cx="9755475" cy="6421100"/>
          </a:xfrm>
        </p:grpSpPr>
        <p:sp>
          <p:nvSpPr>
            <p:cNvPr id="250" name="Google Shape;250;p28"/>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51" name="Google Shape;251;p28"/>
            <p:cNvGrpSpPr/>
            <p:nvPr/>
          </p:nvGrpSpPr>
          <p:grpSpPr>
            <a:xfrm flipH="1">
              <a:off x="0" y="-859375"/>
              <a:ext cx="2489300" cy="1740000"/>
              <a:chOff x="6148925" y="-872075"/>
              <a:chExt cx="2489300" cy="1740000"/>
            </a:xfrm>
          </p:grpSpPr>
          <p:sp>
            <p:nvSpPr>
              <p:cNvPr id="252" name="Google Shape;252;p2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3" name="Google Shape;253;p2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54" name="Google Shape;254;p28"/>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55" name="Shape 255"/>
        <p:cNvGrpSpPr/>
        <p:nvPr/>
      </p:nvGrpSpPr>
      <p:grpSpPr>
        <a:xfrm>
          <a:off x="0" y="0"/>
          <a:ext cx="0" cy="0"/>
          <a:chOff x="0" y="0"/>
          <a:chExt cx="0" cy="0"/>
        </a:xfrm>
      </p:grpSpPr>
      <p:pic>
        <p:nvPicPr>
          <p:cNvPr id="256" name="Google Shape;256;p2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57" name="Google Shape;257;p29"/>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8" name="Google Shape;258;p29"/>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59" name="Google Shape;259;p29"/>
          <p:cNvGrpSpPr/>
          <p:nvPr/>
        </p:nvGrpSpPr>
        <p:grpSpPr>
          <a:xfrm>
            <a:off x="-601700" y="0"/>
            <a:ext cx="10705100" cy="4676150"/>
            <a:chOff x="-601700" y="0"/>
            <a:chExt cx="10705100" cy="4676150"/>
          </a:xfrm>
        </p:grpSpPr>
        <p:sp>
          <p:nvSpPr>
            <p:cNvPr id="260" name="Google Shape;260;p2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1" name="Google Shape;261;p29"/>
            <p:cNvGrpSpPr/>
            <p:nvPr/>
          </p:nvGrpSpPr>
          <p:grpSpPr>
            <a:xfrm rot="5400000">
              <a:off x="-2006450" y="1404750"/>
              <a:ext cx="4014600" cy="1205100"/>
              <a:chOff x="150" y="4543750"/>
              <a:chExt cx="4014600" cy="1205100"/>
            </a:xfrm>
          </p:grpSpPr>
          <p:sp>
            <p:nvSpPr>
              <p:cNvPr id="262" name="Google Shape;262;p2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3" name="Google Shape;263;p2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64" name="Google Shape;264;p29"/>
          <p:cNvGrpSpPr/>
          <p:nvPr/>
        </p:nvGrpSpPr>
        <p:grpSpPr>
          <a:xfrm>
            <a:off x="8206512" y="4230524"/>
            <a:ext cx="848365" cy="950159"/>
            <a:chOff x="41662" y="277999"/>
            <a:chExt cx="848365" cy="950159"/>
          </a:xfrm>
        </p:grpSpPr>
        <p:pic>
          <p:nvPicPr>
            <p:cNvPr id="265" name="Google Shape;265;p2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66" name="Google Shape;266;p2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67" name="Google Shape;267;p2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68" name="Shape 268"/>
        <p:cNvGrpSpPr/>
        <p:nvPr/>
      </p:nvGrpSpPr>
      <p:grpSpPr>
        <a:xfrm>
          <a:off x="0" y="0"/>
          <a:ext cx="0" cy="0"/>
          <a:chOff x="0" y="0"/>
          <a:chExt cx="0" cy="0"/>
        </a:xfrm>
      </p:grpSpPr>
      <p:pic>
        <p:nvPicPr>
          <p:cNvPr id="269" name="Google Shape;269;p3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0" name="Google Shape;270;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1" name="Google Shape;271;p30"/>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2" name="Google Shape;272;p30"/>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 name="Google Shape;273;p30"/>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4" name="Google Shape;274;p30"/>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75" name="Google Shape;275;p30"/>
          <p:cNvGrpSpPr/>
          <p:nvPr/>
        </p:nvGrpSpPr>
        <p:grpSpPr>
          <a:xfrm>
            <a:off x="-501600" y="128825"/>
            <a:ext cx="10252550" cy="5418500"/>
            <a:chOff x="-501600" y="128825"/>
            <a:chExt cx="10252550" cy="5418500"/>
          </a:xfrm>
        </p:grpSpPr>
        <p:sp>
          <p:nvSpPr>
            <p:cNvPr id="276" name="Google Shape;276;p3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7" name="Google Shape;277;p30"/>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8" name="Google Shape;278;p30"/>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9" name="Google Shape;279;p30"/>
          <p:cNvGrpSpPr/>
          <p:nvPr/>
        </p:nvGrpSpPr>
        <p:grpSpPr>
          <a:xfrm>
            <a:off x="2" y="156617"/>
            <a:ext cx="9088698" cy="4882915"/>
            <a:chOff x="2" y="156617"/>
            <a:chExt cx="9088698" cy="4882915"/>
          </a:xfrm>
        </p:grpSpPr>
        <p:grpSp>
          <p:nvGrpSpPr>
            <p:cNvPr id="280" name="Google Shape;280;p30"/>
            <p:cNvGrpSpPr/>
            <p:nvPr/>
          </p:nvGrpSpPr>
          <p:grpSpPr>
            <a:xfrm>
              <a:off x="2" y="156617"/>
              <a:ext cx="719987" cy="944360"/>
              <a:chOff x="2" y="156617"/>
              <a:chExt cx="719987" cy="944360"/>
            </a:xfrm>
          </p:grpSpPr>
          <p:pic>
            <p:nvPicPr>
              <p:cNvPr id="281" name="Google Shape;281;p3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2" name="Google Shape;282;p3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3" name="Google Shape;283;p30"/>
            <p:cNvGrpSpPr/>
            <p:nvPr/>
          </p:nvGrpSpPr>
          <p:grpSpPr>
            <a:xfrm>
              <a:off x="7986262" y="4462366"/>
              <a:ext cx="1102438" cy="577167"/>
              <a:chOff x="359837" y="4401391"/>
              <a:chExt cx="1102438" cy="577167"/>
            </a:xfrm>
          </p:grpSpPr>
          <p:pic>
            <p:nvPicPr>
              <p:cNvPr id="284" name="Google Shape;284;p3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85" name="Google Shape;285;p3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86" name="Shape 286"/>
        <p:cNvGrpSpPr/>
        <p:nvPr/>
      </p:nvGrpSpPr>
      <p:grpSpPr>
        <a:xfrm>
          <a:off x="0" y="0"/>
          <a:ext cx="0" cy="0"/>
          <a:chOff x="0" y="0"/>
          <a:chExt cx="0" cy="0"/>
        </a:xfrm>
      </p:grpSpPr>
      <p:pic>
        <p:nvPicPr>
          <p:cNvPr id="287" name="Google Shape;287;p3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88" name="Google Shape;288;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9" name="Google Shape;289;p31"/>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 name="Google Shape;290;p31"/>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91" name="Google Shape;291;p31"/>
          <p:cNvGrpSpPr/>
          <p:nvPr/>
        </p:nvGrpSpPr>
        <p:grpSpPr>
          <a:xfrm>
            <a:off x="275000" y="0"/>
            <a:ext cx="9374500" cy="5748850"/>
            <a:chOff x="275000" y="0"/>
            <a:chExt cx="9374500" cy="5748850"/>
          </a:xfrm>
        </p:grpSpPr>
        <p:sp>
          <p:nvSpPr>
            <p:cNvPr id="292" name="Google Shape;292;p3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3" name="Google Shape;293;p31"/>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4" name="Google Shape;294;p31"/>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5" name="Google Shape;295;p31"/>
          <p:cNvGrpSpPr/>
          <p:nvPr/>
        </p:nvGrpSpPr>
        <p:grpSpPr>
          <a:xfrm>
            <a:off x="2" y="156617"/>
            <a:ext cx="9088698" cy="4882915"/>
            <a:chOff x="2" y="156617"/>
            <a:chExt cx="9088698" cy="4882915"/>
          </a:xfrm>
        </p:grpSpPr>
        <p:grpSp>
          <p:nvGrpSpPr>
            <p:cNvPr id="296" name="Google Shape;296;p31"/>
            <p:cNvGrpSpPr/>
            <p:nvPr/>
          </p:nvGrpSpPr>
          <p:grpSpPr>
            <a:xfrm>
              <a:off x="2" y="156617"/>
              <a:ext cx="719987" cy="944360"/>
              <a:chOff x="2" y="156617"/>
              <a:chExt cx="719987" cy="944360"/>
            </a:xfrm>
          </p:grpSpPr>
          <p:pic>
            <p:nvPicPr>
              <p:cNvPr id="297" name="Google Shape;297;p3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98" name="Google Shape;298;p3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99" name="Google Shape;299;p31"/>
            <p:cNvGrpSpPr/>
            <p:nvPr/>
          </p:nvGrpSpPr>
          <p:grpSpPr>
            <a:xfrm>
              <a:off x="7986262" y="4462366"/>
              <a:ext cx="1102438" cy="577167"/>
              <a:chOff x="359837" y="4401391"/>
              <a:chExt cx="1102438" cy="577167"/>
            </a:xfrm>
          </p:grpSpPr>
          <p:pic>
            <p:nvPicPr>
              <p:cNvPr id="300" name="Google Shape;300;p3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01" name="Google Shape;301;p3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02" name="Shape 302"/>
        <p:cNvGrpSpPr/>
        <p:nvPr/>
      </p:nvGrpSpPr>
      <p:grpSpPr>
        <a:xfrm>
          <a:off x="0" y="0"/>
          <a:ext cx="0" cy="0"/>
          <a:chOff x="0" y="0"/>
          <a:chExt cx="0" cy="0"/>
        </a:xfrm>
      </p:grpSpPr>
      <p:pic>
        <p:nvPicPr>
          <p:cNvPr id="303" name="Google Shape;303;p3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4" name="Google Shape;304;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5" name="Google Shape;305;p32"/>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 name="Google Shape;306;p32"/>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7" name="Google Shape;307;p32"/>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8" name="Google Shape;308;p32"/>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09" name="Google Shape;309;p32"/>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0" name="Google Shape;310;p32"/>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11" name="Google Shape;311;p32"/>
          <p:cNvGrpSpPr/>
          <p:nvPr/>
        </p:nvGrpSpPr>
        <p:grpSpPr>
          <a:xfrm>
            <a:off x="-601700" y="0"/>
            <a:ext cx="10705100" cy="4676150"/>
            <a:chOff x="-601700" y="0"/>
            <a:chExt cx="10705100" cy="4676150"/>
          </a:xfrm>
        </p:grpSpPr>
        <p:sp>
          <p:nvSpPr>
            <p:cNvPr id="312" name="Google Shape;312;p3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3" name="Google Shape;313;p32"/>
            <p:cNvGrpSpPr/>
            <p:nvPr/>
          </p:nvGrpSpPr>
          <p:grpSpPr>
            <a:xfrm rot="5400000">
              <a:off x="-2006450" y="1404750"/>
              <a:ext cx="4014600" cy="1205100"/>
              <a:chOff x="150" y="4543750"/>
              <a:chExt cx="4014600" cy="1205100"/>
            </a:xfrm>
          </p:grpSpPr>
          <p:sp>
            <p:nvSpPr>
              <p:cNvPr id="314" name="Google Shape;314;p3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5" name="Google Shape;315;p3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16" name="Google Shape;316;p32"/>
          <p:cNvGrpSpPr/>
          <p:nvPr/>
        </p:nvGrpSpPr>
        <p:grpSpPr>
          <a:xfrm>
            <a:off x="2" y="156617"/>
            <a:ext cx="9054876" cy="5024066"/>
            <a:chOff x="2" y="156617"/>
            <a:chExt cx="9054876" cy="5024066"/>
          </a:xfrm>
        </p:grpSpPr>
        <p:grpSp>
          <p:nvGrpSpPr>
            <p:cNvPr id="317" name="Google Shape;317;p32"/>
            <p:cNvGrpSpPr/>
            <p:nvPr/>
          </p:nvGrpSpPr>
          <p:grpSpPr>
            <a:xfrm>
              <a:off x="8206512" y="4230524"/>
              <a:ext cx="848365" cy="950159"/>
              <a:chOff x="41662" y="277999"/>
              <a:chExt cx="848365" cy="950159"/>
            </a:xfrm>
          </p:grpSpPr>
          <p:pic>
            <p:nvPicPr>
              <p:cNvPr id="318" name="Google Shape;318;p3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19" name="Google Shape;319;p3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20" name="Google Shape;320;p3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321" name="Google Shape;321;p32"/>
            <p:cNvGrpSpPr/>
            <p:nvPr/>
          </p:nvGrpSpPr>
          <p:grpSpPr>
            <a:xfrm>
              <a:off x="2" y="156617"/>
              <a:ext cx="719987" cy="944360"/>
              <a:chOff x="2" y="156617"/>
              <a:chExt cx="719987" cy="944360"/>
            </a:xfrm>
          </p:grpSpPr>
          <p:pic>
            <p:nvPicPr>
              <p:cNvPr id="322" name="Google Shape;322;p3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3" name="Google Shape;323;p3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24" name="Shape 324"/>
        <p:cNvGrpSpPr/>
        <p:nvPr/>
      </p:nvGrpSpPr>
      <p:grpSpPr>
        <a:xfrm>
          <a:off x="0" y="0"/>
          <a:ext cx="0" cy="0"/>
          <a:chOff x="0" y="0"/>
          <a:chExt cx="0" cy="0"/>
        </a:xfrm>
      </p:grpSpPr>
      <p:pic>
        <p:nvPicPr>
          <p:cNvPr id="325" name="Google Shape;325;p33"/>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26" name="Google Shape;326;p33"/>
          <p:cNvGrpSpPr/>
          <p:nvPr/>
        </p:nvGrpSpPr>
        <p:grpSpPr>
          <a:xfrm>
            <a:off x="5129400" y="0"/>
            <a:ext cx="4520100" cy="5547325"/>
            <a:chOff x="5129400" y="0"/>
            <a:chExt cx="4520100" cy="5547325"/>
          </a:xfrm>
        </p:grpSpPr>
        <p:sp>
          <p:nvSpPr>
            <p:cNvPr id="327" name="Google Shape;327;p3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8" name="Google Shape;328;p33"/>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29" name="Google Shape;329;p33"/>
          <p:cNvGrpSpPr/>
          <p:nvPr/>
        </p:nvGrpSpPr>
        <p:grpSpPr>
          <a:xfrm>
            <a:off x="2" y="156617"/>
            <a:ext cx="9088698" cy="4882915"/>
            <a:chOff x="2" y="156617"/>
            <a:chExt cx="9088698" cy="4882915"/>
          </a:xfrm>
        </p:grpSpPr>
        <p:grpSp>
          <p:nvGrpSpPr>
            <p:cNvPr id="330" name="Google Shape;330;p33"/>
            <p:cNvGrpSpPr/>
            <p:nvPr/>
          </p:nvGrpSpPr>
          <p:grpSpPr>
            <a:xfrm>
              <a:off x="2" y="156617"/>
              <a:ext cx="719987" cy="944360"/>
              <a:chOff x="2" y="156617"/>
              <a:chExt cx="719987" cy="944360"/>
            </a:xfrm>
          </p:grpSpPr>
          <p:pic>
            <p:nvPicPr>
              <p:cNvPr id="331" name="Google Shape;331;p3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32" name="Google Shape;332;p3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33" name="Google Shape;333;p33"/>
            <p:cNvGrpSpPr/>
            <p:nvPr/>
          </p:nvGrpSpPr>
          <p:grpSpPr>
            <a:xfrm>
              <a:off x="7986262" y="4462366"/>
              <a:ext cx="1102438" cy="577167"/>
              <a:chOff x="359837" y="4401391"/>
              <a:chExt cx="1102438" cy="577167"/>
            </a:xfrm>
          </p:grpSpPr>
          <p:pic>
            <p:nvPicPr>
              <p:cNvPr id="334" name="Google Shape;334;p3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35" name="Google Shape;335;p3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336" name="Google Shape;336;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37" name="Google Shape;337;p33"/>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8" name="Google Shape;338;p33"/>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9" name="Google Shape;339;p33"/>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0" name="Google Shape;340;p33"/>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1" name="Google Shape;341;p33"/>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42" name="Google Shape;342;p33"/>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43" name="Google Shape;343;p33"/>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44" name="Google Shape;344;p33"/>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345" name="Shape 345"/>
        <p:cNvGrpSpPr/>
        <p:nvPr/>
      </p:nvGrpSpPr>
      <p:grpSpPr>
        <a:xfrm>
          <a:off x="0" y="0"/>
          <a:ext cx="0" cy="0"/>
          <a:chOff x="0" y="0"/>
          <a:chExt cx="0" cy="0"/>
        </a:xfrm>
      </p:grpSpPr>
      <p:pic>
        <p:nvPicPr>
          <p:cNvPr id="346" name="Google Shape;346;p3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47" name="Google Shape;347;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48" name="Google Shape;348;p34"/>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9" name="Google Shape;349;p34"/>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0" name="Google Shape;350;p34"/>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1" name="Google Shape;351;p34"/>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2" name="Google Shape;352;p34"/>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3" name="Google Shape;353;p34"/>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4" name="Google Shape;354;p34"/>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5" name="Google Shape;355;p34"/>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6" name="Google Shape;356;p34"/>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7" name="Google Shape;357;p34"/>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58" name="Google Shape;358;p34"/>
          <p:cNvGrpSpPr/>
          <p:nvPr/>
        </p:nvGrpSpPr>
        <p:grpSpPr>
          <a:xfrm>
            <a:off x="2" y="156617"/>
            <a:ext cx="719987" cy="944360"/>
            <a:chOff x="2" y="156617"/>
            <a:chExt cx="719987" cy="944360"/>
          </a:xfrm>
        </p:grpSpPr>
        <p:pic>
          <p:nvPicPr>
            <p:cNvPr id="359" name="Google Shape;359;p3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60" name="Google Shape;360;p3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61" name="Google Shape;361;p34"/>
          <p:cNvGrpSpPr/>
          <p:nvPr/>
        </p:nvGrpSpPr>
        <p:grpSpPr>
          <a:xfrm>
            <a:off x="0" y="2817900"/>
            <a:ext cx="9640900" cy="2932900"/>
            <a:chOff x="0" y="2817900"/>
            <a:chExt cx="9640900" cy="2932900"/>
          </a:xfrm>
        </p:grpSpPr>
        <p:sp>
          <p:nvSpPr>
            <p:cNvPr id="362" name="Google Shape;362;p34"/>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3" name="Google Shape;363;p34"/>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4" name="Google Shape;364;p34"/>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65" name="Shape 365"/>
        <p:cNvGrpSpPr/>
        <p:nvPr/>
      </p:nvGrpSpPr>
      <p:grpSpPr>
        <a:xfrm>
          <a:off x="0" y="0"/>
          <a:ext cx="0" cy="0"/>
          <a:chOff x="0" y="0"/>
          <a:chExt cx="0" cy="0"/>
        </a:xfrm>
      </p:grpSpPr>
      <p:pic>
        <p:nvPicPr>
          <p:cNvPr id="366" name="Google Shape;366;p3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67" name="Google Shape;367;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68" name="Google Shape;368;p35"/>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9" name="Google Shape;369;p35"/>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0" name="Google Shape;370;p35"/>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1" name="Google Shape;371;p35"/>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2" name="Google Shape;372;p35"/>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3" name="Google Shape;373;p35"/>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4" name="Google Shape;374;p35"/>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5" name="Google Shape;375;p35"/>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6" name="Google Shape;376;p35"/>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7" name="Google Shape;377;p35"/>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8" name="Google Shape;378;p35"/>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9" name="Google Shape;379;p35"/>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80" name="Google Shape;380;p35"/>
          <p:cNvGrpSpPr/>
          <p:nvPr/>
        </p:nvGrpSpPr>
        <p:grpSpPr>
          <a:xfrm>
            <a:off x="-501600" y="128825"/>
            <a:ext cx="10252550" cy="5418500"/>
            <a:chOff x="-501600" y="128825"/>
            <a:chExt cx="10252550" cy="5418500"/>
          </a:xfrm>
        </p:grpSpPr>
        <p:sp>
          <p:nvSpPr>
            <p:cNvPr id="381" name="Google Shape;381;p35"/>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2" name="Google Shape;382;p35"/>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3" name="Google Shape;383;p35"/>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84" name="Google Shape;384;p35"/>
          <p:cNvGrpSpPr/>
          <p:nvPr/>
        </p:nvGrpSpPr>
        <p:grpSpPr>
          <a:xfrm>
            <a:off x="2" y="156617"/>
            <a:ext cx="9088698" cy="4882915"/>
            <a:chOff x="2" y="156617"/>
            <a:chExt cx="9088698" cy="4882915"/>
          </a:xfrm>
        </p:grpSpPr>
        <p:grpSp>
          <p:nvGrpSpPr>
            <p:cNvPr id="385" name="Google Shape;385;p35"/>
            <p:cNvGrpSpPr/>
            <p:nvPr/>
          </p:nvGrpSpPr>
          <p:grpSpPr>
            <a:xfrm>
              <a:off x="2" y="156617"/>
              <a:ext cx="719987" cy="944360"/>
              <a:chOff x="2" y="156617"/>
              <a:chExt cx="719987" cy="944360"/>
            </a:xfrm>
          </p:grpSpPr>
          <p:pic>
            <p:nvPicPr>
              <p:cNvPr id="386" name="Google Shape;386;p3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87" name="Google Shape;387;p3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88" name="Google Shape;388;p35"/>
            <p:cNvGrpSpPr/>
            <p:nvPr/>
          </p:nvGrpSpPr>
          <p:grpSpPr>
            <a:xfrm>
              <a:off x="7986262" y="4462366"/>
              <a:ext cx="1102438" cy="577167"/>
              <a:chOff x="359837" y="4401391"/>
              <a:chExt cx="1102438" cy="577167"/>
            </a:xfrm>
          </p:grpSpPr>
          <p:pic>
            <p:nvPicPr>
              <p:cNvPr id="389" name="Google Shape;389;p3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90" name="Google Shape;390;p3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91" name="Shape 391"/>
        <p:cNvGrpSpPr/>
        <p:nvPr/>
      </p:nvGrpSpPr>
      <p:grpSpPr>
        <a:xfrm>
          <a:off x="0" y="0"/>
          <a:ext cx="0" cy="0"/>
          <a:chOff x="0" y="0"/>
          <a:chExt cx="0" cy="0"/>
        </a:xfrm>
      </p:grpSpPr>
      <p:pic>
        <p:nvPicPr>
          <p:cNvPr id="392" name="Google Shape;392;p3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93" name="Google Shape;393;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94" name="Google Shape;394;p36"/>
          <p:cNvGrpSpPr/>
          <p:nvPr/>
        </p:nvGrpSpPr>
        <p:grpSpPr>
          <a:xfrm>
            <a:off x="2" y="156617"/>
            <a:ext cx="719987" cy="944360"/>
            <a:chOff x="2" y="156617"/>
            <a:chExt cx="719987" cy="944360"/>
          </a:xfrm>
        </p:grpSpPr>
        <p:pic>
          <p:nvPicPr>
            <p:cNvPr id="395" name="Google Shape;395;p3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96" name="Google Shape;396;p3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97" name="Google Shape;397;p36"/>
          <p:cNvGrpSpPr/>
          <p:nvPr/>
        </p:nvGrpSpPr>
        <p:grpSpPr>
          <a:xfrm>
            <a:off x="0" y="0"/>
            <a:ext cx="9569050" cy="5569647"/>
            <a:chOff x="0" y="0"/>
            <a:chExt cx="9569050" cy="5569647"/>
          </a:xfrm>
        </p:grpSpPr>
        <p:sp>
          <p:nvSpPr>
            <p:cNvPr id="398" name="Google Shape;398;p36"/>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9" name="Google Shape;399;p36"/>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400" name="Shape 400"/>
        <p:cNvGrpSpPr/>
        <p:nvPr/>
      </p:nvGrpSpPr>
      <p:grpSpPr>
        <a:xfrm>
          <a:off x="0" y="0"/>
          <a:ext cx="0" cy="0"/>
          <a:chOff x="0" y="0"/>
          <a:chExt cx="0" cy="0"/>
        </a:xfrm>
      </p:grpSpPr>
      <p:pic>
        <p:nvPicPr>
          <p:cNvPr id="401" name="Google Shape;401;p3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02" name="Google Shape;402;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403" name="Google Shape;403;p37"/>
          <p:cNvGrpSpPr/>
          <p:nvPr/>
        </p:nvGrpSpPr>
        <p:grpSpPr>
          <a:xfrm>
            <a:off x="2" y="156617"/>
            <a:ext cx="719987" cy="944360"/>
            <a:chOff x="2" y="156617"/>
            <a:chExt cx="719987" cy="944360"/>
          </a:xfrm>
        </p:grpSpPr>
        <p:pic>
          <p:nvPicPr>
            <p:cNvPr id="404" name="Google Shape;404;p3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405" name="Google Shape;405;p3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406" name="Google Shape;406;p37"/>
          <p:cNvGrpSpPr/>
          <p:nvPr/>
        </p:nvGrpSpPr>
        <p:grpSpPr>
          <a:xfrm>
            <a:off x="0" y="0"/>
            <a:ext cx="9569050" cy="5569647"/>
            <a:chOff x="0" y="0"/>
            <a:chExt cx="9569050" cy="5569647"/>
          </a:xfrm>
        </p:grpSpPr>
        <p:sp>
          <p:nvSpPr>
            <p:cNvPr id="407" name="Google Shape;407;p37"/>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8" name="Google Shape;408;p37"/>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09" name="Shape 409"/>
        <p:cNvGrpSpPr/>
        <p:nvPr/>
      </p:nvGrpSpPr>
      <p:grpSpPr>
        <a:xfrm>
          <a:off x="0" y="0"/>
          <a:ext cx="0" cy="0"/>
          <a:chOff x="0" y="0"/>
          <a:chExt cx="0" cy="0"/>
        </a:xfrm>
      </p:grpSpPr>
      <p:pic>
        <p:nvPicPr>
          <p:cNvPr id="410" name="Google Shape;410;p3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11" name="Google Shape;411;p38"/>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2" name="Google Shape;412;p38"/>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3" name="Google Shape;413;p38"/>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4" name="Google Shape;414;p38"/>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5" name="Google Shape;415;p38"/>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6" name="Google Shape;416;p38"/>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417" name="Google Shape;417;p38"/>
          <p:cNvGrpSpPr/>
          <p:nvPr/>
        </p:nvGrpSpPr>
        <p:grpSpPr>
          <a:xfrm>
            <a:off x="-601700" y="0"/>
            <a:ext cx="10705100" cy="4676150"/>
            <a:chOff x="-601700" y="0"/>
            <a:chExt cx="10705100" cy="4676150"/>
          </a:xfrm>
        </p:grpSpPr>
        <p:sp>
          <p:nvSpPr>
            <p:cNvPr id="418" name="Google Shape;418;p3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19" name="Google Shape;419;p38"/>
            <p:cNvGrpSpPr/>
            <p:nvPr/>
          </p:nvGrpSpPr>
          <p:grpSpPr>
            <a:xfrm rot="5400000">
              <a:off x="-2006450" y="1404750"/>
              <a:ext cx="4014600" cy="1205100"/>
              <a:chOff x="150" y="4543750"/>
              <a:chExt cx="4014600" cy="1205100"/>
            </a:xfrm>
          </p:grpSpPr>
          <p:sp>
            <p:nvSpPr>
              <p:cNvPr id="420" name="Google Shape;420;p3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21" name="Google Shape;421;p3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422" name="Google Shape;422;p38"/>
          <p:cNvGrpSpPr/>
          <p:nvPr/>
        </p:nvGrpSpPr>
        <p:grpSpPr>
          <a:xfrm>
            <a:off x="8206512" y="4230524"/>
            <a:ext cx="848365" cy="950159"/>
            <a:chOff x="41662" y="277999"/>
            <a:chExt cx="848365" cy="950159"/>
          </a:xfrm>
        </p:grpSpPr>
        <p:pic>
          <p:nvPicPr>
            <p:cNvPr id="423" name="Google Shape;423;p3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424" name="Google Shape;424;p3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425" name="Google Shape;425;p3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26" name="Shape 426"/>
        <p:cNvGrpSpPr/>
        <p:nvPr/>
      </p:nvGrpSpPr>
      <p:grpSpPr>
        <a:xfrm>
          <a:off x="0" y="0"/>
          <a:ext cx="0" cy="0"/>
          <a:chOff x="0" y="0"/>
          <a:chExt cx="0" cy="0"/>
        </a:xfrm>
      </p:grpSpPr>
      <p:pic>
        <p:nvPicPr>
          <p:cNvPr id="427" name="Google Shape;427;p39"/>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428" name="Google Shape;428;p39"/>
          <p:cNvGrpSpPr/>
          <p:nvPr/>
        </p:nvGrpSpPr>
        <p:grpSpPr>
          <a:xfrm>
            <a:off x="-962824" y="-872075"/>
            <a:ext cx="10524450" cy="6436800"/>
            <a:chOff x="-962824" y="-872075"/>
            <a:chExt cx="10524450" cy="6436800"/>
          </a:xfrm>
        </p:grpSpPr>
        <p:sp>
          <p:nvSpPr>
            <p:cNvPr id="429" name="Google Shape;429;p39"/>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30" name="Google Shape;430;p39"/>
            <p:cNvGrpSpPr/>
            <p:nvPr/>
          </p:nvGrpSpPr>
          <p:grpSpPr>
            <a:xfrm flipH="1">
              <a:off x="502351" y="-872075"/>
              <a:ext cx="2489300" cy="1740000"/>
              <a:chOff x="6148925" y="-872075"/>
              <a:chExt cx="2489300" cy="1740000"/>
            </a:xfrm>
          </p:grpSpPr>
          <p:sp>
            <p:nvSpPr>
              <p:cNvPr id="431" name="Google Shape;431;p3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32" name="Google Shape;432;p3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433" name="Google Shape;433;p39"/>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34" name="Google Shape;434;p39"/>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35" name="Google Shape;435;p39"/>
          <p:cNvGrpSpPr/>
          <p:nvPr/>
        </p:nvGrpSpPr>
        <p:grpSpPr>
          <a:xfrm>
            <a:off x="-962825" y="81904"/>
            <a:ext cx="10251619" cy="5069347"/>
            <a:chOff x="-962825" y="81904"/>
            <a:chExt cx="10251619" cy="5069347"/>
          </a:xfrm>
        </p:grpSpPr>
        <p:pic>
          <p:nvPicPr>
            <p:cNvPr id="436" name="Google Shape;436;p39"/>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437" name="Google Shape;437;p39"/>
            <p:cNvGrpSpPr/>
            <p:nvPr/>
          </p:nvGrpSpPr>
          <p:grpSpPr>
            <a:xfrm flipH="1">
              <a:off x="7678302" y="4401391"/>
              <a:ext cx="1102438" cy="577167"/>
              <a:chOff x="359837" y="4401391"/>
              <a:chExt cx="1102438" cy="577167"/>
            </a:xfrm>
          </p:grpSpPr>
          <p:pic>
            <p:nvPicPr>
              <p:cNvPr id="438" name="Google Shape;438;p3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439" name="Google Shape;439;p3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440" name="Google Shape;440;p39"/>
            <p:cNvGrpSpPr/>
            <p:nvPr/>
          </p:nvGrpSpPr>
          <p:grpSpPr>
            <a:xfrm flipH="1">
              <a:off x="8100369" y="81904"/>
              <a:ext cx="1188426" cy="1227668"/>
              <a:chOff x="-7843" y="83454"/>
              <a:chExt cx="1188426" cy="1227668"/>
            </a:xfrm>
          </p:grpSpPr>
          <p:pic>
            <p:nvPicPr>
              <p:cNvPr id="441" name="Google Shape;441;p3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442" name="Google Shape;442;p3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443" name="Google Shape;443;p3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444" name="Google Shape;444;p39"/>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45" name="Google Shape;445;p39"/>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6" name="Google Shape;446;p39"/>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47" name="Shape 447"/>
        <p:cNvGrpSpPr/>
        <p:nvPr/>
      </p:nvGrpSpPr>
      <p:grpSpPr>
        <a:xfrm>
          <a:off x="0" y="0"/>
          <a:ext cx="0" cy="0"/>
          <a:chOff x="0" y="0"/>
          <a:chExt cx="0" cy="0"/>
        </a:xfrm>
      </p:grpSpPr>
      <p:pic>
        <p:nvPicPr>
          <p:cNvPr id="448" name="Google Shape;448;p4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449" name="Google Shape;449;p40"/>
          <p:cNvGrpSpPr/>
          <p:nvPr/>
        </p:nvGrpSpPr>
        <p:grpSpPr>
          <a:xfrm>
            <a:off x="0" y="-613825"/>
            <a:ext cx="9564675" cy="6140950"/>
            <a:chOff x="0" y="-613825"/>
            <a:chExt cx="9564675" cy="6140950"/>
          </a:xfrm>
        </p:grpSpPr>
        <p:sp>
          <p:nvSpPr>
            <p:cNvPr id="450" name="Google Shape;450;p40"/>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51" name="Google Shape;451;p40"/>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52" name="Google Shape;452;p40"/>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53" name="Shape 453"/>
        <p:cNvGrpSpPr/>
        <p:nvPr/>
      </p:nvGrpSpPr>
      <p:grpSpPr>
        <a:xfrm>
          <a:off x="0" y="0"/>
          <a:ext cx="0" cy="0"/>
          <a:chOff x="0" y="0"/>
          <a:chExt cx="0" cy="0"/>
        </a:xfrm>
      </p:grpSpPr>
      <p:pic>
        <p:nvPicPr>
          <p:cNvPr id="454" name="Google Shape;454;p41"/>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455" name="Google Shape;455;p41"/>
          <p:cNvGrpSpPr/>
          <p:nvPr/>
        </p:nvGrpSpPr>
        <p:grpSpPr>
          <a:xfrm>
            <a:off x="-601700" y="0"/>
            <a:ext cx="10358225" cy="5143500"/>
            <a:chOff x="-601700" y="0"/>
            <a:chExt cx="10358225" cy="5143500"/>
          </a:xfrm>
        </p:grpSpPr>
        <p:grpSp>
          <p:nvGrpSpPr>
            <p:cNvPr id="456" name="Google Shape;456;p41"/>
            <p:cNvGrpSpPr/>
            <p:nvPr/>
          </p:nvGrpSpPr>
          <p:grpSpPr>
            <a:xfrm rot="5400000">
              <a:off x="-2006450" y="1404750"/>
              <a:ext cx="4014600" cy="1205100"/>
              <a:chOff x="150" y="4543750"/>
              <a:chExt cx="4014600" cy="1205100"/>
            </a:xfrm>
          </p:grpSpPr>
          <p:sp>
            <p:nvSpPr>
              <p:cNvPr id="457" name="Google Shape;457;p4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58" name="Google Shape;458;p4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59" name="Google Shape;459;p41"/>
            <p:cNvGrpSpPr/>
            <p:nvPr/>
          </p:nvGrpSpPr>
          <p:grpSpPr>
            <a:xfrm rot="-5400000">
              <a:off x="7146675" y="2533650"/>
              <a:ext cx="4014600" cy="1205100"/>
              <a:chOff x="150" y="4543750"/>
              <a:chExt cx="4014600" cy="1205100"/>
            </a:xfrm>
          </p:grpSpPr>
          <p:sp>
            <p:nvSpPr>
              <p:cNvPr id="460" name="Google Shape;460;p41"/>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61" name="Google Shape;461;p41"/>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67" name="Google Shape;467;p43"/>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468" name="Google Shape;468;p43"/>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469" name="Google Shape;469;p43"/>
          <p:cNvGrpSpPr/>
          <p:nvPr/>
        </p:nvGrpSpPr>
        <p:grpSpPr>
          <a:xfrm>
            <a:off x="-421050" y="-872075"/>
            <a:ext cx="10524450" cy="6436800"/>
            <a:chOff x="-421050" y="-872075"/>
            <a:chExt cx="10524450" cy="6436800"/>
          </a:xfrm>
        </p:grpSpPr>
        <p:sp>
          <p:nvSpPr>
            <p:cNvPr id="470" name="Google Shape;470;p43"/>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71" name="Google Shape;471;p43"/>
            <p:cNvGrpSpPr/>
            <p:nvPr/>
          </p:nvGrpSpPr>
          <p:grpSpPr>
            <a:xfrm>
              <a:off x="6148925" y="-872075"/>
              <a:ext cx="2489300" cy="1740000"/>
              <a:chOff x="6148925" y="-872075"/>
              <a:chExt cx="2489300" cy="1740000"/>
            </a:xfrm>
          </p:grpSpPr>
          <p:sp>
            <p:nvSpPr>
              <p:cNvPr id="472" name="Google Shape;472;p4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73" name="Google Shape;473;p4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474" name="Google Shape;474;p4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75" name="Google Shape;475;p4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76" name="Google Shape;476;p43"/>
          <p:cNvGrpSpPr/>
          <p:nvPr/>
        </p:nvGrpSpPr>
        <p:grpSpPr>
          <a:xfrm>
            <a:off x="-148218" y="81904"/>
            <a:ext cx="10251619" cy="5069347"/>
            <a:chOff x="-148218" y="81904"/>
            <a:chExt cx="10251619" cy="5069347"/>
          </a:xfrm>
        </p:grpSpPr>
        <p:pic>
          <p:nvPicPr>
            <p:cNvPr id="477" name="Google Shape;477;p43"/>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478" name="Google Shape;478;p43"/>
            <p:cNvGrpSpPr/>
            <p:nvPr/>
          </p:nvGrpSpPr>
          <p:grpSpPr>
            <a:xfrm>
              <a:off x="359837" y="4401391"/>
              <a:ext cx="1102438" cy="577167"/>
              <a:chOff x="359837" y="4401391"/>
              <a:chExt cx="1102438" cy="577167"/>
            </a:xfrm>
          </p:grpSpPr>
          <p:pic>
            <p:nvPicPr>
              <p:cNvPr id="479" name="Google Shape;479;p43"/>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480" name="Google Shape;480;p43"/>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481" name="Google Shape;481;p43"/>
            <p:cNvGrpSpPr/>
            <p:nvPr/>
          </p:nvGrpSpPr>
          <p:grpSpPr>
            <a:xfrm>
              <a:off x="-148218" y="81904"/>
              <a:ext cx="1188426" cy="1227668"/>
              <a:chOff x="-7843" y="83454"/>
              <a:chExt cx="1188426" cy="1227668"/>
            </a:xfrm>
          </p:grpSpPr>
          <p:pic>
            <p:nvPicPr>
              <p:cNvPr id="482" name="Google Shape;482;p43"/>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483" name="Google Shape;483;p43"/>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484" name="Google Shape;484;p43"/>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5" name="Shape 485"/>
        <p:cNvGrpSpPr/>
        <p:nvPr/>
      </p:nvGrpSpPr>
      <p:grpSpPr>
        <a:xfrm>
          <a:off x="0" y="0"/>
          <a:ext cx="0" cy="0"/>
          <a:chOff x="0" y="0"/>
          <a:chExt cx="0" cy="0"/>
        </a:xfrm>
      </p:grpSpPr>
      <p:pic>
        <p:nvPicPr>
          <p:cNvPr id="486" name="Google Shape;486;p4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87" name="Google Shape;487;p44"/>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88" name="Google Shape;488;p44"/>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489" name="Google Shape;489;p44"/>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90" name="Google Shape;490;p44"/>
          <p:cNvGrpSpPr/>
          <p:nvPr/>
        </p:nvGrpSpPr>
        <p:grpSpPr>
          <a:xfrm>
            <a:off x="8206512" y="4230524"/>
            <a:ext cx="848365" cy="950159"/>
            <a:chOff x="41662" y="277999"/>
            <a:chExt cx="848365" cy="950159"/>
          </a:xfrm>
        </p:grpSpPr>
        <p:pic>
          <p:nvPicPr>
            <p:cNvPr id="491" name="Google Shape;491;p4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492" name="Google Shape;492;p4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493" name="Google Shape;493;p4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494" name="Google Shape;494;p44"/>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495" name="Google Shape;495;p44"/>
          <p:cNvGrpSpPr/>
          <p:nvPr/>
        </p:nvGrpSpPr>
        <p:grpSpPr>
          <a:xfrm>
            <a:off x="-601700" y="-872075"/>
            <a:ext cx="10705100" cy="5548225"/>
            <a:chOff x="-601700" y="-872075"/>
            <a:chExt cx="10705100" cy="5548225"/>
          </a:xfrm>
        </p:grpSpPr>
        <p:sp>
          <p:nvSpPr>
            <p:cNvPr id="496" name="Google Shape;496;p4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97" name="Google Shape;497;p44"/>
            <p:cNvGrpSpPr/>
            <p:nvPr/>
          </p:nvGrpSpPr>
          <p:grpSpPr>
            <a:xfrm rot="5400000">
              <a:off x="-2006450" y="1404750"/>
              <a:ext cx="4014600" cy="1205100"/>
              <a:chOff x="150" y="4543750"/>
              <a:chExt cx="4014600" cy="1205100"/>
            </a:xfrm>
          </p:grpSpPr>
          <p:sp>
            <p:nvSpPr>
              <p:cNvPr id="498" name="Google Shape;498;p4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99" name="Google Shape;499;p44"/>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00" name="Google Shape;500;p44"/>
            <p:cNvGrpSpPr/>
            <p:nvPr/>
          </p:nvGrpSpPr>
          <p:grpSpPr>
            <a:xfrm>
              <a:off x="6148925" y="-872075"/>
              <a:ext cx="2489300" cy="1740000"/>
              <a:chOff x="6148925" y="-872075"/>
              <a:chExt cx="2489300" cy="1740000"/>
            </a:xfrm>
          </p:grpSpPr>
          <p:sp>
            <p:nvSpPr>
              <p:cNvPr id="501" name="Google Shape;501;p4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02" name="Google Shape;502;p4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3" name="Shape 503"/>
        <p:cNvGrpSpPr/>
        <p:nvPr/>
      </p:nvGrpSpPr>
      <p:grpSpPr>
        <a:xfrm>
          <a:off x="0" y="0"/>
          <a:ext cx="0" cy="0"/>
          <a:chOff x="0" y="0"/>
          <a:chExt cx="0" cy="0"/>
        </a:xfrm>
      </p:grpSpPr>
      <p:pic>
        <p:nvPicPr>
          <p:cNvPr id="504" name="Google Shape;504;p4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05" name="Google Shape;505;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06" name="Google Shape;506;p45"/>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507" name="Google Shape;507;p45"/>
          <p:cNvGrpSpPr/>
          <p:nvPr/>
        </p:nvGrpSpPr>
        <p:grpSpPr>
          <a:xfrm>
            <a:off x="150" y="2779250"/>
            <a:ext cx="10103250" cy="2785475"/>
            <a:chOff x="150" y="2779250"/>
            <a:chExt cx="10103250" cy="2785475"/>
          </a:xfrm>
        </p:grpSpPr>
        <p:sp>
          <p:nvSpPr>
            <p:cNvPr id="508" name="Google Shape;508;p4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09" name="Google Shape;509;p4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10" name="Google Shape;510;p45"/>
          <p:cNvGrpSpPr/>
          <p:nvPr/>
        </p:nvGrpSpPr>
        <p:grpSpPr>
          <a:xfrm>
            <a:off x="2" y="156617"/>
            <a:ext cx="1462273" cy="4821940"/>
            <a:chOff x="2" y="156617"/>
            <a:chExt cx="1462273" cy="4821940"/>
          </a:xfrm>
        </p:grpSpPr>
        <p:grpSp>
          <p:nvGrpSpPr>
            <p:cNvPr id="511" name="Google Shape;511;p45"/>
            <p:cNvGrpSpPr/>
            <p:nvPr/>
          </p:nvGrpSpPr>
          <p:grpSpPr>
            <a:xfrm>
              <a:off x="2" y="156617"/>
              <a:ext cx="719987" cy="944360"/>
              <a:chOff x="2" y="156617"/>
              <a:chExt cx="719987" cy="944360"/>
            </a:xfrm>
          </p:grpSpPr>
          <p:pic>
            <p:nvPicPr>
              <p:cNvPr id="512" name="Google Shape;512;p45"/>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513" name="Google Shape;513;p45"/>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514" name="Google Shape;514;p45"/>
            <p:cNvGrpSpPr/>
            <p:nvPr/>
          </p:nvGrpSpPr>
          <p:grpSpPr>
            <a:xfrm>
              <a:off x="359837" y="4401391"/>
              <a:ext cx="1102438" cy="577167"/>
              <a:chOff x="359837" y="4401391"/>
              <a:chExt cx="1102438" cy="577167"/>
            </a:xfrm>
          </p:grpSpPr>
          <p:pic>
            <p:nvPicPr>
              <p:cNvPr id="515" name="Google Shape;515;p4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16" name="Google Shape;516;p4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17" name="Shape 517"/>
        <p:cNvGrpSpPr/>
        <p:nvPr/>
      </p:nvGrpSpPr>
      <p:grpSpPr>
        <a:xfrm>
          <a:off x="0" y="0"/>
          <a:ext cx="0" cy="0"/>
          <a:chOff x="0" y="0"/>
          <a:chExt cx="0" cy="0"/>
        </a:xfrm>
      </p:grpSpPr>
      <p:pic>
        <p:nvPicPr>
          <p:cNvPr id="518" name="Google Shape;518;p4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19" name="Google Shape;519;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20" name="Google Shape;520;p46"/>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21" name="Google Shape;521;p46"/>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22" name="Google Shape;522;p46"/>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523" name="Google Shape;523;p46"/>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524" name="Google Shape;524;p46"/>
          <p:cNvGrpSpPr/>
          <p:nvPr/>
        </p:nvGrpSpPr>
        <p:grpSpPr>
          <a:xfrm>
            <a:off x="150" y="2779250"/>
            <a:ext cx="10103250" cy="2785475"/>
            <a:chOff x="150" y="2779250"/>
            <a:chExt cx="10103250" cy="2785475"/>
          </a:xfrm>
        </p:grpSpPr>
        <p:sp>
          <p:nvSpPr>
            <p:cNvPr id="525" name="Google Shape;525;p4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26" name="Google Shape;526;p46"/>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27" name="Google Shape;527;p46"/>
          <p:cNvGrpSpPr/>
          <p:nvPr/>
        </p:nvGrpSpPr>
        <p:grpSpPr>
          <a:xfrm>
            <a:off x="2" y="156617"/>
            <a:ext cx="10103400" cy="4994633"/>
            <a:chOff x="2" y="156617"/>
            <a:chExt cx="10103400" cy="4994633"/>
          </a:xfrm>
        </p:grpSpPr>
        <p:grpSp>
          <p:nvGrpSpPr>
            <p:cNvPr id="528" name="Google Shape;528;p46"/>
            <p:cNvGrpSpPr/>
            <p:nvPr/>
          </p:nvGrpSpPr>
          <p:grpSpPr>
            <a:xfrm>
              <a:off x="2" y="156617"/>
              <a:ext cx="719987" cy="944360"/>
              <a:chOff x="2" y="156617"/>
              <a:chExt cx="719987" cy="944360"/>
            </a:xfrm>
          </p:grpSpPr>
          <p:pic>
            <p:nvPicPr>
              <p:cNvPr id="529" name="Google Shape;529;p46"/>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530" name="Google Shape;530;p46"/>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531" name="Google Shape;531;p46"/>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532" name="Google Shape;532;p46"/>
            <p:cNvGrpSpPr/>
            <p:nvPr/>
          </p:nvGrpSpPr>
          <p:grpSpPr>
            <a:xfrm>
              <a:off x="359837" y="4401391"/>
              <a:ext cx="1102438" cy="577167"/>
              <a:chOff x="359837" y="4401391"/>
              <a:chExt cx="1102438" cy="577167"/>
            </a:xfrm>
          </p:grpSpPr>
          <p:pic>
            <p:nvPicPr>
              <p:cNvPr id="533" name="Google Shape;533;p46"/>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34" name="Google Shape;534;p4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5" name="Shape 535"/>
        <p:cNvGrpSpPr/>
        <p:nvPr/>
      </p:nvGrpSpPr>
      <p:grpSpPr>
        <a:xfrm>
          <a:off x="0" y="0"/>
          <a:ext cx="0" cy="0"/>
          <a:chOff x="0" y="0"/>
          <a:chExt cx="0" cy="0"/>
        </a:xfrm>
      </p:grpSpPr>
      <p:pic>
        <p:nvPicPr>
          <p:cNvPr id="536" name="Google Shape;536;p4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37" name="Google Shape;537;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538" name="Google Shape;538;p47"/>
          <p:cNvGrpSpPr/>
          <p:nvPr/>
        </p:nvGrpSpPr>
        <p:grpSpPr>
          <a:xfrm>
            <a:off x="5129400" y="4543750"/>
            <a:ext cx="4014600" cy="1205100"/>
            <a:chOff x="5129400" y="4543750"/>
            <a:chExt cx="4014600" cy="1205100"/>
          </a:xfrm>
        </p:grpSpPr>
        <p:sp>
          <p:nvSpPr>
            <p:cNvPr id="539" name="Google Shape;539;p47"/>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40" name="Google Shape;540;p47"/>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41" name="Google Shape;541;p47"/>
          <p:cNvGrpSpPr/>
          <p:nvPr/>
        </p:nvGrpSpPr>
        <p:grpSpPr>
          <a:xfrm>
            <a:off x="2" y="156617"/>
            <a:ext cx="9296400" cy="4986881"/>
            <a:chOff x="2" y="156617"/>
            <a:chExt cx="9296400" cy="4986881"/>
          </a:xfrm>
        </p:grpSpPr>
        <p:grpSp>
          <p:nvGrpSpPr>
            <p:cNvPr id="542" name="Google Shape;542;p47"/>
            <p:cNvGrpSpPr/>
            <p:nvPr/>
          </p:nvGrpSpPr>
          <p:grpSpPr>
            <a:xfrm>
              <a:off x="2" y="156617"/>
              <a:ext cx="719987" cy="944360"/>
              <a:chOff x="2" y="156617"/>
              <a:chExt cx="719987" cy="944360"/>
            </a:xfrm>
          </p:grpSpPr>
          <p:pic>
            <p:nvPicPr>
              <p:cNvPr id="543" name="Google Shape;543;p4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544" name="Google Shape;544;p4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545" name="Google Shape;545;p47"/>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6" name="Shape 546"/>
        <p:cNvGrpSpPr/>
        <p:nvPr/>
      </p:nvGrpSpPr>
      <p:grpSpPr>
        <a:xfrm>
          <a:off x="0" y="0"/>
          <a:ext cx="0" cy="0"/>
          <a:chOff x="0" y="0"/>
          <a:chExt cx="0" cy="0"/>
        </a:xfrm>
      </p:grpSpPr>
      <p:pic>
        <p:nvPicPr>
          <p:cNvPr id="547" name="Google Shape;547;p4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48" name="Google Shape;548;p48"/>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49" name="Google Shape;549;p48"/>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550" name="Google Shape;550;p4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551" name="Google Shape;551;p48"/>
          <p:cNvGrpSpPr/>
          <p:nvPr/>
        </p:nvGrpSpPr>
        <p:grpSpPr>
          <a:xfrm>
            <a:off x="2" y="156617"/>
            <a:ext cx="1462273" cy="4821940"/>
            <a:chOff x="2" y="156617"/>
            <a:chExt cx="1462273" cy="4821940"/>
          </a:xfrm>
        </p:grpSpPr>
        <p:grpSp>
          <p:nvGrpSpPr>
            <p:cNvPr id="552" name="Google Shape;552;p48"/>
            <p:cNvGrpSpPr/>
            <p:nvPr/>
          </p:nvGrpSpPr>
          <p:grpSpPr>
            <a:xfrm>
              <a:off x="2" y="156617"/>
              <a:ext cx="719987" cy="944360"/>
              <a:chOff x="2" y="156617"/>
              <a:chExt cx="719987" cy="944360"/>
            </a:xfrm>
          </p:grpSpPr>
          <p:pic>
            <p:nvPicPr>
              <p:cNvPr id="553" name="Google Shape;553;p4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554" name="Google Shape;554;p4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555" name="Google Shape;555;p48"/>
            <p:cNvGrpSpPr/>
            <p:nvPr/>
          </p:nvGrpSpPr>
          <p:grpSpPr>
            <a:xfrm>
              <a:off x="359837" y="4401391"/>
              <a:ext cx="1102438" cy="577167"/>
              <a:chOff x="359837" y="4401391"/>
              <a:chExt cx="1102438" cy="577167"/>
            </a:xfrm>
          </p:grpSpPr>
          <p:pic>
            <p:nvPicPr>
              <p:cNvPr id="556" name="Google Shape;556;p4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57" name="Google Shape;557;p4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8" name="Shape 558"/>
        <p:cNvGrpSpPr/>
        <p:nvPr/>
      </p:nvGrpSpPr>
      <p:grpSpPr>
        <a:xfrm>
          <a:off x="0" y="0"/>
          <a:ext cx="0" cy="0"/>
          <a:chOff x="0" y="0"/>
          <a:chExt cx="0" cy="0"/>
        </a:xfrm>
      </p:grpSpPr>
      <p:pic>
        <p:nvPicPr>
          <p:cNvPr id="559" name="Google Shape;559;p4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60" name="Google Shape;560;p49"/>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561" name="Google Shape;561;p49"/>
          <p:cNvGrpSpPr/>
          <p:nvPr/>
        </p:nvGrpSpPr>
        <p:grpSpPr>
          <a:xfrm>
            <a:off x="-421050" y="0"/>
            <a:ext cx="10524450" cy="5564725"/>
            <a:chOff x="-421050" y="0"/>
            <a:chExt cx="10524450" cy="5564725"/>
          </a:xfrm>
        </p:grpSpPr>
        <p:sp>
          <p:nvSpPr>
            <p:cNvPr id="562" name="Google Shape;562;p49"/>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63" name="Google Shape;563;p4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64" name="Google Shape;564;p49"/>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65" name="Google Shape;565;p49"/>
          <p:cNvGrpSpPr/>
          <p:nvPr/>
        </p:nvGrpSpPr>
        <p:grpSpPr>
          <a:xfrm>
            <a:off x="-148218" y="81904"/>
            <a:ext cx="10251619" cy="5069347"/>
            <a:chOff x="-148218" y="81904"/>
            <a:chExt cx="10251619" cy="5069347"/>
          </a:xfrm>
        </p:grpSpPr>
        <p:pic>
          <p:nvPicPr>
            <p:cNvPr id="566" name="Google Shape;566;p49"/>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567" name="Google Shape;567;p49"/>
            <p:cNvGrpSpPr/>
            <p:nvPr/>
          </p:nvGrpSpPr>
          <p:grpSpPr>
            <a:xfrm>
              <a:off x="359837" y="4401391"/>
              <a:ext cx="1102438" cy="577167"/>
              <a:chOff x="359837" y="4401391"/>
              <a:chExt cx="1102438" cy="577167"/>
            </a:xfrm>
          </p:grpSpPr>
          <p:pic>
            <p:nvPicPr>
              <p:cNvPr id="568" name="Google Shape;568;p4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69" name="Google Shape;569;p4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570" name="Google Shape;570;p49"/>
            <p:cNvGrpSpPr/>
            <p:nvPr/>
          </p:nvGrpSpPr>
          <p:grpSpPr>
            <a:xfrm>
              <a:off x="-148218" y="81904"/>
              <a:ext cx="1188426" cy="1227668"/>
              <a:chOff x="-7843" y="83454"/>
              <a:chExt cx="1188426" cy="1227668"/>
            </a:xfrm>
          </p:grpSpPr>
          <p:pic>
            <p:nvPicPr>
              <p:cNvPr id="571" name="Google Shape;571;p4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572" name="Google Shape;572;p4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573" name="Google Shape;573;p4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4" name="Shape 574"/>
        <p:cNvGrpSpPr/>
        <p:nvPr/>
      </p:nvGrpSpPr>
      <p:grpSpPr>
        <a:xfrm>
          <a:off x="0" y="0"/>
          <a:ext cx="0" cy="0"/>
          <a:chOff x="0" y="0"/>
          <a:chExt cx="0" cy="0"/>
        </a:xfrm>
      </p:grpSpPr>
      <p:pic>
        <p:nvPicPr>
          <p:cNvPr id="575" name="Google Shape;575;p5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76" name="Google Shape;576;p50"/>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577" name="Google Shape;577;p50"/>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78" name="Google Shape;578;p50"/>
          <p:cNvGrpSpPr/>
          <p:nvPr/>
        </p:nvGrpSpPr>
        <p:grpSpPr>
          <a:xfrm>
            <a:off x="0" y="-859375"/>
            <a:ext cx="9504775" cy="6608225"/>
            <a:chOff x="0" y="-859375"/>
            <a:chExt cx="9504775" cy="6608225"/>
          </a:xfrm>
        </p:grpSpPr>
        <p:grpSp>
          <p:nvGrpSpPr>
            <p:cNvPr id="579" name="Google Shape;579;p50"/>
            <p:cNvGrpSpPr/>
            <p:nvPr/>
          </p:nvGrpSpPr>
          <p:grpSpPr>
            <a:xfrm flipH="1">
              <a:off x="5129400" y="4543750"/>
              <a:ext cx="4014600" cy="1205100"/>
              <a:chOff x="150" y="4543750"/>
              <a:chExt cx="4014600" cy="1205100"/>
            </a:xfrm>
          </p:grpSpPr>
          <p:sp>
            <p:nvSpPr>
              <p:cNvPr id="580" name="Google Shape;580;p50"/>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81" name="Google Shape;581;p50"/>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582" name="Google Shape;582;p50"/>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583" name="Google Shape;583;p50"/>
            <p:cNvGrpSpPr/>
            <p:nvPr/>
          </p:nvGrpSpPr>
          <p:grpSpPr>
            <a:xfrm flipH="1">
              <a:off x="0" y="-859375"/>
              <a:ext cx="2489300" cy="1740000"/>
              <a:chOff x="6148925" y="-872075"/>
              <a:chExt cx="2489300" cy="1740000"/>
            </a:xfrm>
          </p:grpSpPr>
          <p:sp>
            <p:nvSpPr>
              <p:cNvPr id="584" name="Google Shape;584;p5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85" name="Google Shape;585;p5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586" name="Google Shape;586;p50"/>
          <p:cNvGrpSpPr/>
          <p:nvPr/>
        </p:nvGrpSpPr>
        <p:grpSpPr>
          <a:xfrm>
            <a:off x="-736999" y="-445900"/>
            <a:ext cx="10033401" cy="5589398"/>
            <a:chOff x="-736999" y="-445900"/>
            <a:chExt cx="10033401" cy="5589398"/>
          </a:xfrm>
        </p:grpSpPr>
        <p:pic>
          <p:nvPicPr>
            <p:cNvPr id="587" name="Google Shape;587;p50"/>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588" name="Google Shape;588;p50"/>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9" name="Shape 589"/>
        <p:cNvGrpSpPr/>
        <p:nvPr/>
      </p:nvGrpSpPr>
      <p:grpSpPr>
        <a:xfrm>
          <a:off x="0" y="0"/>
          <a:ext cx="0" cy="0"/>
          <a:chOff x="0" y="0"/>
          <a:chExt cx="0" cy="0"/>
        </a:xfrm>
      </p:grpSpPr>
      <p:sp>
        <p:nvSpPr>
          <p:cNvPr id="590" name="Google Shape;590;p51"/>
          <p:cNvSpPr/>
          <p:nvPr>
            <p:ph idx="2" type="pic"/>
          </p:nvPr>
        </p:nvSpPr>
        <p:spPr>
          <a:xfrm>
            <a:off x="-25" y="-13725"/>
            <a:ext cx="9144000" cy="5157300"/>
          </a:xfrm>
          <a:prstGeom prst="rect">
            <a:avLst/>
          </a:prstGeom>
          <a:noFill/>
          <a:ln>
            <a:noFill/>
          </a:ln>
        </p:spPr>
      </p:sp>
      <p:sp>
        <p:nvSpPr>
          <p:cNvPr id="591" name="Google Shape;591;p51"/>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92" name="Shape 592"/>
        <p:cNvGrpSpPr/>
        <p:nvPr/>
      </p:nvGrpSpPr>
      <p:grpSpPr>
        <a:xfrm>
          <a:off x="0" y="0"/>
          <a:ext cx="0" cy="0"/>
          <a:chOff x="0" y="0"/>
          <a:chExt cx="0" cy="0"/>
        </a:xfrm>
      </p:grpSpPr>
      <p:pic>
        <p:nvPicPr>
          <p:cNvPr id="593" name="Google Shape;593;p5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94" name="Google Shape;594;p52"/>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95" name="Google Shape;595;p52"/>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596" name="Google Shape;596;p52"/>
          <p:cNvGrpSpPr/>
          <p:nvPr/>
        </p:nvGrpSpPr>
        <p:grpSpPr>
          <a:xfrm>
            <a:off x="-601700" y="-872075"/>
            <a:ext cx="10705100" cy="5548225"/>
            <a:chOff x="-601700" y="-872075"/>
            <a:chExt cx="10705100" cy="5548225"/>
          </a:xfrm>
        </p:grpSpPr>
        <p:sp>
          <p:nvSpPr>
            <p:cNvPr id="597" name="Google Shape;597;p5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598" name="Google Shape;598;p52"/>
            <p:cNvGrpSpPr/>
            <p:nvPr/>
          </p:nvGrpSpPr>
          <p:grpSpPr>
            <a:xfrm rot="5400000">
              <a:off x="-2006450" y="1404750"/>
              <a:ext cx="4014600" cy="1205100"/>
              <a:chOff x="150" y="4543750"/>
              <a:chExt cx="4014600" cy="1205100"/>
            </a:xfrm>
          </p:grpSpPr>
          <p:sp>
            <p:nvSpPr>
              <p:cNvPr id="599" name="Google Shape;599;p5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00" name="Google Shape;600;p52"/>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601" name="Google Shape;601;p52"/>
            <p:cNvGrpSpPr/>
            <p:nvPr/>
          </p:nvGrpSpPr>
          <p:grpSpPr>
            <a:xfrm>
              <a:off x="6148925" y="-872075"/>
              <a:ext cx="2489300" cy="1740000"/>
              <a:chOff x="6148925" y="-872075"/>
              <a:chExt cx="2489300" cy="1740000"/>
            </a:xfrm>
          </p:grpSpPr>
          <p:sp>
            <p:nvSpPr>
              <p:cNvPr id="602" name="Google Shape;602;p5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03" name="Google Shape;603;p5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604" name="Google Shape;604;p52"/>
          <p:cNvGrpSpPr/>
          <p:nvPr/>
        </p:nvGrpSpPr>
        <p:grpSpPr>
          <a:xfrm>
            <a:off x="-100888" y="2838714"/>
            <a:ext cx="9155766" cy="2341969"/>
            <a:chOff x="-100888" y="2838714"/>
            <a:chExt cx="9155766" cy="2341969"/>
          </a:xfrm>
        </p:grpSpPr>
        <p:grpSp>
          <p:nvGrpSpPr>
            <p:cNvPr id="605" name="Google Shape;605;p52"/>
            <p:cNvGrpSpPr/>
            <p:nvPr/>
          </p:nvGrpSpPr>
          <p:grpSpPr>
            <a:xfrm>
              <a:off x="8206512" y="4230524"/>
              <a:ext cx="848365" cy="950159"/>
              <a:chOff x="41662" y="277999"/>
              <a:chExt cx="848365" cy="950159"/>
            </a:xfrm>
          </p:grpSpPr>
          <p:pic>
            <p:nvPicPr>
              <p:cNvPr id="606" name="Google Shape;606;p5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607" name="Google Shape;607;p5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608" name="Google Shape;608;p5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609" name="Google Shape;609;p52"/>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10" name="Shape 610"/>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11" name="Shape 611"/>
        <p:cNvGrpSpPr/>
        <p:nvPr/>
      </p:nvGrpSpPr>
      <p:grpSpPr>
        <a:xfrm>
          <a:off x="0" y="0"/>
          <a:ext cx="0" cy="0"/>
          <a:chOff x="0" y="0"/>
          <a:chExt cx="0" cy="0"/>
        </a:xfrm>
      </p:grpSpPr>
      <p:pic>
        <p:nvPicPr>
          <p:cNvPr id="612" name="Google Shape;612;p54"/>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613" name="Google Shape;613;p54"/>
          <p:cNvGrpSpPr/>
          <p:nvPr/>
        </p:nvGrpSpPr>
        <p:grpSpPr>
          <a:xfrm>
            <a:off x="7033266" y="-738725"/>
            <a:ext cx="2110732" cy="1475400"/>
            <a:chOff x="7033266" y="-738725"/>
            <a:chExt cx="2110732" cy="1475400"/>
          </a:xfrm>
        </p:grpSpPr>
        <p:sp>
          <p:nvSpPr>
            <p:cNvPr id="614" name="Google Shape;614;p54"/>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15" name="Google Shape;615;p54"/>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16" name="Google Shape;616;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17" name="Google Shape;617;p54"/>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8" name="Google Shape;618;p54"/>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19" name="Google Shape;619;p54"/>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620" name="Google Shape;620;p54"/>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1" name="Google Shape;621;p54"/>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22" name="Google Shape;622;p54"/>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623" name="Google Shape;623;p54"/>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4" name="Google Shape;624;p54"/>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25" name="Google Shape;625;p54"/>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626" name="Google Shape;626;p54"/>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7" name="Google Shape;627;p54"/>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28" name="Google Shape;628;p54"/>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629" name="Google Shape;629;p54"/>
          <p:cNvGrpSpPr/>
          <p:nvPr/>
        </p:nvGrpSpPr>
        <p:grpSpPr>
          <a:xfrm>
            <a:off x="2" y="156617"/>
            <a:ext cx="9096298" cy="4929890"/>
            <a:chOff x="2" y="156617"/>
            <a:chExt cx="9096298" cy="4929890"/>
          </a:xfrm>
        </p:grpSpPr>
        <p:grpSp>
          <p:nvGrpSpPr>
            <p:cNvPr id="630" name="Google Shape;630;p54"/>
            <p:cNvGrpSpPr/>
            <p:nvPr/>
          </p:nvGrpSpPr>
          <p:grpSpPr>
            <a:xfrm>
              <a:off x="2" y="156617"/>
              <a:ext cx="719987" cy="944360"/>
              <a:chOff x="2" y="156617"/>
              <a:chExt cx="719987" cy="944360"/>
            </a:xfrm>
          </p:grpSpPr>
          <p:pic>
            <p:nvPicPr>
              <p:cNvPr id="631" name="Google Shape;631;p5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632" name="Google Shape;632;p5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633" name="Google Shape;633;p54"/>
            <p:cNvGrpSpPr/>
            <p:nvPr/>
          </p:nvGrpSpPr>
          <p:grpSpPr>
            <a:xfrm>
              <a:off x="7993862" y="4509341"/>
              <a:ext cx="1102438" cy="577167"/>
              <a:chOff x="7993862" y="4509341"/>
              <a:chExt cx="1102438" cy="577167"/>
            </a:xfrm>
          </p:grpSpPr>
          <p:pic>
            <p:nvPicPr>
              <p:cNvPr id="634" name="Google Shape;634;p54"/>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635" name="Google Shape;635;p54"/>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36" name="Shape 636"/>
        <p:cNvGrpSpPr/>
        <p:nvPr/>
      </p:nvGrpSpPr>
      <p:grpSpPr>
        <a:xfrm>
          <a:off x="0" y="0"/>
          <a:ext cx="0" cy="0"/>
          <a:chOff x="0" y="0"/>
          <a:chExt cx="0" cy="0"/>
        </a:xfrm>
      </p:grpSpPr>
      <p:pic>
        <p:nvPicPr>
          <p:cNvPr id="637" name="Google Shape;637;p5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38" name="Google Shape;638;p55"/>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639" name="Google Shape;639;p55"/>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640" name="Google Shape;640;p55"/>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641" name="Google Shape;641;p55"/>
          <p:cNvGrpSpPr/>
          <p:nvPr/>
        </p:nvGrpSpPr>
        <p:grpSpPr>
          <a:xfrm>
            <a:off x="0" y="-859375"/>
            <a:ext cx="9755475" cy="6421100"/>
            <a:chOff x="0" y="-859375"/>
            <a:chExt cx="9755475" cy="6421100"/>
          </a:xfrm>
        </p:grpSpPr>
        <p:sp>
          <p:nvSpPr>
            <p:cNvPr id="642" name="Google Shape;642;p55"/>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43" name="Google Shape;643;p55"/>
            <p:cNvGrpSpPr/>
            <p:nvPr/>
          </p:nvGrpSpPr>
          <p:grpSpPr>
            <a:xfrm flipH="1">
              <a:off x="0" y="-859375"/>
              <a:ext cx="2489300" cy="1740000"/>
              <a:chOff x="6148925" y="-872075"/>
              <a:chExt cx="2489300" cy="1740000"/>
            </a:xfrm>
          </p:grpSpPr>
          <p:sp>
            <p:nvSpPr>
              <p:cNvPr id="644" name="Google Shape;644;p5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45" name="Google Shape;645;p5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46" name="Google Shape;646;p55"/>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47" name="Shape 647"/>
        <p:cNvGrpSpPr/>
        <p:nvPr/>
      </p:nvGrpSpPr>
      <p:grpSpPr>
        <a:xfrm>
          <a:off x="0" y="0"/>
          <a:ext cx="0" cy="0"/>
          <a:chOff x="0" y="0"/>
          <a:chExt cx="0" cy="0"/>
        </a:xfrm>
      </p:grpSpPr>
      <p:pic>
        <p:nvPicPr>
          <p:cNvPr id="648" name="Google Shape;648;p5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649" name="Google Shape;649;p56"/>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50" name="Google Shape;650;p56"/>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51" name="Google Shape;651;p56"/>
          <p:cNvSpPr/>
          <p:nvPr>
            <p:ph idx="2" type="pic"/>
          </p:nvPr>
        </p:nvSpPr>
        <p:spPr>
          <a:xfrm>
            <a:off x="4898950" y="533875"/>
            <a:ext cx="3489000" cy="4075800"/>
          </a:xfrm>
          <a:prstGeom prst="roundRect">
            <a:avLst>
              <a:gd fmla="val 18268" name="adj"/>
            </a:avLst>
          </a:prstGeom>
          <a:noFill/>
          <a:ln>
            <a:noFill/>
          </a:ln>
        </p:spPr>
      </p:sp>
      <p:grpSp>
        <p:nvGrpSpPr>
          <p:cNvPr id="652" name="Google Shape;652;p56"/>
          <p:cNvGrpSpPr/>
          <p:nvPr/>
        </p:nvGrpSpPr>
        <p:grpSpPr>
          <a:xfrm rot="5400000">
            <a:off x="-2006450" y="1404750"/>
            <a:ext cx="4014600" cy="1205100"/>
            <a:chOff x="150" y="4543750"/>
            <a:chExt cx="4014600" cy="1205100"/>
          </a:xfrm>
        </p:grpSpPr>
        <p:sp>
          <p:nvSpPr>
            <p:cNvPr id="653" name="Google Shape;653;p5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54" name="Google Shape;654;p5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55" name="Shape 655"/>
        <p:cNvGrpSpPr/>
        <p:nvPr/>
      </p:nvGrpSpPr>
      <p:grpSpPr>
        <a:xfrm>
          <a:off x="0" y="0"/>
          <a:ext cx="0" cy="0"/>
          <a:chOff x="0" y="0"/>
          <a:chExt cx="0" cy="0"/>
        </a:xfrm>
      </p:grpSpPr>
      <p:pic>
        <p:nvPicPr>
          <p:cNvPr id="656" name="Google Shape;656;p5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657" name="Google Shape;657;p57"/>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58" name="Google Shape;658;p57"/>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659" name="Google Shape;659;p57"/>
          <p:cNvGrpSpPr/>
          <p:nvPr/>
        </p:nvGrpSpPr>
        <p:grpSpPr>
          <a:xfrm>
            <a:off x="0" y="-859375"/>
            <a:ext cx="9755475" cy="6421100"/>
            <a:chOff x="0" y="-859375"/>
            <a:chExt cx="9755475" cy="6421100"/>
          </a:xfrm>
        </p:grpSpPr>
        <p:sp>
          <p:nvSpPr>
            <p:cNvPr id="660" name="Google Shape;660;p57"/>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61" name="Google Shape;661;p57"/>
            <p:cNvGrpSpPr/>
            <p:nvPr/>
          </p:nvGrpSpPr>
          <p:grpSpPr>
            <a:xfrm flipH="1">
              <a:off x="0" y="-859375"/>
              <a:ext cx="2489300" cy="1740000"/>
              <a:chOff x="6148925" y="-872075"/>
              <a:chExt cx="2489300" cy="1740000"/>
            </a:xfrm>
          </p:grpSpPr>
          <p:sp>
            <p:nvSpPr>
              <p:cNvPr id="662" name="Google Shape;662;p5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63" name="Google Shape;663;p5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64" name="Google Shape;664;p57"/>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665" name="Shape 665"/>
        <p:cNvGrpSpPr/>
        <p:nvPr/>
      </p:nvGrpSpPr>
      <p:grpSpPr>
        <a:xfrm>
          <a:off x="0" y="0"/>
          <a:ext cx="0" cy="0"/>
          <a:chOff x="0" y="0"/>
          <a:chExt cx="0" cy="0"/>
        </a:xfrm>
      </p:grpSpPr>
      <p:pic>
        <p:nvPicPr>
          <p:cNvPr id="666" name="Google Shape;666;p5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67" name="Google Shape;667;p58"/>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68" name="Google Shape;668;p58"/>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669" name="Google Shape;669;p58"/>
          <p:cNvGrpSpPr/>
          <p:nvPr/>
        </p:nvGrpSpPr>
        <p:grpSpPr>
          <a:xfrm>
            <a:off x="-601700" y="0"/>
            <a:ext cx="10705100" cy="4676150"/>
            <a:chOff x="-601700" y="0"/>
            <a:chExt cx="10705100" cy="4676150"/>
          </a:xfrm>
        </p:grpSpPr>
        <p:sp>
          <p:nvSpPr>
            <p:cNvPr id="670" name="Google Shape;670;p5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71" name="Google Shape;671;p58"/>
            <p:cNvGrpSpPr/>
            <p:nvPr/>
          </p:nvGrpSpPr>
          <p:grpSpPr>
            <a:xfrm rot="5400000">
              <a:off x="-2006450" y="1404750"/>
              <a:ext cx="4014600" cy="1205100"/>
              <a:chOff x="150" y="4543750"/>
              <a:chExt cx="4014600" cy="1205100"/>
            </a:xfrm>
          </p:grpSpPr>
          <p:sp>
            <p:nvSpPr>
              <p:cNvPr id="672" name="Google Shape;672;p5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73" name="Google Shape;673;p5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674" name="Google Shape;674;p58"/>
          <p:cNvGrpSpPr/>
          <p:nvPr/>
        </p:nvGrpSpPr>
        <p:grpSpPr>
          <a:xfrm>
            <a:off x="8206512" y="4230524"/>
            <a:ext cx="848365" cy="950159"/>
            <a:chOff x="41662" y="277999"/>
            <a:chExt cx="848365" cy="950159"/>
          </a:xfrm>
        </p:grpSpPr>
        <p:pic>
          <p:nvPicPr>
            <p:cNvPr id="675" name="Google Shape;675;p5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676" name="Google Shape;676;p5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677" name="Google Shape;677;p5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678" name="Shape 678"/>
        <p:cNvGrpSpPr/>
        <p:nvPr/>
      </p:nvGrpSpPr>
      <p:grpSpPr>
        <a:xfrm>
          <a:off x="0" y="0"/>
          <a:ext cx="0" cy="0"/>
          <a:chOff x="0" y="0"/>
          <a:chExt cx="0" cy="0"/>
        </a:xfrm>
      </p:grpSpPr>
      <p:pic>
        <p:nvPicPr>
          <p:cNvPr id="679" name="Google Shape;679;p5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80" name="Google Shape;680;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81" name="Google Shape;681;p59"/>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2" name="Google Shape;682;p59"/>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3" name="Google Shape;683;p59"/>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684" name="Google Shape;684;p59"/>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685" name="Google Shape;685;p59"/>
          <p:cNvGrpSpPr/>
          <p:nvPr/>
        </p:nvGrpSpPr>
        <p:grpSpPr>
          <a:xfrm>
            <a:off x="-501600" y="128825"/>
            <a:ext cx="10252550" cy="5418500"/>
            <a:chOff x="-501600" y="128825"/>
            <a:chExt cx="10252550" cy="5418500"/>
          </a:xfrm>
        </p:grpSpPr>
        <p:sp>
          <p:nvSpPr>
            <p:cNvPr id="686" name="Google Shape;686;p5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87" name="Google Shape;687;p59"/>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88" name="Google Shape;688;p59"/>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689" name="Google Shape;689;p59"/>
          <p:cNvGrpSpPr/>
          <p:nvPr/>
        </p:nvGrpSpPr>
        <p:grpSpPr>
          <a:xfrm>
            <a:off x="2" y="156617"/>
            <a:ext cx="9088698" cy="4882915"/>
            <a:chOff x="2" y="156617"/>
            <a:chExt cx="9088698" cy="4882915"/>
          </a:xfrm>
        </p:grpSpPr>
        <p:grpSp>
          <p:nvGrpSpPr>
            <p:cNvPr id="690" name="Google Shape;690;p59"/>
            <p:cNvGrpSpPr/>
            <p:nvPr/>
          </p:nvGrpSpPr>
          <p:grpSpPr>
            <a:xfrm>
              <a:off x="2" y="156617"/>
              <a:ext cx="719987" cy="944360"/>
              <a:chOff x="2" y="156617"/>
              <a:chExt cx="719987" cy="944360"/>
            </a:xfrm>
          </p:grpSpPr>
          <p:pic>
            <p:nvPicPr>
              <p:cNvPr id="691" name="Google Shape;691;p5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692" name="Google Shape;692;p5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693" name="Google Shape;693;p59"/>
            <p:cNvGrpSpPr/>
            <p:nvPr/>
          </p:nvGrpSpPr>
          <p:grpSpPr>
            <a:xfrm>
              <a:off x="7986262" y="4462366"/>
              <a:ext cx="1102438" cy="577167"/>
              <a:chOff x="359837" y="4401391"/>
              <a:chExt cx="1102438" cy="577167"/>
            </a:xfrm>
          </p:grpSpPr>
          <p:pic>
            <p:nvPicPr>
              <p:cNvPr id="694" name="Google Shape;694;p5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695" name="Google Shape;695;p5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696" name="Shape 696"/>
        <p:cNvGrpSpPr/>
        <p:nvPr/>
      </p:nvGrpSpPr>
      <p:grpSpPr>
        <a:xfrm>
          <a:off x="0" y="0"/>
          <a:ext cx="0" cy="0"/>
          <a:chOff x="0" y="0"/>
          <a:chExt cx="0" cy="0"/>
        </a:xfrm>
      </p:grpSpPr>
      <p:pic>
        <p:nvPicPr>
          <p:cNvPr id="697" name="Google Shape;697;p6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98" name="Google Shape;698;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99" name="Google Shape;699;p60"/>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0" name="Google Shape;700;p60"/>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701" name="Google Shape;701;p60"/>
          <p:cNvGrpSpPr/>
          <p:nvPr/>
        </p:nvGrpSpPr>
        <p:grpSpPr>
          <a:xfrm>
            <a:off x="275000" y="0"/>
            <a:ext cx="9374500" cy="5748850"/>
            <a:chOff x="275000" y="0"/>
            <a:chExt cx="9374500" cy="5748850"/>
          </a:xfrm>
        </p:grpSpPr>
        <p:sp>
          <p:nvSpPr>
            <p:cNvPr id="702" name="Google Shape;702;p6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03" name="Google Shape;703;p60"/>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04" name="Google Shape;704;p60"/>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705" name="Google Shape;705;p60"/>
          <p:cNvGrpSpPr/>
          <p:nvPr/>
        </p:nvGrpSpPr>
        <p:grpSpPr>
          <a:xfrm>
            <a:off x="2" y="156617"/>
            <a:ext cx="9088698" cy="4882915"/>
            <a:chOff x="2" y="156617"/>
            <a:chExt cx="9088698" cy="4882915"/>
          </a:xfrm>
        </p:grpSpPr>
        <p:grpSp>
          <p:nvGrpSpPr>
            <p:cNvPr id="706" name="Google Shape;706;p60"/>
            <p:cNvGrpSpPr/>
            <p:nvPr/>
          </p:nvGrpSpPr>
          <p:grpSpPr>
            <a:xfrm>
              <a:off x="2" y="156617"/>
              <a:ext cx="719987" cy="944360"/>
              <a:chOff x="2" y="156617"/>
              <a:chExt cx="719987" cy="944360"/>
            </a:xfrm>
          </p:grpSpPr>
          <p:pic>
            <p:nvPicPr>
              <p:cNvPr id="707" name="Google Shape;707;p6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08" name="Google Shape;708;p6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09" name="Google Shape;709;p60"/>
            <p:cNvGrpSpPr/>
            <p:nvPr/>
          </p:nvGrpSpPr>
          <p:grpSpPr>
            <a:xfrm>
              <a:off x="7986262" y="4462366"/>
              <a:ext cx="1102438" cy="577167"/>
              <a:chOff x="359837" y="4401391"/>
              <a:chExt cx="1102438" cy="577167"/>
            </a:xfrm>
          </p:grpSpPr>
          <p:pic>
            <p:nvPicPr>
              <p:cNvPr id="710" name="Google Shape;710;p6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711" name="Google Shape;711;p6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12" name="Shape 712"/>
        <p:cNvGrpSpPr/>
        <p:nvPr/>
      </p:nvGrpSpPr>
      <p:grpSpPr>
        <a:xfrm>
          <a:off x="0" y="0"/>
          <a:ext cx="0" cy="0"/>
          <a:chOff x="0" y="0"/>
          <a:chExt cx="0" cy="0"/>
        </a:xfrm>
      </p:grpSpPr>
      <p:pic>
        <p:nvPicPr>
          <p:cNvPr id="713" name="Google Shape;713;p6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14" name="Google Shape;714;p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15" name="Google Shape;715;p61"/>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6" name="Google Shape;716;p61"/>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7" name="Google Shape;717;p61"/>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8" name="Google Shape;718;p61"/>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19" name="Google Shape;719;p61"/>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20" name="Google Shape;720;p61"/>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721" name="Google Shape;721;p61"/>
          <p:cNvGrpSpPr/>
          <p:nvPr/>
        </p:nvGrpSpPr>
        <p:grpSpPr>
          <a:xfrm>
            <a:off x="-601700" y="0"/>
            <a:ext cx="10705100" cy="4676150"/>
            <a:chOff x="-601700" y="0"/>
            <a:chExt cx="10705100" cy="4676150"/>
          </a:xfrm>
        </p:grpSpPr>
        <p:sp>
          <p:nvSpPr>
            <p:cNvPr id="722" name="Google Shape;722;p6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723" name="Google Shape;723;p61"/>
            <p:cNvGrpSpPr/>
            <p:nvPr/>
          </p:nvGrpSpPr>
          <p:grpSpPr>
            <a:xfrm rot="5400000">
              <a:off x="-2006450" y="1404750"/>
              <a:ext cx="4014600" cy="1205100"/>
              <a:chOff x="150" y="4543750"/>
              <a:chExt cx="4014600" cy="1205100"/>
            </a:xfrm>
          </p:grpSpPr>
          <p:sp>
            <p:nvSpPr>
              <p:cNvPr id="724" name="Google Shape;724;p6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25" name="Google Shape;725;p6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726" name="Google Shape;726;p61"/>
          <p:cNvGrpSpPr/>
          <p:nvPr/>
        </p:nvGrpSpPr>
        <p:grpSpPr>
          <a:xfrm>
            <a:off x="2" y="156617"/>
            <a:ext cx="9054876" cy="5024066"/>
            <a:chOff x="2" y="156617"/>
            <a:chExt cx="9054876" cy="5024066"/>
          </a:xfrm>
        </p:grpSpPr>
        <p:grpSp>
          <p:nvGrpSpPr>
            <p:cNvPr id="727" name="Google Shape;727;p61"/>
            <p:cNvGrpSpPr/>
            <p:nvPr/>
          </p:nvGrpSpPr>
          <p:grpSpPr>
            <a:xfrm>
              <a:off x="8206512" y="4230524"/>
              <a:ext cx="848365" cy="950159"/>
              <a:chOff x="41662" y="277999"/>
              <a:chExt cx="848365" cy="950159"/>
            </a:xfrm>
          </p:grpSpPr>
          <p:pic>
            <p:nvPicPr>
              <p:cNvPr id="728" name="Google Shape;728;p6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729" name="Google Shape;729;p6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730" name="Google Shape;730;p6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731" name="Google Shape;731;p61"/>
            <p:cNvGrpSpPr/>
            <p:nvPr/>
          </p:nvGrpSpPr>
          <p:grpSpPr>
            <a:xfrm>
              <a:off x="2" y="156617"/>
              <a:ext cx="719987" cy="944360"/>
              <a:chOff x="2" y="156617"/>
              <a:chExt cx="719987" cy="944360"/>
            </a:xfrm>
          </p:grpSpPr>
          <p:pic>
            <p:nvPicPr>
              <p:cNvPr id="732" name="Google Shape;732;p6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33" name="Google Shape;733;p6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34" name="Shape 734"/>
        <p:cNvGrpSpPr/>
        <p:nvPr/>
      </p:nvGrpSpPr>
      <p:grpSpPr>
        <a:xfrm>
          <a:off x="0" y="0"/>
          <a:ext cx="0" cy="0"/>
          <a:chOff x="0" y="0"/>
          <a:chExt cx="0" cy="0"/>
        </a:xfrm>
      </p:grpSpPr>
      <p:pic>
        <p:nvPicPr>
          <p:cNvPr id="735" name="Google Shape;735;p62"/>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736" name="Google Shape;736;p62"/>
          <p:cNvGrpSpPr/>
          <p:nvPr/>
        </p:nvGrpSpPr>
        <p:grpSpPr>
          <a:xfrm>
            <a:off x="5129400" y="0"/>
            <a:ext cx="4520100" cy="5547325"/>
            <a:chOff x="5129400" y="0"/>
            <a:chExt cx="4520100" cy="5547325"/>
          </a:xfrm>
        </p:grpSpPr>
        <p:sp>
          <p:nvSpPr>
            <p:cNvPr id="737" name="Google Shape;737;p62"/>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38" name="Google Shape;738;p62"/>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739" name="Google Shape;739;p62"/>
          <p:cNvGrpSpPr/>
          <p:nvPr/>
        </p:nvGrpSpPr>
        <p:grpSpPr>
          <a:xfrm>
            <a:off x="2" y="156617"/>
            <a:ext cx="9088698" cy="4882915"/>
            <a:chOff x="2" y="156617"/>
            <a:chExt cx="9088698" cy="4882915"/>
          </a:xfrm>
        </p:grpSpPr>
        <p:grpSp>
          <p:nvGrpSpPr>
            <p:cNvPr id="740" name="Google Shape;740;p62"/>
            <p:cNvGrpSpPr/>
            <p:nvPr/>
          </p:nvGrpSpPr>
          <p:grpSpPr>
            <a:xfrm>
              <a:off x="2" y="156617"/>
              <a:ext cx="719987" cy="944360"/>
              <a:chOff x="2" y="156617"/>
              <a:chExt cx="719987" cy="944360"/>
            </a:xfrm>
          </p:grpSpPr>
          <p:pic>
            <p:nvPicPr>
              <p:cNvPr id="741" name="Google Shape;741;p6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42" name="Google Shape;742;p6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43" name="Google Shape;743;p62"/>
            <p:cNvGrpSpPr/>
            <p:nvPr/>
          </p:nvGrpSpPr>
          <p:grpSpPr>
            <a:xfrm>
              <a:off x="7986262" y="4462366"/>
              <a:ext cx="1102438" cy="577167"/>
              <a:chOff x="359837" y="4401391"/>
              <a:chExt cx="1102438" cy="577167"/>
            </a:xfrm>
          </p:grpSpPr>
          <p:pic>
            <p:nvPicPr>
              <p:cNvPr id="744" name="Google Shape;744;p6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745" name="Google Shape;745;p6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746" name="Google Shape;746;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47" name="Google Shape;747;p62"/>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48" name="Google Shape;748;p62"/>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49" name="Google Shape;749;p62"/>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50" name="Google Shape;750;p62"/>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51" name="Google Shape;751;p62"/>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52" name="Google Shape;752;p62"/>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53" name="Google Shape;753;p62"/>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54" name="Google Shape;754;p62"/>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755" name="Shape 755"/>
        <p:cNvGrpSpPr/>
        <p:nvPr/>
      </p:nvGrpSpPr>
      <p:grpSpPr>
        <a:xfrm>
          <a:off x="0" y="0"/>
          <a:ext cx="0" cy="0"/>
          <a:chOff x="0" y="0"/>
          <a:chExt cx="0" cy="0"/>
        </a:xfrm>
      </p:grpSpPr>
      <p:pic>
        <p:nvPicPr>
          <p:cNvPr id="756" name="Google Shape;756;p6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57" name="Google Shape;757;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58" name="Google Shape;758;p63"/>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59" name="Google Shape;759;p63"/>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0" name="Google Shape;760;p63"/>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1" name="Google Shape;761;p63"/>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2" name="Google Shape;762;p63"/>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3" name="Google Shape;763;p63"/>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4" name="Google Shape;764;p63"/>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5" name="Google Shape;765;p63"/>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6" name="Google Shape;766;p63"/>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7" name="Google Shape;767;p63"/>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768" name="Google Shape;768;p63"/>
          <p:cNvGrpSpPr/>
          <p:nvPr/>
        </p:nvGrpSpPr>
        <p:grpSpPr>
          <a:xfrm>
            <a:off x="2" y="156617"/>
            <a:ext cx="719987" cy="944360"/>
            <a:chOff x="2" y="156617"/>
            <a:chExt cx="719987" cy="944360"/>
          </a:xfrm>
        </p:grpSpPr>
        <p:pic>
          <p:nvPicPr>
            <p:cNvPr id="769" name="Google Shape;769;p6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70" name="Google Shape;770;p6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71" name="Google Shape;771;p63"/>
          <p:cNvGrpSpPr/>
          <p:nvPr/>
        </p:nvGrpSpPr>
        <p:grpSpPr>
          <a:xfrm>
            <a:off x="0" y="2817900"/>
            <a:ext cx="9640900" cy="2932900"/>
            <a:chOff x="0" y="2817900"/>
            <a:chExt cx="9640900" cy="2932900"/>
          </a:xfrm>
        </p:grpSpPr>
        <p:sp>
          <p:nvSpPr>
            <p:cNvPr id="772" name="Google Shape;772;p63"/>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73" name="Google Shape;773;p63"/>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74" name="Google Shape;774;p63"/>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75" name="Shape 775"/>
        <p:cNvGrpSpPr/>
        <p:nvPr/>
      </p:nvGrpSpPr>
      <p:grpSpPr>
        <a:xfrm>
          <a:off x="0" y="0"/>
          <a:ext cx="0" cy="0"/>
          <a:chOff x="0" y="0"/>
          <a:chExt cx="0" cy="0"/>
        </a:xfrm>
      </p:grpSpPr>
      <p:pic>
        <p:nvPicPr>
          <p:cNvPr id="776" name="Google Shape;776;p6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777" name="Google Shape;777;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78" name="Google Shape;778;p64"/>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9" name="Google Shape;779;p64"/>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0" name="Google Shape;780;p64"/>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1" name="Google Shape;781;p64"/>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2" name="Google Shape;782;p64"/>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3" name="Google Shape;783;p64"/>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4" name="Google Shape;784;p64"/>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5" name="Google Shape;785;p64"/>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6" name="Google Shape;786;p64"/>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7" name="Google Shape;787;p64"/>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8" name="Google Shape;788;p64"/>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9" name="Google Shape;789;p64"/>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790" name="Google Shape;790;p64"/>
          <p:cNvGrpSpPr/>
          <p:nvPr/>
        </p:nvGrpSpPr>
        <p:grpSpPr>
          <a:xfrm>
            <a:off x="-501600" y="128825"/>
            <a:ext cx="10252550" cy="5418500"/>
            <a:chOff x="-501600" y="128825"/>
            <a:chExt cx="10252550" cy="5418500"/>
          </a:xfrm>
        </p:grpSpPr>
        <p:sp>
          <p:nvSpPr>
            <p:cNvPr id="791" name="Google Shape;791;p64"/>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92" name="Google Shape;792;p64"/>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93" name="Google Shape;793;p64"/>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794" name="Google Shape;794;p64"/>
          <p:cNvGrpSpPr/>
          <p:nvPr/>
        </p:nvGrpSpPr>
        <p:grpSpPr>
          <a:xfrm>
            <a:off x="2" y="156617"/>
            <a:ext cx="9088698" cy="4882915"/>
            <a:chOff x="2" y="156617"/>
            <a:chExt cx="9088698" cy="4882915"/>
          </a:xfrm>
        </p:grpSpPr>
        <p:grpSp>
          <p:nvGrpSpPr>
            <p:cNvPr id="795" name="Google Shape;795;p64"/>
            <p:cNvGrpSpPr/>
            <p:nvPr/>
          </p:nvGrpSpPr>
          <p:grpSpPr>
            <a:xfrm>
              <a:off x="2" y="156617"/>
              <a:ext cx="719987" cy="944360"/>
              <a:chOff x="2" y="156617"/>
              <a:chExt cx="719987" cy="944360"/>
            </a:xfrm>
          </p:grpSpPr>
          <p:pic>
            <p:nvPicPr>
              <p:cNvPr id="796" name="Google Shape;796;p6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97" name="Google Shape;797;p6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98" name="Google Shape;798;p64"/>
            <p:cNvGrpSpPr/>
            <p:nvPr/>
          </p:nvGrpSpPr>
          <p:grpSpPr>
            <a:xfrm>
              <a:off x="7986262" y="4462366"/>
              <a:ext cx="1102438" cy="577167"/>
              <a:chOff x="359837" y="4401391"/>
              <a:chExt cx="1102438" cy="577167"/>
            </a:xfrm>
          </p:grpSpPr>
          <p:pic>
            <p:nvPicPr>
              <p:cNvPr id="799" name="Google Shape;799;p6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800" name="Google Shape;800;p6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801" name="Shape 801"/>
        <p:cNvGrpSpPr/>
        <p:nvPr/>
      </p:nvGrpSpPr>
      <p:grpSpPr>
        <a:xfrm>
          <a:off x="0" y="0"/>
          <a:ext cx="0" cy="0"/>
          <a:chOff x="0" y="0"/>
          <a:chExt cx="0" cy="0"/>
        </a:xfrm>
      </p:grpSpPr>
      <p:pic>
        <p:nvPicPr>
          <p:cNvPr id="802" name="Google Shape;802;p6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803" name="Google Shape;803;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804" name="Google Shape;804;p65"/>
          <p:cNvGrpSpPr/>
          <p:nvPr/>
        </p:nvGrpSpPr>
        <p:grpSpPr>
          <a:xfrm>
            <a:off x="2" y="156617"/>
            <a:ext cx="719987" cy="944360"/>
            <a:chOff x="2" y="156617"/>
            <a:chExt cx="719987" cy="944360"/>
          </a:xfrm>
        </p:grpSpPr>
        <p:pic>
          <p:nvPicPr>
            <p:cNvPr id="805" name="Google Shape;805;p6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806" name="Google Shape;806;p6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807" name="Google Shape;807;p65"/>
          <p:cNvGrpSpPr/>
          <p:nvPr/>
        </p:nvGrpSpPr>
        <p:grpSpPr>
          <a:xfrm>
            <a:off x="0" y="0"/>
            <a:ext cx="9569050" cy="5569647"/>
            <a:chOff x="0" y="0"/>
            <a:chExt cx="9569050" cy="5569647"/>
          </a:xfrm>
        </p:grpSpPr>
        <p:sp>
          <p:nvSpPr>
            <p:cNvPr id="808" name="Google Shape;808;p65"/>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09" name="Google Shape;809;p65"/>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810" name="Shape 810"/>
        <p:cNvGrpSpPr/>
        <p:nvPr/>
      </p:nvGrpSpPr>
      <p:grpSpPr>
        <a:xfrm>
          <a:off x="0" y="0"/>
          <a:ext cx="0" cy="0"/>
          <a:chOff x="0" y="0"/>
          <a:chExt cx="0" cy="0"/>
        </a:xfrm>
      </p:grpSpPr>
      <p:pic>
        <p:nvPicPr>
          <p:cNvPr id="811" name="Google Shape;811;p6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12" name="Google Shape;812;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813" name="Google Shape;813;p66"/>
          <p:cNvGrpSpPr/>
          <p:nvPr/>
        </p:nvGrpSpPr>
        <p:grpSpPr>
          <a:xfrm>
            <a:off x="2" y="156617"/>
            <a:ext cx="719987" cy="944360"/>
            <a:chOff x="2" y="156617"/>
            <a:chExt cx="719987" cy="944360"/>
          </a:xfrm>
        </p:grpSpPr>
        <p:pic>
          <p:nvPicPr>
            <p:cNvPr id="814" name="Google Shape;814;p6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815" name="Google Shape;815;p6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816" name="Google Shape;816;p66"/>
          <p:cNvGrpSpPr/>
          <p:nvPr/>
        </p:nvGrpSpPr>
        <p:grpSpPr>
          <a:xfrm>
            <a:off x="0" y="0"/>
            <a:ext cx="9569050" cy="5569647"/>
            <a:chOff x="0" y="0"/>
            <a:chExt cx="9569050" cy="5569647"/>
          </a:xfrm>
        </p:grpSpPr>
        <p:sp>
          <p:nvSpPr>
            <p:cNvPr id="817" name="Google Shape;817;p66"/>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18" name="Google Shape;818;p66"/>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19" name="Shape 819"/>
        <p:cNvGrpSpPr/>
        <p:nvPr/>
      </p:nvGrpSpPr>
      <p:grpSpPr>
        <a:xfrm>
          <a:off x="0" y="0"/>
          <a:ext cx="0" cy="0"/>
          <a:chOff x="0" y="0"/>
          <a:chExt cx="0" cy="0"/>
        </a:xfrm>
      </p:grpSpPr>
      <p:pic>
        <p:nvPicPr>
          <p:cNvPr id="820" name="Google Shape;820;p6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21" name="Google Shape;821;p67"/>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822" name="Google Shape;822;p67"/>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823" name="Google Shape;823;p67"/>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824" name="Google Shape;824;p67"/>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825" name="Google Shape;825;p67"/>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826" name="Google Shape;826;p67"/>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827" name="Google Shape;827;p67"/>
          <p:cNvGrpSpPr/>
          <p:nvPr/>
        </p:nvGrpSpPr>
        <p:grpSpPr>
          <a:xfrm>
            <a:off x="-601700" y="0"/>
            <a:ext cx="10705100" cy="4676150"/>
            <a:chOff x="-601700" y="0"/>
            <a:chExt cx="10705100" cy="4676150"/>
          </a:xfrm>
        </p:grpSpPr>
        <p:sp>
          <p:nvSpPr>
            <p:cNvPr id="828" name="Google Shape;828;p6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29" name="Google Shape;829;p67"/>
            <p:cNvGrpSpPr/>
            <p:nvPr/>
          </p:nvGrpSpPr>
          <p:grpSpPr>
            <a:xfrm rot="5400000">
              <a:off x="-2006450" y="1404750"/>
              <a:ext cx="4014600" cy="1205100"/>
              <a:chOff x="150" y="4543750"/>
              <a:chExt cx="4014600" cy="1205100"/>
            </a:xfrm>
          </p:grpSpPr>
          <p:sp>
            <p:nvSpPr>
              <p:cNvPr id="830" name="Google Shape;830;p6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31" name="Google Shape;831;p6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832" name="Google Shape;832;p67"/>
          <p:cNvGrpSpPr/>
          <p:nvPr/>
        </p:nvGrpSpPr>
        <p:grpSpPr>
          <a:xfrm>
            <a:off x="8206512" y="4230524"/>
            <a:ext cx="848365" cy="950159"/>
            <a:chOff x="41662" y="277999"/>
            <a:chExt cx="848365" cy="950159"/>
          </a:xfrm>
        </p:grpSpPr>
        <p:pic>
          <p:nvPicPr>
            <p:cNvPr id="833" name="Google Shape;833;p6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834" name="Google Shape;834;p6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835" name="Google Shape;835;p6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36" name="Shape 836"/>
        <p:cNvGrpSpPr/>
        <p:nvPr/>
      </p:nvGrpSpPr>
      <p:grpSpPr>
        <a:xfrm>
          <a:off x="0" y="0"/>
          <a:ext cx="0" cy="0"/>
          <a:chOff x="0" y="0"/>
          <a:chExt cx="0" cy="0"/>
        </a:xfrm>
      </p:grpSpPr>
      <p:pic>
        <p:nvPicPr>
          <p:cNvPr id="837" name="Google Shape;837;p68"/>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838" name="Google Shape;838;p68"/>
          <p:cNvGrpSpPr/>
          <p:nvPr/>
        </p:nvGrpSpPr>
        <p:grpSpPr>
          <a:xfrm>
            <a:off x="-962824" y="-872075"/>
            <a:ext cx="10524450" cy="6436800"/>
            <a:chOff x="-962824" y="-872075"/>
            <a:chExt cx="10524450" cy="6436800"/>
          </a:xfrm>
        </p:grpSpPr>
        <p:sp>
          <p:nvSpPr>
            <p:cNvPr id="839" name="Google Shape;839;p68"/>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40" name="Google Shape;840;p68"/>
            <p:cNvGrpSpPr/>
            <p:nvPr/>
          </p:nvGrpSpPr>
          <p:grpSpPr>
            <a:xfrm flipH="1">
              <a:off x="502351" y="-872075"/>
              <a:ext cx="2489300" cy="1740000"/>
              <a:chOff x="6148925" y="-872075"/>
              <a:chExt cx="2489300" cy="1740000"/>
            </a:xfrm>
          </p:grpSpPr>
          <p:sp>
            <p:nvSpPr>
              <p:cNvPr id="841" name="Google Shape;841;p6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42" name="Google Shape;842;p6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843" name="Google Shape;843;p68"/>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44" name="Google Shape;844;p68"/>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845" name="Google Shape;845;p68"/>
          <p:cNvGrpSpPr/>
          <p:nvPr/>
        </p:nvGrpSpPr>
        <p:grpSpPr>
          <a:xfrm>
            <a:off x="-962825" y="81904"/>
            <a:ext cx="10251619" cy="5069347"/>
            <a:chOff x="-962825" y="81904"/>
            <a:chExt cx="10251619" cy="5069347"/>
          </a:xfrm>
        </p:grpSpPr>
        <p:pic>
          <p:nvPicPr>
            <p:cNvPr id="846" name="Google Shape;846;p68"/>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847" name="Google Shape;847;p68"/>
            <p:cNvGrpSpPr/>
            <p:nvPr/>
          </p:nvGrpSpPr>
          <p:grpSpPr>
            <a:xfrm flipH="1">
              <a:off x="7678302" y="4401391"/>
              <a:ext cx="1102438" cy="577167"/>
              <a:chOff x="359837" y="4401391"/>
              <a:chExt cx="1102438" cy="577167"/>
            </a:xfrm>
          </p:grpSpPr>
          <p:pic>
            <p:nvPicPr>
              <p:cNvPr id="848" name="Google Shape;848;p6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849" name="Google Shape;849;p6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850" name="Google Shape;850;p68"/>
            <p:cNvGrpSpPr/>
            <p:nvPr/>
          </p:nvGrpSpPr>
          <p:grpSpPr>
            <a:xfrm flipH="1">
              <a:off x="8100369" y="81904"/>
              <a:ext cx="1188426" cy="1227668"/>
              <a:chOff x="-7843" y="83454"/>
              <a:chExt cx="1188426" cy="1227668"/>
            </a:xfrm>
          </p:grpSpPr>
          <p:pic>
            <p:nvPicPr>
              <p:cNvPr id="851" name="Google Shape;851;p6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852" name="Google Shape;852;p6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853" name="Google Shape;853;p6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854" name="Google Shape;854;p68"/>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855" name="Google Shape;855;p68"/>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56" name="Google Shape;856;p68"/>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57" name="Shape 857"/>
        <p:cNvGrpSpPr/>
        <p:nvPr/>
      </p:nvGrpSpPr>
      <p:grpSpPr>
        <a:xfrm>
          <a:off x="0" y="0"/>
          <a:ext cx="0" cy="0"/>
          <a:chOff x="0" y="0"/>
          <a:chExt cx="0" cy="0"/>
        </a:xfrm>
      </p:grpSpPr>
      <p:pic>
        <p:nvPicPr>
          <p:cNvPr id="858" name="Google Shape;858;p6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859" name="Google Shape;859;p69"/>
          <p:cNvGrpSpPr/>
          <p:nvPr/>
        </p:nvGrpSpPr>
        <p:grpSpPr>
          <a:xfrm>
            <a:off x="0" y="-613825"/>
            <a:ext cx="9564675" cy="6140950"/>
            <a:chOff x="0" y="-613825"/>
            <a:chExt cx="9564675" cy="6140950"/>
          </a:xfrm>
        </p:grpSpPr>
        <p:sp>
          <p:nvSpPr>
            <p:cNvPr id="860" name="Google Shape;860;p69"/>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61" name="Google Shape;861;p69"/>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62" name="Google Shape;862;p69"/>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63" name="Shape 863"/>
        <p:cNvGrpSpPr/>
        <p:nvPr/>
      </p:nvGrpSpPr>
      <p:grpSpPr>
        <a:xfrm>
          <a:off x="0" y="0"/>
          <a:ext cx="0" cy="0"/>
          <a:chOff x="0" y="0"/>
          <a:chExt cx="0" cy="0"/>
        </a:xfrm>
      </p:grpSpPr>
      <p:pic>
        <p:nvPicPr>
          <p:cNvPr id="864" name="Google Shape;864;p7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865" name="Google Shape;865;p70"/>
          <p:cNvGrpSpPr/>
          <p:nvPr/>
        </p:nvGrpSpPr>
        <p:grpSpPr>
          <a:xfrm>
            <a:off x="-601700" y="0"/>
            <a:ext cx="10358225" cy="5143500"/>
            <a:chOff x="-601700" y="0"/>
            <a:chExt cx="10358225" cy="5143500"/>
          </a:xfrm>
        </p:grpSpPr>
        <p:grpSp>
          <p:nvGrpSpPr>
            <p:cNvPr id="866" name="Google Shape;866;p70"/>
            <p:cNvGrpSpPr/>
            <p:nvPr/>
          </p:nvGrpSpPr>
          <p:grpSpPr>
            <a:xfrm rot="5400000">
              <a:off x="-2006450" y="1404750"/>
              <a:ext cx="4014600" cy="1205100"/>
              <a:chOff x="150" y="4543750"/>
              <a:chExt cx="4014600" cy="1205100"/>
            </a:xfrm>
          </p:grpSpPr>
          <p:sp>
            <p:nvSpPr>
              <p:cNvPr id="867" name="Google Shape;867;p7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68" name="Google Shape;868;p7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869" name="Google Shape;869;p70"/>
            <p:cNvGrpSpPr/>
            <p:nvPr/>
          </p:nvGrpSpPr>
          <p:grpSpPr>
            <a:xfrm rot="-5400000">
              <a:off x="7146675" y="2533650"/>
              <a:ext cx="4014600" cy="1205100"/>
              <a:chOff x="150" y="4543750"/>
              <a:chExt cx="4014600" cy="1205100"/>
            </a:xfrm>
          </p:grpSpPr>
          <p:sp>
            <p:nvSpPr>
              <p:cNvPr id="870" name="Google Shape;870;p70"/>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71" name="Google Shape;871;p70"/>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75" name="Shape 875"/>
        <p:cNvGrpSpPr/>
        <p:nvPr/>
      </p:nvGrpSpPr>
      <p:grpSpPr>
        <a:xfrm>
          <a:off x="0" y="0"/>
          <a:ext cx="0" cy="0"/>
          <a:chOff x="0" y="0"/>
          <a:chExt cx="0" cy="0"/>
        </a:xfrm>
      </p:grpSpPr>
      <p:pic>
        <p:nvPicPr>
          <p:cNvPr id="876" name="Google Shape;876;p7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77" name="Google Shape;877;p72"/>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878" name="Google Shape;878;p72"/>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879" name="Google Shape;879;p72"/>
          <p:cNvGrpSpPr/>
          <p:nvPr/>
        </p:nvGrpSpPr>
        <p:grpSpPr>
          <a:xfrm>
            <a:off x="-421050" y="-872075"/>
            <a:ext cx="10524450" cy="6436800"/>
            <a:chOff x="-421050" y="-872075"/>
            <a:chExt cx="10524450" cy="6436800"/>
          </a:xfrm>
        </p:grpSpPr>
        <p:sp>
          <p:nvSpPr>
            <p:cNvPr id="880" name="Google Shape;880;p72"/>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81" name="Google Shape;881;p72"/>
            <p:cNvGrpSpPr/>
            <p:nvPr/>
          </p:nvGrpSpPr>
          <p:grpSpPr>
            <a:xfrm>
              <a:off x="6148925" y="-872075"/>
              <a:ext cx="2489300" cy="1740000"/>
              <a:chOff x="6148925" y="-872075"/>
              <a:chExt cx="2489300" cy="1740000"/>
            </a:xfrm>
          </p:grpSpPr>
          <p:sp>
            <p:nvSpPr>
              <p:cNvPr id="882" name="Google Shape;882;p7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83" name="Google Shape;883;p7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884" name="Google Shape;884;p7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85" name="Google Shape;885;p7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886" name="Google Shape;886;p72"/>
          <p:cNvGrpSpPr/>
          <p:nvPr/>
        </p:nvGrpSpPr>
        <p:grpSpPr>
          <a:xfrm>
            <a:off x="-148218" y="81904"/>
            <a:ext cx="10251619" cy="5069347"/>
            <a:chOff x="-148218" y="81904"/>
            <a:chExt cx="10251619" cy="5069347"/>
          </a:xfrm>
        </p:grpSpPr>
        <p:pic>
          <p:nvPicPr>
            <p:cNvPr id="887" name="Google Shape;887;p72"/>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888" name="Google Shape;888;p72"/>
            <p:cNvGrpSpPr/>
            <p:nvPr/>
          </p:nvGrpSpPr>
          <p:grpSpPr>
            <a:xfrm>
              <a:off x="359837" y="4401391"/>
              <a:ext cx="1102438" cy="577167"/>
              <a:chOff x="359837" y="4401391"/>
              <a:chExt cx="1102438" cy="577167"/>
            </a:xfrm>
          </p:grpSpPr>
          <p:pic>
            <p:nvPicPr>
              <p:cNvPr id="889" name="Google Shape;889;p72"/>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890" name="Google Shape;890;p72"/>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891" name="Google Shape;891;p72"/>
            <p:cNvGrpSpPr/>
            <p:nvPr/>
          </p:nvGrpSpPr>
          <p:grpSpPr>
            <a:xfrm>
              <a:off x="-148218" y="81904"/>
              <a:ext cx="1188426" cy="1227668"/>
              <a:chOff x="-7843" y="83454"/>
              <a:chExt cx="1188426" cy="1227668"/>
            </a:xfrm>
          </p:grpSpPr>
          <p:pic>
            <p:nvPicPr>
              <p:cNvPr id="892" name="Google Shape;892;p72"/>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893" name="Google Shape;893;p72"/>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894" name="Google Shape;894;p72"/>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95" name="Shape 895"/>
        <p:cNvGrpSpPr/>
        <p:nvPr/>
      </p:nvGrpSpPr>
      <p:grpSpPr>
        <a:xfrm>
          <a:off x="0" y="0"/>
          <a:ext cx="0" cy="0"/>
          <a:chOff x="0" y="0"/>
          <a:chExt cx="0" cy="0"/>
        </a:xfrm>
      </p:grpSpPr>
      <p:pic>
        <p:nvPicPr>
          <p:cNvPr id="896" name="Google Shape;896;p7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97" name="Google Shape;897;p73"/>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98" name="Google Shape;898;p73"/>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899" name="Google Shape;899;p73"/>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900" name="Google Shape;900;p73"/>
          <p:cNvGrpSpPr/>
          <p:nvPr/>
        </p:nvGrpSpPr>
        <p:grpSpPr>
          <a:xfrm>
            <a:off x="8206512" y="4230524"/>
            <a:ext cx="848365" cy="950159"/>
            <a:chOff x="41662" y="277999"/>
            <a:chExt cx="848365" cy="950159"/>
          </a:xfrm>
        </p:grpSpPr>
        <p:pic>
          <p:nvPicPr>
            <p:cNvPr id="901" name="Google Shape;901;p7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902" name="Google Shape;902;p7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903" name="Google Shape;903;p7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904" name="Google Shape;904;p73"/>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905" name="Google Shape;905;p73"/>
          <p:cNvGrpSpPr/>
          <p:nvPr/>
        </p:nvGrpSpPr>
        <p:grpSpPr>
          <a:xfrm>
            <a:off x="-601700" y="-872075"/>
            <a:ext cx="10705100" cy="5548225"/>
            <a:chOff x="-601700" y="-872075"/>
            <a:chExt cx="10705100" cy="5548225"/>
          </a:xfrm>
        </p:grpSpPr>
        <p:sp>
          <p:nvSpPr>
            <p:cNvPr id="906" name="Google Shape;906;p7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907" name="Google Shape;907;p73"/>
            <p:cNvGrpSpPr/>
            <p:nvPr/>
          </p:nvGrpSpPr>
          <p:grpSpPr>
            <a:xfrm rot="5400000">
              <a:off x="-2006450" y="1404750"/>
              <a:ext cx="4014600" cy="1205100"/>
              <a:chOff x="150" y="4543750"/>
              <a:chExt cx="4014600" cy="1205100"/>
            </a:xfrm>
          </p:grpSpPr>
          <p:sp>
            <p:nvSpPr>
              <p:cNvPr id="908" name="Google Shape;908;p7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09" name="Google Shape;909;p73"/>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10" name="Google Shape;910;p73"/>
            <p:cNvGrpSpPr/>
            <p:nvPr/>
          </p:nvGrpSpPr>
          <p:grpSpPr>
            <a:xfrm>
              <a:off x="6148925" y="-872075"/>
              <a:ext cx="2489300" cy="1740000"/>
              <a:chOff x="6148925" y="-872075"/>
              <a:chExt cx="2489300" cy="1740000"/>
            </a:xfrm>
          </p:grpSpPr>
          <p:sp>
            <p:nvSpPr>
              <p:cNvPr id="911" name="Google Shape;911;p7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12" name="Google Shape;912;p7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13" name="Shape 913"/>
        <p:cNvGrpSpPr/>
        <p:nvPr/>
      </p:nvGrpSpPr>
      <p:grpSpPr>
        <a:xfrm>
          <a:off x="0" y="0"/>
          <a:ext cx="0" cy="0"/>
          <a:chOff x="0" y="0"/>
          <a:chExt cx="0" cy="0"/>
        </a:xfrm>
      </p:grpSpPr>
      <p:pic>
        <p:nvPicPr>
          <p:cNvPr id="914" name="Google Shape;914;p7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15" name="Google Shape;915;p7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16" name="Google Shape;916;p74"/>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917" name="Google Shape;917;p74"/>
          <p:cNvGrpSpPr/>
          <p:nvPr/>
        </p:nvGrpSpPr>
        <p:grpSpPr>
          <a:xfrm>
            <a:off x="150" y="2779250"/>
            <a:ext cx="10103250" cy="2785475"/>
            <a:chOff x="150" y="2779250"/>
            <a:chExt cx="10103250" cy="2785475"/>
          </a:xfrm>
        </p:grpSpPr>
        <p:sp>
          <p:nvSpPr>
            <p:cNvPr id="918" name="Google Shape;918;p7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19" name="Google Shape;919;p7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20" name="Google Shape;920;p74"/>
          <p:cNvGrpSpPr/>
          <p:nvPr/>
        </p:nvGrpSpPr>
        <p:grpSpPr>
          <a:xfrm>
            <a:off x="2" y="156617"/>
            <a:ext cx="1462273" cy="4821940"/>
            <a:chOff x="2" y="156617"/>
            <a:chExt cx="1462273" cy="4821940"/>
          </a:xfrm>
        </p:grpSpPr>
        <p:grpSp>
          <p:nvGrpSpPr>
            <p:cNvPr id="921" name="Google Shape;921;p74"/>
            <p:cNvGrpSpPr/>
            <p:nvPr/>
          </p:nvGrpSpPr>
          <p:grpSpPr>
            <a:xfrm>
              <a:off x="2" y="156617"/>
              <a:ext cx="719987" cy="944360"/>
              <a:chOff x="2" y="156617"/>
              <a:chExt cx="719987" cy="944360"/>
            </a:xfrm>
          </p:grpSpPr>
          <p:pic>
            <p:nvPicPr>
              <p:cNvPr id="922" name="Google Shape;922;p74"/>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923" name="Google Shape;923;p74"/>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924" name="Google Shape;924;p74"/>
            <p:cNvGrpSpPr/>
            <p:nvPr/>
          </p:nvGrpSpPr>
          <p:grpSpPr>
            <a:xfrm>
              <a:off x="359837" y="4401391"/>
              <a:ext cx="1102438" cy="577167"/>
              <a:chOff x="359837" y="4401391"/>
              <a:chExt cx="1102438" cy="577167"/>
            </a:xfrm>
          </p:grpSpPr>
          <p:pic>
            <p:nvPicPr>
              <p:cNvPr id="925" name="Google Shape;925;p7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26" name="Google Shape;926;p7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27" name="Shape 927"/>
        <p:cNvGrpSpPr/>
        <p:nvPr/>
      </p:nvGrpSpPr>
      <p:grpSpPr>
        <a:xfrm>
          <a:off x="0" y="0"/>
          <a:ext cx="0" cy="0"/>
          <a:chOff x="0" y="0"/>
          <a:chExt cx="0" cy="0"/>
        </a:xfrm>
      </p:grpSpPr>
      <p:pic>
        <p:nvPicPr>
          <p:cNvPr id="928" name="Google Shape;928;p7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929" name="Google Shape;929;p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30" name="Google Shape;930;p75"/>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1" name="Google Shape;931;p75"/>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2" name="Google Shape;932;p75"/>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933" name="Google Shape;933;p75"/>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934" name="Google Shape;934;p75"/>
          <p:cNvGrpSpPr/>
          <p:nvPr/>
        </p:nvGrpSpPr>
        <p:grpSpPr>
          <a:xfrm>
            <a:off x="150" y="2779250"/>
            <a:ext cx="10103250" cy="2785475"/>
            <a:chOff x="150" y="2779250"/>
            <a:chExt cx="10103250" cy="2785475"/>
          </a:xfrm>
        </p:grpSpPr>
        <p:sp>
          <p:nvSpPr>
            <p:cNvPr id="935" name="Google Shape;935;p7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36" name="Google Shape;936;p7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37" name="Google Shape;937;p75"/>
          <p:cNvGrpSpPr/>
          <p:nvPr/>
        </p:nvGrpSpPr>
        <p:grpSpPr>
          <a:xfrm>
            <a:off x="2" y="156617"/>
            <a:ext cx="10103400" cy="4994633"/>
            <a:chOff x="2" y="156617"/>
            <a:chExt cx="10103400" cy="4994633"/>
          </a:xfrm>
        </p:grpSpPr>
        <p:grpSp>
          <p:nvGrpSpPr>
            <p:cNvPr id="938" name="Google Shape;938;p75"/>
            <p:cNvGrpSpPr/>
            <p:nvPr/>
          </p:nvGrpSpPr>
          <p:grpSpPr>
            <a:xfrm>
              <a:off x="2" y="156617"/>
              <a:ext cx="719987" cy="944360"/>
              <a:chOff x="2" y="156617"/>
              <a:chExt cx="719987" cy="944360"/>
            </a:xfrm>
          </p:grpSpPr>
          <p:pic>
            <p:nvPicPr>
              <p:cNvPr id="939" name="Google Shape;939;p75"/>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940" name="Google Shape;940;p75"/>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941" name="Google Shape;941;p75"/>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942" name="Google Shape;942;p75"/>
            <p:cNvGrpSpPr/>
            <p:nvPr/>
          </p:nvGrpSpPr>
          <p:grpSpPr>
            <a:xfrm>
              <a:off x="359837" y="4401391"/>
              <a:ext cx="1102438" cy="577167"/>
              <a:chOff x="359837" y="4401391"/>
              <a:chExt cx="1102438" cy="577167"/>
            </a:xfrm>
          </p:grpSpPr>
          <p:pic>
            <p:nvPicPr>
              <p:cNvPr id="943" name="Google Shape;943;p75"/>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44" name="Google Shape;944;p7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5" name="Shape 945"/>
        <p:cNvGrpSpPr/>
        <p:nvPr/>
      </p:nvGrpSpPr>
      <p:grpSpPr>
        <a:xfrm>
          <a:off x="0" y="0"/>
          <a:ext cx="0" cy="0"/>
          <a:chOff x="0" y="0"/>
          <a:chExt cx="0" cy="0"/>
        </a:xfrm>
      </p:grpSpPr>
      <p:pic>
        <p:nvPicPr>
          <p:cNvPr id="946" name="Google Shape;946;p7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947" name="Google Shape;947;p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948" name="Google Shape;948;p76"/>
          <p:cNvGrpSpPr/>
          <p:nvPr/>
        </p:nvGrpSpPr>
        <p:grpSpPr>
          <a:xfrm>
            <a:off x="5129400" y="4543750"/>
            <a:ext cx="4014600" cy="1205100"/>
            <a:chOff x="5129400" y="4543750"/>
            <a:chExt cx="4014600" cy="1205100"/>
          </a:xfrm>
        </p:grpSpPr>
        <p:sp>
          <p:nvSpPr>
            <p:cNvPr id="949" name="Google Shape;949;p76"/>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50" name="Google Shape;950;p76"/>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51" name="Google Shape;951;p76"/>
          <p:cNvGrpSpPr/>
          <p:nvPr/>
        </p:nvGrpSpPr>
        <p:grpSpPr>
          <a:xfrm>
            <a:off x="2" y="156617"/>
            <a:ext cx="9296400" cy="4986881"/>
            <a:chOff x="2" y="156617"/>
            <a:chExt cx="9296400" cy="4986881"/>
          </a:xfrm>
        </p:grpSpPr>
        <p:grpSp>
          <p:nvGrpSpPr>
            <p:cNvPr id="952" name="Google Shape;952;p76"/>
            <p:cNvGrpSpPr/>
            <p:nvPr/>
          </p:nvGrpSpPr>
          <p:grpSpPr>
            <a:xfrm>
              <a:off x="2" y="156617"/>
              <a:ext cx="719987" cy="944360"/>
              <a:chOff x="2" y="156617"/>
              <a:chExt cx="719987" cy="944360"/>
            </a:xfrm>
          </p:grpSpPr>
          <p:pic>
            <p:nvPicPr>
              <p:cNvPr id="953" name="Google Shape;953;p7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954" name="Google Shape;954;p7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955" name="Google Shape;955;p76"/>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56" name="Shape 956"/>
        <p:cNvGrpSpPr/>
        <p:nvPr/>
      </p:nvGrpSpPr>
      <p:grpSpPr>
        <a:xfrm>
          <a:off x="0" y="0"/>
          <a:ext cx="0" cy="0"/>
          <a:chOff x="0" y="0"/>
          <a:chExt cx="0" cy="0"/>
        </a:xfrm>
      </p:grpSpPr>
      <p:pic>
        <p:nvPicPr>
          <p:cNvPr id="957" name="Google Shape;957;p7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58" name="Google Shape;958;p7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59" name="Google Shape;959;p77"/>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960" name="Google Shape;960;p7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961" name="Google Shape;961;p77"/>
          <p:cNvGrpSpPr/>
          <p:nvPr/>
        </p:nvGrpSpPr>
        <p:grpSpPr>
          <a:xfrm>
            <a:off x="2" y="156617"/>
            <a:ext cx="1462273" cy="4821940"/>
            <a:chOff x="2" y="156617"/>
            <a:chExt cx="1462273" cy="4821940"/>
          </a:xfrm>
        </p:grpSpPr>
        <p:grpSp>
          <p:nvGrpSpPr>
            <p:cNvPr id="962" name="Google Shape;962;p77"/>
            <p:cNvGrpSpPr/>
            <p:nvPr/>
          </p:nvGrpSpPr>
          <p:grpSpPr>
            <a:xfrm>
              <a:off x="2" y="156617"/>
              <a:ext cx="719987" cy="944360"/>
              <a:chOff x="2" y="156617"/>
              <a:chExt cx="719987" cy="944360"/>
            </a:xfrm>
          </p:grpSpPr>
          <p:pic>
            <p:nvPicPr>
              <p:cNvPr id="963" name="Google Shape;963;p7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964" name="Google Shape;964;p7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965" name="Google Shape;965;p77"/>
            <p:cNvGrpSpPr/>
            <p:nvPr/>
          </p:nvGrpSpPr>
          <p:grpSpPr>
            <a:xfrm>
              <a:off x="359837" y="4401391"/>
              <a:ext cx="1102438" cy="577167"/>
              <a:chOff x="359837" y="4401391"/>
              <a:chExt cx="1102438" cy="577167"/>
            </a:xfrm>
          </p:grpSpPr>
          <p:pic>
            <p:nvPicPr>
              <p:cNvPr id="966" name="Google Shape;966;p7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67" name="Google Shape;967;p7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68" name="Shape 968"/>
        <p:cNvGrpSpPr/>
        <p:nvPr/>
      </p:nvGrpSpPr>
      <p:grpSpPr>
        <a:xfrm>
          <a:off x="0" y="0"/>
          <a:ext cx="0" cy="0"/>
          <a:chOff x="0" y="0"/>
          <a:chExt cx="0" cy="0"/>
        </a:xfrm>
      </p:grpSpPr>
      <p:pic>
        <p:nvPicPr>
          <p:cNvPr id="969" name="Google Shape;969;p7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70" name="Google Shape;970;p78"/>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971" name="Google Shape;971;p78"/>
          <p:cNvGrpSpPr/>
          <p:nvPr/>
        </p:nvGrpSpPr>
        <p:grpSpPr>
          <a:xfrm>
            <a:off x="-421050" y="0"/>
            <a:ext cx="10524450" cy="5564725"/>
            <a:chOff x="-421050" y="0"/>
            <a:chExt cx="10524450" cy="5564725"/>
          </a:xfrm>
        </p:grpSpPr>
        <p:sp>
          <p:nvSpPr>
            <p:cNvPr id="972" name="Google Shape;972;p78"/>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73" name="Google Shape;973;p7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74" name="Google Shape;974;p78"/>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75" name="Google Shape;975;p78"/>
          <p:cNvGrpSpPr/>
          <p:nvPr/>
        </p:nvGrpSpPr>
        <p:grpSpPr>
          <a:xfrm>
            <a:off x="-148218" y="81904"/>
            <a:ext cx="10251619" cy="5069347"/>
            <a:chOff x="-148218" y="81904"/>
            <a:chExt cx="10251619" cy="5069347"/>
          </a:xfrm>
        </p:grpSpPr>
        <p:pic>
          <p:nvPicPr>
            <p:cNvPr id="976" name="Google Shape;976;p78"/>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977" name="Google Shape;977;p78"/>
            <p:cNvGrpSpPr/>
            <p:nvPr/>
          </p:nvGrpSpPr>
          <p:grpSpPr>
            <a:xfrm>
              <a:off x="359837" y="4401391"/>
              <a:ext cx="1102438" cy="577167"/>
              <a:chOff x="359837" y="4401391"/>
              <a:chExt cx="1102438" cy="577167"/>
            </a:xfrm>
          </p:grpSpPr>
          <p:pic>
            <p:nvPicPr>
              <p:cNvPr id="978" name="Google Shape;978;p7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79" name="Google Shape;979;p7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980" name="Google Shape;980;p78"/>
            <p:cNvGrpSpPr/>
            <p:nvPr/>
          </p:nvGrpSpPr>
          <p:grpSpPr>
            <a:xfrm>
              <a:off x="-148218" y="81904"/>
              <a:ext cx="1188426" cy="1227668"/>
              <a:chOff x="-7843" y="83454"/>
              <a:chExt cx="1188426" cy="1227668"/>
            </a:xfrm>
          </p:grpSpPr>
          <p:pic>
            <p:nvPicPr>
              <p:cNvPr id="981" name="Google Shape;981;p7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982" name="Google Shape;982;p7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983" name="Google Shape;983;p7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84" name="Shape 984"/>
        <p:cNvGrpSpPr/>
        <p:nvPr/>
      </p:nvGrpSpPr>
      <p:grpSpPr>
        <a:xfrm>
          <a:off x="0" y="0"/>
          <a:ext cx="0" cy="0"/>
          <a:chOff x="0" y="0"/>
          <a:chExt cx="0" cy="0"/>
        </a:xfrm>
      </p:grpSpPr>
      <p:pic>
        <p:nvPicPr>
          <p:cNvPr id="985" name="Google Shape;985;p7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986" name="Google Shape;986;p79"/>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987" name="Google Shape;987;p79"/>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988" name="Google Shape;988;p79"/>
          <p:cNvGrpSpPr/>
          <p:nvPr/>
        </p:nvGrpSpPr>
        <p:grpSpPr>
          <a:xfrm>
            <a:off x="0" y="-859375"/>
            <a:ext cx="9504775" cy="6608225"/>
            <a:chOff x="0" y="-859375"/>
            <a:chExt cx="9504775" cy="6608225"/>
          </a:xfrm>
        </p:grpSpPr>
        <p:grpSp>
          <p:nvGrpSpPr>
            <p:cNvPr id="989" name="Google Shape;989;p79"/>
            <p:cNvGrpSpPr/>
            <p:nvPr/>
          </p:nvGrpSpPr>
          <p:grpSpPr>
            <a:xfrm flipH="1">
              <a:off x="5129400" y="4543750"/>
              <a:ext cx="4014600" cy="1205100"/>
              <a:chOff x="150" y="4543750"/>
              <a:chExt cx="4014600" cy="1205100"/>
            </a:xfrm>
          </p:grpSpPr>
          <p:sp>
            <p:nvSpPr>
              <p:cNvPr id="990" name="Google Shape;990;p79"/>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91" name="Google Shape;991;p79"/>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992" name="Google Shape;992;p79"/>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993" name="Google Shape;993;p79"/>
            <p:cNvGrpSpPr/>
            <p:nvPr/>
          </p:nvGrpSpPr>
          <p:grpSpPr>
            <a:xfrm flipH="1">
              <a:off x="0" y="-859375"/>
              <a:ext cx="2489300" cy="1740000"/>
              <a:chOff x="6148925" y="-872075"/>
              <a:chExt cx="2489300" cy="1740000"/>
            </a:xfrm>
          </p:grpSpPr>
          <p:sp>
            <p:nvSpPr>
              <p:cNvPr id="994" name="Google Shape;994;p7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95" name="Google Shape;995;p7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996" name="Google Shape;996;p79"/>
          <p:cNvGrpSpPr/>
          <p:nvPr/>
        </p:nvGrpSpPr>
        <p:grpSpPr>
          <a:xfrm>
            <a:off x="-736999" y="-445900"/>
            <a:ext cx="10033401" cy="5589398"/>
            <a:chOff x="-736999" y="-445900"/>
            <a:chExt cx="10033401" cy="5589398"/>
          </a:xfrm>
        </p:grpSpPr>
        <p:pic>
          <p:nvPicPr>
            <p:cNvPr id="997" name="Google Shape;997;p79"/>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998" name="Google Shape;998;p79"/>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9" name="Shape 999"/>
        <p:cNvGrpSpPr/>
        <p:nvPr/>
      </p:nvGrpSpPr>
      <p:grpSpPr>
        <a:xfrm>
          <a:off x="0" y="0"/>
          <a:ext cx="0" cy="0"/>
          <a:chOff x="0" y="0"/>
          <a:chExt cx="0" cy="0"/>
        </a:xfrm>
      </p:grpSpPr>
      <p:sp>
        <p:nvSpPr>
          <p:cNvPr id="1000" name="Google Shape;1000;p80"/>
          <p:cNvSpPr/>
          <p:nvPr>
            <p:ph idx="2" type="pic"/>
          </p:nvPr>
        </p:nvSpPr>
        <p:spPr>
          <a:xfrm>
            <a:off x="-25" y="-13725"/>
            <a:ext cx="9144000" cy="5157300"/>
          </a:xfrm>
          <a:prstGeom prst="rect">
            <a:avLst/>
          </a:prstGeom>
          <a:noFill/>
          <a:ln>
            <a:noFill/>
          </a:ln>
        </p:spPr>
      </p:sp>
      <p:sp>
        <p:nvSpPr>
          <p:cNvPr id="1001" name="Google Shape;1001;p80"/>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2" name="Shape 1002"/>
        <p:cNvGrpSpPr/>
        <p:nvPr/>
      </p:nvGrpSpPr>
      <p:grpSpPr>
        <a:xfrm>
          <a:off x="0" y="0"/>
          <a:ext cx="0" cy="0"/>
          <a:chOff x="0" y="0"/>
          <a:chExt cx="0" cy="0"/>
        </a:xfrm>
      </p:grpSpPr>
      <p:pic>
        <p:nvPicPr>
          <p:cNvPr id="1003" name="Google Shape;1003;p8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04" name="Google Shape;1004;p81"/>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05" name="Google Shape;1005;p81"/>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006" name="Google Shape;1006;p81"/>
          <p:cNvGrpSpPr/>
          <p:nvPr/>
        </p:nvGrpSpPr>
        <p:grpSpPr>
          <a:xfrm>
            <a:off x="-601700" y="-872075"/>
            <a:ext cx="10705100" cy="5548225"/>
            <a:chOff x="-601700" y="-872075"/>
            <a:chExt cx="10705100" cy="5548225"/>
          </a:xfrm>
        </p:grpSpPr>
        <p:sp>
          <p:nvSpPr>
            <p:cNvPr id="1007" name="Google Shape;1007;p8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08" name="Google Shape;1008;p81"/>
            <p:cNvGrpSpPr/>
            <p:nvPr/>
          </p:nvGrpSpPr>
          <p:grpSpPr>
            <a:xfrm rot="5400000">
              <a:off x="-2006450" y="1404750"/>
              <a:ext cx="4014600" cy="1205100"/>
              <a:chOff x="150" y="4543750"/>
              <a:chExt cx="4014600" cy="1205100"/>
            </a:xfrm>
          </p:grpSpPr>
          <p:sp>
            <p:nvSpPr>
              <p:cNvPr id="1009" name="Google Shape;1009;p8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10" name="Google Shape;1010;p81"/>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011" name="Google Shape;1011;p81"/>
            <p:cNvGrpSpPr/>
            <p:nvPr/>
          </p:nvGrpSpPr>
          <p:grpSpPr>
            <a:xfrm>
              <a:off x="6148925" y="-872075"/>
              <a:ext cx="2489300" cy="1740000"/>
              <a:chOff x="6148925" y="-872075"/>
              <a:chExt cx="2489300" cy="1740000"/>
            </a:xfrm>
          </p:grpSpPr>
          <p:sp>
            <p:nvSpPr>
              <p:cNvPr id="1012" name="Google Shape;1012;p8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13" name="Google Shape;1013;p8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014" name="Google Shape;1014;p81"/>
          <p:cNvGrpSpPr/>
          <p:nvPr/>
        </p:nvGrpSpPr>
        <p:grpSpPr>
          <a:xfrm>
            <a:off x="-100888" y="2838714"/>
            <a:ext cx="9155766" cy="2341969"/>
            <a:chOff x="-100888" y="2838714"/>
            <a:chExt cx="9155766" cy="2341969"/>
          </a:xfrm>
        </p:grpSpPr>
        <p:grpSp>
          <p:nvGrpSpPr>
            <p:cNvPr id="1015" name="Google Shape;1015;p81"/>
            <p:cNvGrpSpPr/>
            <p:nvPr/>
          </p:nvGrpSpPr>
          <p:grpSpPr>
            <a:xfrm>
              <a:off x="8206512" y="4230524"/>
              <a:ext cx="848365" cy="950159"/>
              <a:chOff x="41662" y="277999"/>
              <a:chExt cx="848365" cy="950159"/>
            </a:xfrm>
          </p:grpSpPr>
          <p:pic>
            <p:nvPicPr>
              <p:cNvPr id="1016" name="Google Shape;1016;p8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017" name="Google Shape;1017;p8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018" name="Google Shape;1018;p8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019" name="Google Shape;1019;p81"/>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20" name="Shape 1020"/>
        <p:cNvGrpSpPr/>
        <p:nvPr/>
      </p:nvGrpSpPr>
      <p:grpSpPr>
        <a:xfrm>
          <a:off x="0" y="0"/>
          <a:ext cx="0" cy="0"/>
          <a:chOff x="0" y="0"/>
          <a:chExt cx="0" cy="0"/>
        </a:xfrm>
      </p:grpSpPr>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21" name="Shape 1021"/>
        <p:cNvGrpSpPr/>
        <p:nvPr/>
      </p:nvGrpSpPr>
      <p:grpSpPr>
        <a:xfrm>
          <a:off x="0" y="0"/>
          <a:ext cx="0" cy="0"/>
          <a:chOff x="0" y="0"/>
          <a:chExt cx="0" cy="0"/>
        </a:xfrm>
      </p:grpSpPr>
      <p:pic>
        <p:nvPicPr>
          <p:cNvPr id="1022" name="Google Shape;1022;p83"/>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023" name="Google Shape;1023;p83"/>
          <p:cNvGrpSpPr/>
          <p:nvPr/>
        </p:nvGrpSpPr>
        <p:grpSpPr>
          <a:xfrm>
            <a:off x="7033266" y="-738725"/>
            <a:ext cx="2110732" cy="1475400"/>
            <a:chOff x="7033266" y="-738725"/>
            <a:chExt cx="2110732" cy="1475400"/>
          </a:xfrm>
        </p:grpSpPr>
        <p:sp>
          <p:nvSpPr>
            <p:cNvPr id="1024" name="Google Shape;1024;p83"/>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25" name="Google Shape;1025;p83"/>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026" name="Google Shape;1026;p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27" name="Google Shape;1027;p83"/>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28" name="Google Shape;1028;p83"/>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29" name="Google Shape;1029;p83"/>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030" name="Google Shape;1030;p83"/>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31" name="Google Shape;1031;p83"/>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32" name="Google Shape;1032;p83"/>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033" name="Google Shape;1033;p83"/>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34" name="Google Shape;1034;p83"/>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35" name="Google Shape;1035;p83"/>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036" name="Google Shape;1036;p83"/>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37" name="Google Shape;1037;p83"/>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38" name="Google Shape;1038;p83"/>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1039" name="Google Shape;1039;p83"/>
          <p:cNvGrpSpPr/>
          <p:nvPr/>
        </p:nvGrpSpPr>
        <p:grpSpPr>
          <a:xfrm>
            <a:off x="2" y="156617"/>
            <a:ext cx="9096298" cy="4929890"/>
            <a:chOff x="2" y="156617"/>
            <a:chExt cx="9096298" cy="4929890"/>
          </a:xfrm>
        </p:grpSpPr>
        <p:grpSp>
          <p:nvGrpSpPr>
            <p:cNvPr id="1040" name="Google Shape;1040;p83"/>
            <p:cNvGrpSpPr/>
            <p:nvPr/>
          </p:nvGrpSpPr>
          <p:grpSpPr>
            <a:xfrm>
              <a:off x="2" y="156617"/>
              <a:ext cx="719987" cy="944360"/>
              <a:chOff x="2" y="156617"/>
              <a:chExt cx="719987" cy="944360"/>
            </a:xfrm>
          </p:grpSpPr>
          <p:pic>
            <p:nvPicPr>
              <p:cNvPr id="1041" name="Google Shape;1041;p8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042" name="Google Shape;1042;p8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043" name="Google Shape;1043;p83"/>
            <p:cNvGrpSpPr/>
            <p:nvPr/>
          </p:nvGrpSpPr>
          <p:grpSpPr>
            <a:xfrm>
              <a:off x="7993862" y="4509341"/>
              <a:ext cx="1102438" cy="577167"/>
              <a:chOff x="7993862" y="4509341"/>
              <a:chExt cx="1102438" cy="577167"/>
            </a:xfrm>
          </p:grpSpPr>
          <p:pic>
            <p:nvPicPr>
              <p:cNvPr id="1044" name="Google Shape;1044;p83"/>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1045" name="Google Shape;1045;p83"/>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46" name="Shape 1046"/>
        <p:cNvGrpSpPr/>
        <p:nvPr/>
      </p:nvGrpSpPr>
      <p:grpSpPr>
        <a:xfrm>
          <a:off x="0" y="0"/>
          <a:ext cx="0" cy="0"/>
          <a:chOff x="0" y="0"/>
          <a:chExt cx="0" cy="0"/>
        </a:xfrm>
      </p:grpSpPr>
      <p:pic>
        <p:nvPicPr>
          <p:cNvPr id="1047" name="Google Shape;1047;p8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48" name="Google Shape;1048;p84"/>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049" name="Google Shape;1049;p84"/>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1050" name="Google Shape;1050;p84"/>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1051" name="Google Shape;1051;p84"/>
          <p:cNvGrpSpPr/>
          <p:nvPr/>
        </p:nvGrpSpPr>
        <p:grpSpPr>
          <a:xfrm>
            <a:off x="0" y="-859375"/>
            <a:ext cx="9755475" cy="6421100"/>
            <a:chOff x="0" y="-859375"/>
            <a:chExt cx="9755475" cy="6421100"/>
          </a:xfrm>
        </p:grpSpPr>
        <p:sp>
          <p:nvSpPr>
            <p:cNvPr id="1052" name="Google Shape;1052;p84"/>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53" name="Google Shape;1053;p84"/>
            <p:cNvGrpSpPr/>
            <p:nvPr/>
          </p:nvGrpSpPr>
          <p:grpSpPr>
            <a:xfrm flipH="1">
              <a:off x="0" y="-859375"/>
              <a:ext cx="2489300" cy="1740000"/>
              <a:chOff x="6148925" y="-872075"/>
              <a:chExt cx="2489300" cy="1740000"/>
            </a:xfrm>
          </p:grpSpPr>
          <p:sp>
            <p:nvSpPr>
              <p:cNvPr id="1054" name="Google Shape;1054;p8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55" name="Google Shape;1055;p8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056" name="Google Shape;1056;p84"/>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057" name="Shape 1057"/>
        <p:cNvGrpSpPr/>
        <p:nvPr/>
      </p:nvGrpSpPr>
      <p:grpSpPr>
        <a:xfrm>
          <a:off x="0" y="0"/>
          <a:ext cx="0" cy="0"/>
          <a:chOff x="0" y="0"/>
          <a:chExt cx="0" cy="0"/>
        </a:xfrm>
      </p:grpSpPr>
      <p:pic>
        <p:nvPicPr>
          <p:cNvPr id="1058" name="Google Shape;1058;p8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59" name="Google Shape;1059;p85"/>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60" name="Google Shape;1060;p85"/>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61" name="Google Shape;1061;p85"/>
          <p:cNvSpPr/>
          <p:nvPr>
            <p:ph idx="2" type="pic"/>
          </p:nvPr>
        </p:nvSpPr>
        <p:spPr>
          <a:xfrm>
            <a:off x="4898950" y="533875"/>
            <a:ext cx="3489000" cy="4075800"/>
          </a:xfrm>
          <a:prstGeom prst="roundRect">
            <a:avLst>
              <a:gd fmla="val 18268" name="adj"/>
            </a:avLst>
          </a:prstGeom>
          <a:noFill/>
          <a:ln>
            <a:noFill/>
          </a:ln>
        </p:spPr>
      </p:sp>
      <p:grpSp>
        <p:nvGrpSpPr>
          <p:cNvPr id="1062" name="Google Shape;1062;p85"/>
          <p:cNvGrpSpPr/>
          <p:nvPr/>
        </p:nvGrpSpPr>
        <p:grpSpPr>
          <a:xfrm rot="5400000">
            <a:off x="-2006450" y="1404750"/>
            <a:ext cx="4014600" cy="1205100"/>
            <a:chOff x="150" y="4543750"/>
            <a:chExt cx="4014600" cy="1205100"/>
          </a:xfrm>
        </p:grpSpPr>
        <p:sp>
          <p:nvSpPr>
            <p:cNvPr id="1063" name="Google Shape;1063;p8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64" name="Google Shape;1064;p8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065" name="Shape 1065"/>
        <p:cNvGrpSpPr/>
        <p:nvPr/>
      </p:nvGrpSpPr>
      <p:grpSpPr>
        <a:xfrm>
          <a:off x="0" y="0"/>
          <a:ext cx="0" cy="0"/>
          <a:chOff x="0" y="0"/>
          <a:chExt cx="0" cy="0"/>
        </a:xfrm>
      </p:grpSpPr>
      <p:pic>
        <p:nvPicPr>
          <p:cNvPr id="1066" name="Google Shape;1066;p8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67" name="Google Shape;1067;p86"/>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68" name="Google Shape;1068;p86"/>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069" name="Google Shape;1069;p86"/>
          <p:cNvGrpSpPr/>
          <p:nvPr/>
        </p:nvGrpSpPr>
        <p:grpSpPr>
          <a:xfrm>
            <a:off x="0" y="-859375"/>
            <a:ext cx="9755475" cy="6421100"/>
            <a:chOff x="0" y="-859375"/>
            <a:chExt cx="9755475" cy="6421100"/>
          </a:xfrm>
        </p:grpSpPr>
        <p:sp>
          <p:nvSpPr>
            <p:cNvPr id="1070" name="Google Shape;1070;p86"/>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71" name="Google Shape;1071;p86"/>
            <p:cNvGrpSpPr/>
            <p:nvPr/>
          </p:nvGrpSpPr>
          <p:grpSpPr>
            <a:xfrm flipH="1">
              <a:off x="0" y="-859375"/>
              <a:ext cx="2489300" cy="1740000"/>
              <a:chOff x="6148925" y="-872075"/>
              <a:chExt cx="2489300" cy="1740000"/>
            </a:xfrm>
          </p:grpSpPr>
          <p:sp>
            <p:nvSpPr>
              <p:cNvPr id="1072" name="Google Shape;1072;p8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73" name="Google Shape;1073;p8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074" name="Google Shape;1074;p86"/>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075" name="Shape 1075"/>
        <p:cNvGrpSpPr/>
        <p:nvPr/>
      </p:nvGrpSpPr>
      <p:grpSpPr>
        <a:xfrm>
          <a:off x="0" y="0"/>
          <a:ext cx="0" cy="0"/>
          <a:chOff x="0" y="0"/>
          <a:chExt cx="0" cy="0"/>
        </a:xfrm>
      </p:grpSpPr>
      <p:pic>
        <p:nvPicPr>
          <p:cNvPr id="1076" name="Google Shape;1076;p8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77" name="Google Shape;1077;p87"/>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78" name="Google Shape;1078;p87"/>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079" name="Google Shape;1079;p87"/>
          <p:cNvGrpSpPr/>
          <p:nvPr/>
        </p:nvGrpSpPr>
        <p:grpSpPr>
          <a:xfrm>
            <a:off x="-601700" y="0"/>
            <a:ext cx="10705100" cy="4676150"/>
            <a:chOff x="-601700" y="0"/>
            <a:chExt cx="10705100" cy="4676150"/>
          </a:xfrm>
        </p:grpSpPr>
        <p:sp>
          <p:nvSpPr>
            <p:cNvPr id="1080" name="Google Shape;1080;p8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81" name="Google Shape;1081;p87"/>
            <p:cNvGrpSpPr/>
            <p:nvPr/>
          </p:nvGrpSpPr>
          <p:grpSpPr>
            <a:xfrm rot="5400000">
              <a:off x="-2006450" y="1404750"/>
              <a:ext cx="4014600" cy="1205100"/>
              <a:chOff x="150" y="4543750"/>
              <a:chExt cx="4014600" cy="1205100"/>
            </a:xfrm>
          </p:grpSpPr>
          <p:sp>
            <p:nvSpPr>
              <p:cNvPr id="1082" name="Google Shape;1082;p8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83" name="Google Shape;1083;p8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084" name="Google Shape;1084;p87"/>
          <p:cNvGrpSpPr/>
          <p:nvPr/>
        </p:nvGrpSpPr>
        <p:grpSpPr>
          <a:xfrm>
            <a:off x="8206512" y="4230524"/>
            <a:ext cx="848365" cy="950159"/>
            <a:chOff x="41662" y="277999"/>
            <a:chExt cx="848365" cy="950159"/>
          </a:xfrm>
        </p:grpSpPr>
        <p:pic>
          <p:nvPicPr>
            <p:cNvPr id="1085" name="Google Shape;1085;p8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086" name="Google Shape;1086;p8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087" name="Google Shape;1087;p8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088" name="Shape 1088"/>
        <p:cNvGrpSpPr/>
        <p:nvPr/>
      </p:nvGrpSpPr>
      <p:grpSpPr>
        <a:xfrm>
          <a:off x="0" y="0"/>
          <a:ext cx="0" cy="0"/>
          <a:chOff x="0" y="0"/>
          <a:chExt cx="0" cy="0"/>
        </a:xfrm>
      </p:grpSpPr>
      <p:pic>
        <p:nvPicPr>
          <p:cNvPr id="1089" name="Google Shape;1089;p8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90" name="Google Shape;1090;p8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91" name="Google Shape;1091;p88"/>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92" name="Google Shape;1092;p88"/>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93" name="Google Shape;1093;p88"/>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094" name="Google Shape;1094;p88"/>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095" name="Google Shape;1095;p88"/>
          <p:cNvGrpSpPr/>
          <p:nvPr/>
        </p:nvGrpSpPr>
        <p:grpSpPr>
          <a:xfrm>
            <a:off x="-501600" y="128825"/>
            <a:ext cx="10252550" cy="5418500"/>
            <a:chOff x="-501600" y="128825"/>
            <a:chExt cx="10252550" cy="5418500"/>
          </a:xfrm>
        </p:grpSpPr>
        <p:sp>
          <p:nvSpPr>
            <p:cNvPr id="1096" name="Google Shape;1096;p8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97" name="Google Shape;1097;p88"/>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98" name="Google Shape;1098;p88"/>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099" name="Google Shape;1099;p88"/>
          <p:cNvGrpSpPr/>
          <p:nvPr/>
        </p:nvGrpSpPr>
        <p:grpSpPr>
          <a:xfrm>
            <a:off x="2" y="156617"/>
            <a:ext cx="9088698" cy="4882915"/>
            <a:chOff x="2" y="156617"/>
            <a:chExt cx="9088698" cy="4882915"/>
          </a:xfrm>
        </p:grpSpPr>
        <p:grpSp>
          <p:nvGrpSpPr>
            <p:cNvPr id="1100" name="Google Shape;1100;p88"/>
            <p:cNvGrpSpPr/>
            <p:nvPr/>
          </p:nvGrpSpPr>
          <p:grpSpPr>
            <a:xfrm>
              <a:off x="2" y="156617"/>
              <a:ext cx="719987" cy="944360"/>
              <a:chOff x="2" y="156617"/>
              <a:chExt cx="719987" cy="944360"/>
            </a:xfrm>
          </p:grpSpPr>
          <p:pic>
            <p:nvPicPr>
              <p:cNvPr id="1101" name="Google Shape;1101;p8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02" name="Google Shape;1102;p8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03" name="Google Shape;1103;p88"/>
            <p:cNvGrpSpPr/>
            <p:nvPr/>
          </p:nvGrpSpPr>
          <p:grpSpPr>
            <a:xfrm>
              <a:off x="7986262" y="4462366"/>
              <a:ext cx="1102438" cy="577167"/>
              <a:chOff x="359837" y="4401391"/>
              <a:chExt cx="1102438" cy="577167"/>
            </a:xfrm>
          </p:grpSpPr>
          <p:pic>
            <p:nvPicPr>
              <p:cNvPr id="1104" name="Google Shape;1104;p8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105" name="Google Shape;1105;p8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106" name="Shape 1106"/>
        <p:cNvGrpSpPr/>
        <p:nvPr/>
      </p:nvGrpSpPr>
      <p:grpSpPr>
        <a:xfrm>
          <a:off x="0" y="0"/>
          <a:ext cx="0" cy="0"/>
          <a:chOff x="0" y="0"/>
          <a:chExt cx="0" cy="0"/>
        </a:xfrm>
      </p:grpSpPr>
      <p:pic>
        <p:nvPicPr>
          <p:cNvPr id="1107" name="Google Shape;1107;p8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108" name="Google Shape;1108;p8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09" name="Google Shape;1109;p89"/>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10" name="Google Shape;1110;p89"/>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111" name="Google Shape;1111;p89"/>
          <p:cNvGrpSpPr/>
          <p:nvPr/>
        </p:nvGrpSpPr>
        <p:grpSpPr>
          <a:xfrm>
            <a:off x="275000" y="0"/>
            <a:ext cx="9374500" cy="5748850"/>
            <a:chOff x="275000" y="0"/>
            <a:chExt cx="9374500" cy="5748850"/>
          </a:xfrm>
        </p:grpSpPr>
        <p:sp>
          <p:nvSpPr>
            <p:cNvPr id="1112" name="Google Shape;1112;p8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13" name="Google Shape;1113;p89"/>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14" name="Google Shape;1114;p89"/>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115" name="Google Shape;1115;p89"/>
          <p:cNvGrpSpPr/>
          <p:nvPr/>
        </p:nvGrpSpPr>
        <p:grpSpPr>
          <a:xfrm>
            <a:off x="2" y="156617"/>
            <a:ext cx="9088698" cy="4882915"/>
            <a:chOff x="2" y="156617"/>
            <a:chExt cx="9088698" cy="4882915"/>
          </a:xfrm>
        </p:grpSpPr>
        <p:grpSp>
          <p:nvGrpSpPr>
            <p:cNvPr id="1116" name="Google Shape;1116;p89"/>
            <p:cNvGrpSpPr/>
            <p:nvPr/>
          </p:nvGrpSpPr>
          <p:grpSpPr>
            <a:xfrm>
              <a:off x="2" y="156617"/>
              <a:ext cx="719987" cy="944360"/>
              <a:chOff x="2" y="156617"/>
              <a:chExt cx="719987" cy="944360"/>
            </a:xfrm>
          </p:grpSpPr>
          <p:pic>
            <p:nvPicPr>
              <p:cNvPr id="1117" name="Google Shape;1117;p8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18" name="Google Shape;1118;p8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19" name="Google Shape;1119;p89"/>
            <p:cNvGrpSpPr/>
            <p:nvPr/>
          </p:nvGrpSpPr>
          <p:grpSpPr>
            <a:xfrm>
              <a:off x="7986262" y="4462366"/>
              <a:ext cx="1102438" cy="577167"/>
              <a:chOff x="359837" y="4401391"/>
              <a:chExt cx="1102438" cy="577167"/>
            </a:xfrm>
          </p:grpSpPr>
          <p:pic>
            <p:nvPicPr>
              <p:cNvPr id="1120" name="Google Shape;1120;p8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121" name="Google Shape;1121;p8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122" name="Shape 1122"/>
        <p:cNvGrpSpPr/>
        <p:nvPr/>
      </p:nvGrpSpPr>
      <p:grpSpPr>
        <a:xfrm>
          <a:off x="0" y="0"/>
          <a:ext cx="0" cy="0"/>
          <a:chOff x="0" y="0"/>
          <a:chExt cx="0" cy="0"/>
        </a:xfrm>
      </p:grpSpPr>
      <p:pic>
        <p:nvPicPr>
          <p:cNvPr id="1123" name="Google Shape;1123;p9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124" name="Google Shape;1124;p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25" name="Google Shape;1125;p90"/>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6" name="Google Shape;1126;p90"/>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7" name="Google Shape;1127;p90"/>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8" name="Google Shape;1128;p90"/>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29" name="Google Shape;1129;p90"/>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30" name="Google Shape;1130;p90"/>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131" name="Google Shape;1131;p90"/>
          <p:cNvGrpSpPr/>
          <p:nvPr/>
        </p:nvGrpSpPr>
        <p:grpSpPr>
          <a:xfrm>
            <a:off x="-601700" y="0"/>
            <a:ext cx="10705100" cy="4676150"/>
            <a:chOff x="-601700" y="0"/>
            <a:chExt cx="10705100" cy="4676150"/>
          </a:xfrm>
        </p:grpSpPr>
        <p:sp>
          <p:nvSpPr>
            <p:cNvPr id="1132" name="Google Shape;1132;p9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133" name="Google Shape;1133;p90"/>
            <p:cNvGrpSpPr/>
            <p:nvPr/>
          </p:nvGrpSpPr>
          <p:grpSpPr>
            <a:xfrm rot="5400000">
              <a:off x="-2006450" y="1404750"/>
              <a:ext cx="4014600" cy="1205100"/>
              <a:chOff x="150" y="4543750"/>
              <a:chExt cx="4014600" cy="1205100"/>
            </a:xfrm>
          </p:grpSpPr>
          <p:sp>
            <p:nvSpPr>
              <p:cNvPr id="1134" name="Google Shape;1134;p9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35" name="Google Shape;1135;p9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136" name="Google Shape;1136;p90"/>
          <p:cNvGrpSpPr/>
          <p:nvPr/>
        </p:nvGrpSpPr>
        <p:grpSpPr>
          <a:xfrm>
            <a:off x="2" y="156617"/>
            <a:ext cx="9054876" cy="5024066"/>
            <a:chOff x="2" y="156617"/>
            <a:chExt cx="9054876" cy="5024066"/>
          </a:xfrm>
        </p:grpSpPr>
        <p:grpSp>
          <p:nvGrpSpPr>
            <p:cNvPr id="1137" name="Google Shape;1137;p90"/>
            <p:cNvGrpSpPr/>
            <p:nvPr/>
          </p:nvGrpSpPr>
          <p:grpSpPr>
            <a:xfrm>
              <a:off x="8206512" y="4230524"/>
              <a:ext cx="848365" cy="950159"/>
              <a:chOff x="41662" y="277999"/>
              <a:chExt cx="848365" cy="950159"/>
            </a:xfrm>
          </p:grpSpPr>
          <p:pic>
            <p:nvPicPr>
              <p:cNvPr id="1138" name="Google Shape;1138;p9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139" name="Google Shape;1139;p9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140" name="Google Shape;1140;p9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1141" name="Google Shape;1141;p90"/>
            <p:cNvGrpSpPr/>
            <p:nvPr/>
          </p:nvGrpSpPr>
          <p:grpSpPr>
            <a:xfrm>
              <a:off x="2" y="156617"/>
              <a:ext cx="719987" cy="944360"/>
              <a:chOff x="2" y="156617"/>
              <a:chExt cx="719987" cy="944360"/>
            </a:xfrm>
          </p:grpSpPr>
          <p:pic>
            <p:nvPicPr>
              <p:cNvPr id="1142" name="Google Shape;1142;p9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43" name="Google Shape;1143;p9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44" name="Shape 1144"/>
        <p:cNvGrpSpPr/>
        <p:nvPr/>
      </p:nvGrpSpPr>
      <p:grpSpPr>
        <a:xfrm>
          <a:off x="0" y="0"/>
          <a:ext cx="0" cy="0"/>
          <a:chOff x="0" y="0"/>
          <a:chExt cx="0" cy="0"/>
        </a:xfrm>
      </p:grpSpPr>
      <p:pic>
        <p:nvPicPr>
          <p:cNvPr id="1145" name="Google Shape;1145;p91"/>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146" name="Google Shape;1146;p91"/>
          <p:cNvGrpSpPr/>
          <p:nvPr/>
        </p:nvGrpSpPr>
        <p:grpSpPr>
          <a:xfrm>
            <a:off x="5129400" y="0"/>
            <a:ext cx="4520100" cy="5547325"/>
            <a:chOff x="5129400" y="0"/>
            <a:chExt cx="4520100" cy="5547325"/>
          </a:xfrm>
        </p:grpSpPr>
        <p:sp>
          <p:nvSpPr>
            <p:cNvPr id="1147" name="Google Shape;1147;p9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48" name="Google Shape;1148;p91"/>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149" name="Google Shape;1149;p91"/>
          <p:cNvGrpSpPr/>
          <p:nvPr/>
        </p:nvGrpSpPr>
        <p:grpSpPr>
          <a:xfrm>
            <a:off x="2" y="156617"/>
            <a:ext cx="9088698" cy="4882915"/>
            <a:chOff x="2" y="156617"/>
            <a:chExt cx="9088698" cy="4882915"/>
          </a:xfrm>
        </p:grpSpPr>
        <p:grpSp>
          <p:nvGrpSpPr>
            <p:cNvPr id="1150" name="Google Shape;1150;p91"/>
            <p:cNvGrpSpPr/>
            <p:nvPr/>
          </p:nvGrpSpPr>
          <p:grpSpPr>
            <a:xfrm>
              <a:off x="2" y="156617"/>
              <a:ext cx="719987" cy="944360"/>
              <a:chOff x="2" y="156617"/>
              <a:chExt cx="719987" cy="944360"/>
            </a:xfrm>
          </p:grpSpPr>
          <p:pic>
            <p:nvPicPr>
              <p:cNvPr id="1151" name="Google Shape;1151;p9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52" name="Google Shape;1152;p9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53" name="Google Shape;1153;p91"/>
            <p:cNvGrpSpPr/>
            <p:nvPr/>
          </p:nvGrpSpPr>
          <p:grpSpPr>
            <a:xfrm>
              <a:off x="7986262" y="4462366"/>
              <a:ext cx="1102438" cy="577167"/>
              <a:chOff x="359837" y="4401391"/>
              <a:chExt cx="1102438" cy="577167"/>
            </a:xfrm>
          </p:grpSpPr>
          <p:pic>
            <p:nvPicPr>
              <p:cNvPr id="1154" name="Google Shape;1154;p9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155" name="Google Shape;1155;p9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1156" name="Google Shape;1156;p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57" name="Google Shape;1157;p91"/>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58" name="Google Shape;1158;p91"/>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59" name="Google Shape;1159;p91"/>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60" name="Google Shape;1160;p91"/>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61" name="Google Shape;1161;p91"/>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62" name="Google Shape;1162;p91"/>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63" name="Google Shape;1163;p91"/>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64" name="Google Shape;1164;p91"/>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1165" name="Shape 1165"/>
        <p:cNvGrpSpPr/>
        <p:nvPr/>
      </p:nvGrpSpPr>
      <p:grpSpPr>
        <a:xfrm>
          <a:off x="0" y="0"/>
          <a:ext cx="0" cy="0"/>
          <a:chOff x="0" y="0"/>
          <a:chExt cx="0" cy="0"/>
        </a:xfrm>
      </p:grpSpPr>
      <p:pic>
        <p:nvPicPr>
          <p:cNvPr id="1166" name="Google Shape;1166;p9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167" name="Google Shape;1167;p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68" name="Google Shape;1168;p92"/>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69" name="Google Shape;1169;p92"/>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0" name="Google Shape;1170;p92"/>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1" name="Google Shape;1171;p92"/>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2" name="Google Shape;1172;p92"/>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3" name="Google Shape;1173;p92"/>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4" name="Google Shape;1174;p92"/>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5" name="Google Shape;1175;p92"/>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6" name="Google Shape;1176;p92"/>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7" name="Google Shape;1177;p92"/>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178" name="Google Shape;1178;p92"/>
          <p:cNvGrpSpPr/>
          <p:nvPr/>
        </p:nvGrpSpPr>
        <p:grpSpPr>
          <a:xfrm>
            <a:off x="2" y="156617"/>
            <a:ext cx="719987" cy="944360"/>
            <a:chOff x="2" y="156617"/>
            <a:chExt cx="719987" cy="944360"/>
          </a:xfrm>
        </p:grpSpPr>
        <p:pic>
          <p:nvPicPr>
            <p:cNvPr id="1179" name="Google Shape;1179;p9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80" name="Google Shape;1180;p9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81" name="Google Shape;1181;p92"/>
          <p:cNvGrpSpPr/>
          <p:nvPr/>
        </p:nvGrpSpPr>
        <p:grpSpPr>
          <a:xfrm>
            <a:off x="0" y="2817900"/>
            <a:ext cx="9640900" cy="2932900"/>
            <a:chOff x="0" y="2817900"/>
            <a:chExt cx="9640900" cy="2932900"/>
          </a:xfrm>
        </p:grpSpPr>
        <p:sp>
          <p:nvSpPr>
            <p:cNvPr id="1182" name="Google Shape;1182;p92"/>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83" name="Google Shape;1183;p92"/>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84" name="Google Shape;1184;p92"/>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85" name="Shape 1185"/>
        <p:cNvGrpSpPr/>
        <p:nvPr/>
      </p:nvGrpSpPr>
      <p:grpSpPr>
        <a:xfrm>
          <a:off x="0" y="0"/>
          <a:ext cx="0" cy="0"/>
          <a:chOff x="0" y="0"/>
          <a:chExt cx="0" cy="0"/>
        </a:xfrm>
      </p:grpSpPr>
      <p:pic>
        <p:nvPicPr>
          <p:cNvPr id="1186" name="Google Shape;1186;p9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187" name="Google Shape;1187;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88" name="Google Shape;1188;p93"/>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89" name="Google Shape;1189;p93"/>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0" name="Google Shape;1190;p93"/>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1" name="Google Shape;1191;p93"/>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2" name="Google Shape;1192;p93"/>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3" name="Google Shape;1193;p93"/>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4" name="Google Shape;1194;p93"/>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5" name="Google Shape;1195;p93"/>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6" name="Google Shape;1196;p93"/>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7" name="Google Shape;1197;p93"/>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8" name="Google Shape;1198;p93"/>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9" name="Google Shape;1199;p93"/>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200" name="Google Shape;1200;p93"/>
          <p:cNvGrpSpPr/>
          <p:nvPr/>
        </p:nvGrpSpPr>
        <p:grpSpPr>
          <a:xfrm>
            <a:off x="-501600" y="128825"/>
            <a:ext cx="10252550" cy="5418500"/>
            <a:chOff x="-501600" y="128825"/>
            <a:chExt cx="10252550" cy="5418500"/>
          </a:xfrm>
        </p:grpSpPr>
        <p:sp>
          <p:nvSpPr>
            <p:cNvPr id="1201" name="Google Shape;1201;p9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02" name="Google Shape;1202;p93"/>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03" name="Google Shape;1203;p93"/>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04" name="Google Shape;1204;p93"/>
          <p:cNvGrpSpPr/>
          <p:nvPr/>
        </p:nvGrpSpPr>
        <p:grpSpPr>
          <a:xfrm>
            <a:off x="2" y="156617"/>
            <a:ext cx="9088698" cy="4882915"/>
            <a:chOff x="2" y="156617"/>
            <a:chExt cx="9088698" cy="4882915"/>
          </a:xfrm>
        </p:grpSpPr>
        <p:grpSp>
          <p:nvGrpSpPr>
            <p:cNvPr id="1205" name="Google Shape;1205;p93"/>
            <p:cNvGrpSpPr/>
            <p:nvPr/>
          </p:nvGrpSpPr>
          <p:grpSpPr>
            <a:xfrm>
              <a:off x="2" y="156617"/>
              <a:ext cx="719987" cy="944360"/>
              <a:chOff x="2" y="156617"/>
              <a:chExt cx="719987" cy="944360"/>
            </a:xfrm>
          </p:grpSpPr>
          <p:pic>
            <p:nvPicPr>
              <p:cNvPr id="1206" name="Google Shape;1206;p9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207" name="Google Shape;1207;p9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208" name="Google Shape;1208;p93"/>
            <p:cNvGrpSpPr/>
            <p:nvPr/>
          </p:nvGrpSpPr>
          <p:grpSpPr>
            <a:xfrm>
              <a:off x="7986262" y="4462366"/>
              <a:ext cx="1102438" cy="577167"/>
              <a:chOff x="359837" y="4401391"/>
              <a:chExt cx="1102438" cy="577167"/>
            </a:xfrm>
          </p:grpSpPr>
          <p:pic>
            <p:nvPicPr>
              <p:cNvPr id="1209" name="Google Shape;1209;p9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210" name="Google Shape;1210;p9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211" name="Shape 1211"/>
        <p:cNvGrpSpPr/>
        <p:nvPr/>
      </p:nvGrpSpPr>
      <p:grpSpPr>
        <a:xfrm>
          <a:off x="0" y="0"/>
          <a:ext cx="0" cy="0"/>
          <a:chOff x="0" y="0"/>
          <a:chExt cx="0" cy="0"/>
        </a:xfrm>
      </p:grpSpPr>
      <p:pic>
        <p:nvPicPr>
          <p:cNvPr id="1212" name="Google Shape;1212;p9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213" name="Google Shape;1213;p9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14" name="Google Shape;1214;p94"/>
          <p:cNvGrpSpPr/>
          <p:nvPr/>
        </p:nvGrpSpPr>
        <p:grpSpPr>
          <a:xfrm>
            <a:off x="2" y="156617"/>
            <a:ext cx="719987" cy="944360"/>
            <a:chOff x="2" y="156617"/>
            <a:chExt cx="719987" cy="944360"/>
          </a:xfrm>
        </p:grpSpPr>
        <p:pic>
          <p:nvPicPr>
            <p:cNvPr id="1215" name="Google Shape;1215;p9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216" name="Google Shape;1216;p9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217" name="Google Shape;1217;p94"/>
          <p:cNvGrpSpPr/>
          <p:nvPr/>
        </p:nvGrpSpPr>
        <p:grpSpPr>
          <a:xfrm>
            <a:off x="0" y="0"/>
            <a:ext cx="9569050" cy="5569647"/>
            <a:chOff x="0" y="0"/>
            <a:chExt cx="9569050" cy="5569647"/>
          </a:xfrm>
        </p:grpSpPr>
        <p:sp>
          <p:nvSpPr>
            <p:cNvPr id="1218" name="Google Shape;1218;p94"/>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19" name="Google Shape;1219;p94"/>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220" name="Shape 1220"/>
        <p:cNvGrpSpPr/>
        <p:nvPr/>
      </p:nvGrpSpPr>
      <p:grpSpPr>
        <a:xfrm>
          <a:off x="0" y="0"/>
          <a:ext cx="0" cy="0"/>
          <a:chOff x="0" y="0"/>
          <a:chExt cx="0" cy="0"/>
        </a:xfrm>
      </p:grpSpPr>
      <p:pic>
        <p:nvPicPr>
          <p:cNvPr id="1221" name="Google Shape;1221;p9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22" name="Google Shape;1222;p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23" name="Google Shape;1223;p95"/>
          <p:cNvGrpSpPr/>
          <p:nvPr/>
        </p:nvGrpSpPr>
        <p:grpSpPr>
          <a:xfrm>
            <a:off x="2" y="156617"/>
            <a:ext cx="719987" cy="944360"/>
            <a:chOff x="2" y="156617"/>
            <a:chExt cx="719987" cy="944360"/>
          </a:xfrm>
        </p:grpSpPr>
        <p:pic>
          <p:nvPicPr>
            <p:cNvPr id="1224" name="Google Shape;1224;p9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225" name="Google Shape;1225;p9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226" name="Google Shape;1226;p95"/>
          <p:cNvGrpSpPr/>
          <p:nvPr/>
        </p:nvGrpSpPr>
        <p:grpSpPr>
          <a:xfrm>
            <a:off x="0" y="0"/>
            <a:ext cx="9569050" cy="5569647"/>
            <a:chOff x="0" y="0"/>
            <a:chExt cx="9569050" cy="5569647"/>
          </a:xfrm>
        </p:grpSpPr>
        <p:sp>
          <p:nvSpPr>
            <p:cNvPr id="1227" name="Google Shape;1227;p95"/>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28" name="Google Shape;1228;p95"/>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29" name="Shape 1229"/>
        <p:cNvGrpSpPr/>
        <p:nvPr/>
      </p:nvGrpSpPr>
      <p:grpSpPr>
        <a:xfrm>
          <a:off x="0" y="0"/>
          <a:ext cx="0" cy="0"/>
          <a:chOff x="0" y="0"/>
          <a:chExt cx="0" cy="0"/>
        </a:xfrm>
      </p:grpSpPr>
      <p:pic>
        <p:nvPicPr>
          <p:cNvPr id="1230" name="Google Shape;1230;p9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31" name="Google Shape;1231;p96"/>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232" name="Google Shape;1232;p96"/>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233" name="Google Shape;1233;p96"/>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234" name="Google Shape;1234;p96"/>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235" name="Google Shape;1235;p96"/>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236" name="Google Shape;1236;p96"/>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1237" name="Google Shape;1237;p96"/>
          <p:cNvGrpSpPr/>
          <p:nvPr/>
        </p:nvGrpSpPr>
        <p:grpSpPr>
          <a:xfrm>
            <a:off x="-601700" y="0"/>
            <a:ext cx="10705100" cy="4676150"/>
            <a:chOff x="-601700" y="0"/>
            <a:chExt cx="10705100" cy="4676150"/>
          </a:xfrm>
        </p:grpSpPr>
        <p:sp>
          <p:nvSpPr>
            <p:cNvPr id="1238" name="Google Shape;1238;p9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239" name="Google Shape;1239;p96"/>
            <p:cNvGrpSpPr/>
            <p:nvPr/>
          </p:nvGrpSpPr>
          <p:grpSpPr>
            <a:xfrm rot="5400000">
              <a:off x="-2006450" y="1404750"/>
              <a:ext cx="4014600" cy="1205100"/>
              <a:chOff x="150" y="4543750"/>
              <a:chExt cx="4014600" cy="1205100"/>
            </a:xfrm>
          </p:grpSpPr>
          <p:sp>
            <p:nvSpPr>
              <p:cNvPr id="1240" name="Google Shape;1240;p9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41" name="Google Shape;1241;p9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242" name="Google Shape;1242;p96"/>
          <p:cNvGrpSpPr/>
          <p:nvPr/>
        </p:nvGrpSpPr>
        <p:grpSpPr>
          <a:xfrm>
            <a:off x="8206512" y="4230524"/>
            <a:ext cx="848365" cy="950159"/>
            <a:chOff x="41662" y="277999"/>
            <a:chExt cx="848365" cy="950159"/>
          </a:xfrm>
        </p:grpSpPr>
        <p:pic>
          <p:nvPicPr>
            <p:cNvPr id="1243" name="Google Shape;1243;p9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244" name="Google Shape;1244;p9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245" name="Google Shape;1245;p9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46" name="Shape 1246"/>
        <p:cNvGrpSpPr/>
        <p:nvPr/>
      </p:nvGrpSpPr>
      <p:grpSpPr>
        <a:xfrm>
          <a:off x="0" y="0"/>
          <a:ext cx="0" cy="0"/>
          <a:chOff x="0" y="0"/>
          <a:chExt cx="0" cy="0"/>
        </a:xfrm>
      </p:grpSpPr>
      <p:pic>
        <p:nvPicPr>
          <p:cNvPr id="1247" name="Google Shape;1247;p97"/>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248" name="Google Shape;1248;p97"/>
          <p:cNvGrpSpPr/>
          <p:nvPr/>
        </p:nvGrpSpPr>
        <p:grpSpPr>
          <a:xfrm>
            <a:off x="-962824" y="-872075"/>
            <a:ext cx="10524450" cy="6436800"/>
            <a:chOff x="-962824" y="-872075"/>
            <a:chExt cx="10524450" cy="6436800"/>
          </a:xfrm>
        </p:grpSpPr>
        <p:sp>
          <p:nvSpPr>
            <p:cNvPr id="1249" name="Google Shape;1249;p97"/>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250" name="Google Shape;1250;p97"/>
            <p:cNvGrpSpPr/>
            <p:nvPr/>
          </p:nvGrpSpPr>
          <p:grpSpPr>
            <a:xfrm flipH="1">
              <a:off x="502351" y="-872075"/>
              <a:ext cx="2489300" cy="1740000"/>
              <a:chOff x="6148925" y="-872075"/>
              <a:chExt cx="2489300" cy="1740000"/>
            </a:xfrm>
          </p:grpSpPr>
          <p:sp>
            <p:nvSpPr>
              <p:cNvPr id="1251" name="Google Shape;1251;p9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52" name="Google Shape;1252;p9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253" name="Google Shape;1253;p97"/>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54" name="Google Shape;1254;p97"/>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55" name="Google Shape;1255;p97"/>
          <p:cNvGrpSpPr/>
          <p:nvPr/>
        </p:nvGrpSpPr>
        <p:grpSpPr>
          <a:xfrm>
            <a:off x="-962825" y="81904"/>
            <a:ext cx="10251619" cy="5069347"/>
            <a:chOff x="-962825" y="81904"/>
            <a:chExt cx="10251619" cy="5069347"/>
          </a:xfrm>
        </p:grpSpPr>
        <p:pic>
          <p:nvPicPr>
            <p:cNvPr id="1256" name="Google Shape;1256;p97"/>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257" name="Google Shape;1257;p97"/>
            <p:cNvGrpSpPr/>
            <p:nvPr/>
          </p:nvGrpSpPr>
          <p:grpSpPr>
            <a:xfrm flipH="1">
              <a:off x="7678302" y="4401391"/>
              <a:ext cx="1102438" cy="577167"/>
              <a:chOff x="359837" y="4401391"/>
              <a:chExt cx="1102438" cy="577167"/>
            </a:xfrm>
          </p:grpSpPr>
          <p:pic>
            <p:nvPicPr>
              <p:cNvPr id="1258" name="Google Shape;1258;p97"/>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259" name="Google Shape;1259;p97"/>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260" name="Google Shape;1260;p97"/>
            <p:cNvGrpSpPr/>
            <p:nvPr/>
          </p:nvGrpSpPr>
          <p:grpSpPr>
            <a:xfrm flipH="1">
              <a:off x="8100369" y="81904"/>
              <a:ext cx="1188426" cy="1227668"/>
              <a:chOff x="-7843" y="83454"/>
              <a:chExt cx="1188426" cy="1227668"/>
            </a:xfrm>
          </p:grpSpPr>
          <p:pic>
            <p:nvPicPr>
              <p:cNvPr id="1261" name="Google Shape;1261;p97"/>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262" name="Google Shape;1262;p97"/>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263" name="Google Shape;1263;p97"/>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1264" name="Google Shape;1264;p97"/>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265" name="Google Shape;1265;p97"/>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6" name="Google Shape;1266;p97"/>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67" name="Shape 1267"/>
        <p:cNvGrpSpPr/>
        <p:nvPr/>
      </p:nvGrpSpPr>
      <p:grpSpPr>
        <a:xfrm>
          <a:off x="0" y="0"/>
          <a:ext cx="0" cy="0"/>
          <a:chOff x="0" y="0"/>
          <a:chExt cx="0" cy="0"/>
        </a:xfrm>
      </p:grpSpPr>
      <p:pic>
        <p:nvPicPr>
          <p:cNvPr id="1268" name="Google Shape;1268;p98"/>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269" name="Google Shape;1269;p98"/>
          <p:cNvGrpSpPr/>
          <p:nvPr/>
        </p:nvGrpSpPr>
        <p:grpSpPr>
          <a:xfrm>
            <a:off x="0" y="-613825"/>
            <a:ext cx="9564675" cy="6140950"/>
            <a:chOff x="0" y="-613825"/>
            <a:chExt cx="9564675" cy="6140950"/>
          </a:xfrm>
        </p:grpSpPr>
        <p:sp>
          <p:nvSpPr>
            <p:cNvPr id="1270" name="Google Shape;1270;p98"/>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71" name="Google Shape;1271;p98"/>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72" name="Google Shape;1272;p98"/>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273" name="Shape 1273"/>
        <p:cNvGrpSpPr/>
        <p:nvPr/>
      </p:nvGrpSpPr>
      <p:grpSpPr>
        <a:xfrm>
          <a:off x="0" y="0"/>
          <a:ext cx="0" cy="0"/>
          <a:chOff x="0" y="0"/>
          <a:chExt cx="0" cy="0"/>
        </a:xfrm>
      </p:grpSpPr>
      <p:pic>
        <p:nvPicPr>
          <p:cNvPr id="1274" name="Google Shape;1274;p9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275" name="Google Shape;1275;p99"/>
          <p:cNvGrpSpPr/>
          <p:nvPr/>
        </p:nvGrpSpPr>
        <p:grpSpPr>
          <a:xfrm>
            <a:off x="-601700" y="0"/>
            <a:ext cx="10358225" cy="5143500"/>
            <a:chOff x="-601700" y="0"/>
            <a:chExt cx="10358225" cy="5143500"/>
          </a:xfrm>
        </p:grpSpPr>
        <p:grpSp>
          <p:nvGrpSpPr>
            <p:cNvPr id="1276" name="Google Shape;1276;p99"/>
            <p:cNvGrpSpPr/>
            <p:nvPr/>
          </p:nvGrpSpPr>
          <p:grpSpPr>
            <a:xfrm rot="5400000">
              <a:off x="-2006450" y="1404750"/>
              <a:ext cx="4014600" cy="1205100"/>
              <a:chOff x="150" y="4543750"/>
              <a:chExt cx="4014600" cy="1205100"/>
            </a:xfrm>
          </p:grpSpPr>
          <p:sp>
            <p:nvSpPr>
              <p:cNvPr id="1277" name="Google Shape;1277;p9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78" name="Google Shape;1278;p9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79" name="Google Shape;1279;p99"/>
            <p:cNvGrpSpPr/>
            <p:nvPr/>
          </p:nvGrpSpPr>
          <p:grpSpPr>
            <a:xfrm rot="-5400000">
              <a:off x="7146675" y="2533650"/>
              <a:ext cx="4014600" cy="1205100"/>
              <a:chOff x="150" y="4543750"/>
              <a:chExt cx="4014600" cy="1205100"/>
            </a:xfrm>
          </p:grpSpPr>
          <p:sp>
            <p:nvSpPr>
              <p:cNvPr id="1280" name="Google Shape;1280;p99"/>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81" name="Google Shape;1281;p99"/>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85" name="Shape 1285"/>
        <p:cNvGrpSpPr/>
        <p:nvPr/>
      </p:nvGrpSpPr>
      <p:grpSpPr>
        <a:xfrm>
          <a:off x="0" y="0"/>
          <a:ext cx="0" cy="0"/>
          <a:chOff x="0" y="0"/>
          <a:chExt cx="0" cy="0"/>
        </a:xfrm>
      </p:grpSpPr>
      <p:pic>
        <p:nvPicPr>
          <p:cNvPr id="1286" name="Google Shape;1286;p10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87" name="Google Shape;1287;p101"/>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288" name="Google Shape;1288;p101"/>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89" name="Google Shape;1289;p101"/>
          <p:cNvGrpSpPr/>
          <p:nvPr/>
        </p:nvGrpSpPr>
        <p:grpSpPr>
          <a:xfrm>
            <a:off x="-421050" y="-872075"/>
            <a:ext cx="10524450" cy="6436800"/>
            <a:chOff x="-421050" y="-872075"/>
            <a:chExt cx="10524450" cy="6436800"/>
          </a:xfrm>
        </p:grpSpPr>
        <p:sp>
          <p:nvSpPr>
            <p:cNvPr id="1290" name="Google Shape;1290;p101"/>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291" name="Google Shape;1291;p101"/>
            <p:cNvGrpSpPr/>
            <p:nvPr/>
          </p:nvGrpSpPr>
          <p:grpSpPr>
            <a:xfrm>
              <a:off x="6148925" y="-872075"/>
              <a:ext cx="2489300" cy="1740000"/>
              <a:chOff x="6148925" y="-872075"/>
              <a:chExt cx="2489300" cy="1740000"/>
            </a:xfrm>
          </p:grpSpPr>
          <p:sp>
            <p:nvSpPr>
              <p:cNvPr id="1292" name="Google Shape;1292;p10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93" name="Google Shape;1293;p10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294" name="Google Shape;1294;p10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95" name="Google Shape;1295;p101"/>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96" name="Google Shape;1296;p101"/>
          <p:cNvGrpSpPr/>
          <p:nvPr/>
        </p:nvGrpSpPr>
        <p:grpSpPr>
          <a:xfrm>
            <a:off x="-148218" y="81904"/>
            <a:ext cx="10251619" cy="5069347"/>
            <a:chOff x="-148218" y="81904"/>
            <a:chExt cx="10251619" cy="5069347"/>
          </a:xfrm>
        </p:grpSpPr>
        <p:pic>
          <p:nvPicPr>
            <p:cNvPr id="1297" name="Google Shape;1297;p101"/>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298" name="Google Shape;1298;p101"/>
            <p:cNvGrpSpPr/>
            <p:nvPr/>
          </p:nvGrpSpPr>
          <p:grpSpPr>
            <a:xfrm>
              <a:off x="359837" y="4401391"/>
              <a:ext cx="1102438" cy="577167"/>
              <a:chOff x="359837" y="4401391"/>
              <a:chExt cx="1102438" cy="577167"/>
            </a:xfrm>
          </p:grpSpPr>
          <p:pic>
            <p:nvPicPr>
              <p:cNvPr id="1299" name="Google Shape;1299;p101"/>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00" name="Google Shape;1300;p101"/>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301" name="Google Shape;1301;p101"/>
            <p:cNvGrpSpPr/>
            <p:nvPr/>
          </p:nvGrpSpPr>
          <p:grpSpPr>
            <a:xfrm>
              <a:off x="-148218" y="81904"/>
              <a:ext cx="1188426" cy="1227668"/>
              <a:chOff x="-7843" y="83454"/>
              <a:chExt cx="1188426" cy="1227668"/>
            </a:xfrm>
          </p:grpSpPr>
          <p:pic>
            <p:nvPicPr>
              <p:cNvPr id="1302" name="Google Shape;1302;p101"/>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303" name="Google Shape;1303;p101"/>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304" name="Google Shape;1304;p101"/>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05" name="Shape 1305"/>
        <p:cNvGrpSpPr/>
        <p:nvPr/>
      </p:nvGrpSpPr>
      <p:grpSpPr>
        <a:xfrm>
          <a:off x="0" y="0"/>
          <a:ext cx="0" cy="0"/>
          <a:chOff x="0" y="0"/>
          <a:chExt cx="0" cy="0"/>
        </a:xfrm>
      </p:grpSpPr>
      <p:pic>
        <p:nvPicPr>
          <p:cNvPr id="1306" name="Google Shape;1306;p10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07" name="Google Shape;1307;p102"/>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08" name="Google Shape;1308;p102"/>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1309" name="Google Shape;1309;p102"/>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310" name="Google Shape;1310;p102"/>
          <p:cNvGrpSpPr/>
          <p:nvPr/>
        </p:nvGrpSpPr>
        <p:grpSpPr>
          <a:xfrm>
            <a:off x="8206512" y="4230524"/>
            <a:ext cx="848365" cy="950159"/>
            <a:chOff x="41662" y="277999"/>
            <a:chExt cx="848365" cy="950159"/>
          </a:xfrm>
        </p:grpSpPr>
        <p:pic>
          <p:nvPicPr>
            <p:cNvPr id="1311" name="Google Shape;1311;p10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312" name="Google Shape;1312;p10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313" name="Google Shape;1313;p10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314" name="Google Shape;1314;p102"/>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1315" name="Google Shape;1315;p102"/>
          <p:cNvGrpSpPr/>
          <p:nvPr/>
        </p:nvGrpSpPr>
        <p:grpSpPr>
          <a:xfrm>
            <a:off x="-601700" y="-872075"/>
            <a:ext cx="10705100" cy="5548225"/>
            <a:chOff x="-601700" y="-872075"/>
            <a:chExt cx="10705100" cy="5548225"/>
          </a:xfrm>
        </p:grpSpPr>
        <p:sp>
          <p:nvSpPr>
            <p:cNvPr id="1316" name="Google Shape;1316;p10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317" name="Google Shape;1317;p102"/>
            <p:cNvGrpSpPr/>
            <p:nvPr/>
          </p:nvGrpSpPr>
          <p:grpSpPr>
            <a:xfrm rot="5400000">
              <a:off x="-2006450" y="1404750"/>
              <a:ext cx="4014600" cy="1205100"/>
              <a:chOff x="150" y="4543750"/>
              <a:chExt cx="4014600" cy="1205100"/>
            </a:xfrm>
          </p:grpSpPr>
          <p:sp>
            <p:nvSpPr>
              <p:cNvPr id="1318" name="Google Shape;1318;p10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19" name="Google Shape;1319;p102"/>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20" name="Google Shape;1320;p102"/>
            <p:cNvGrpSpPr/>
            <p:nvPr/>
          </p:nvGrpSpPr>
          <p:grpSpPr>
            <a:xfrm>
              <a:off x="6148925" y="-872075"/>
              <a:ext cx="2489300" cy="1740000"/>
              <a:chOff x="6148925" y="-872075"/>
              <a:chExt cx="2489300" cy="1740000"/>
            </a:xfrm>
          </p:grpSpPr>
          <p:sp>
            <p:nvSpPr>
              <p:cNvPr id="1321" name="Google Shape;1321;p10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22" name="Google Shape;1322;p10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23" name="Shape 1323"/>
        <p:cNvGrpSpPr/>
        <p:nvPr/>
      </p:nvGrpSpPr>
      <p:grpSpPr>
        <a:xfrm>
          <a:off x="0" y="0"/>
          <a:ext cx="0" cy="0"/>
          <a:chOff x="0" y="0"/>
          <a:chExt cx="0" cy="0"/>
        </a:xfrm>
      </p:grpSpPr>
      <p:pic>
        <p:nvPicPr>
          <p:cNvPr id="1324" name="Google Shape;1324;p10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25" name="Google Shape;1325;p10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26" name="Google Shape;1326;p103"/>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1327" name="Google Shape;1327;p103"/>
          <p:cNvGrpSpPr/>
          <p:nvPr/>
        </p:nvGrpSpPr>
        <p:grpSpPr>
          <a:xfrm>
            <a:off x="150" y="2779250"/>
            <a:ext cx="10103250" cy="2785475"/>
            <a:chOff x="150" y="2779250"/>
            <a:chExt cx="10103250" cy="2785475"/>
          </a:xfrm>
        </p:grpSpPr>
        <p:sp>
          <p:nvSpPr>
            <p:cNvPr id="1328" name="Google Shape;1328;p10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29" name="Google Shape;1329;p10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30" name="Google Shape;1330;p103"/>
          <p:cNvGrpSpPr/>
          <p:nvPr/>
        </p:nvGrpSpPr>
        <p:grpSpPr>
          <a:xfrm>
            <a:off x="2" y="156617"/>
            <a:ext cx="1462273" cy="4821940"/>
            <a:chOff x="2" y="156617"/>
            <a:chExt cx="1462273" cy="4821940"/>
          </a:xfrm>
        </p:grpSpPr>
        <p:grpSp>
          <p:nvGrpSpPr>
            <p:cNvPr id="1331" name="Google Shape;1331;p103"/>
            <p:cNvGrpSpPr/>
            <p:nvPr/>
          </p:nvGrpSpPr>
          <p:grpSpPr>
            <a:xfrm>
              <a:off x="2" y="156617"/>
              <a:ext cx="719987" cy="944360"/>
              <a:chOff x="2" y="156617"/>
              <a:chExt cx="719987" cy="944360"/>
            </a:xfrm>
          </p:grpSpPr>
          <p:pic>
            <p:nvPicPr>
              <p:cNvPr id="1332" name="Google Shape;1332;p103"/>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333" name="Google Shape;1333;p103"/>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1334" name="Google Shape;1334;p103"/>
            <p:cNvGrpSpPr/>
            <p:nvPr/>
          </p:nvGrpSpPr>
          <p:grpSpPr>
            <a:xfrm>
              <a:off x="359837" y="4401391"/>
              <a:ext cx="1102438" cy="577167"/>
              <a:chOff x="359837" y="4401391"/>
              <a:chExt cx="1102438" cy="577167"/>
            </a:xfrm>
          </p:grpSpPr>
          <p:pic>
            <p:nvPicPr>
              <p:cNvPr id="1335" name="Google Shape;1335;p10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36" name="Google Shape;1336;p10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37" name="Shape 1337"/>
        <p:cNvGrpSpPr/>
        <p:nvPr/>
      </p:nvGrpSpPr>
      <p:grpSpPr>
        <a:xfrm>
          <a:off x="0" y="0"/>
          <a:ext cx="0" cy="0"/>
          <a:chOff x="0" y="0"/>
          <a:chExt cx="0" cy="0"/>
        </a:xfrm>
      </p:grpSpPr>
      <p:pic>
        <p:nvPicPr>
          <p:cNvPr id="1338" name="Google Shape;1338;p10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39" name="Google Shape;1339;p1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40" name="Google Shape;1340;p104"/>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41" name="Google Shape;1341;p104"/>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42" name="Google Shape;1342;p104"/>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343" name="Google Shape;1343;p104"/>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344" name="Google Shape;1344;p104"/>
          <p:cNvGrpSpPr/>
          <p:nvPr/>
        </p:nvGrpSpPr>
        <p:grpSpPr>
          <a:xfrm>
            <a:off x="150" y="2779250"/>
            <a:ext cx="10103250" cy="2785475"/>
            <a:chOff x="150" y="2779250"/>
            <a:chExt cx="10103250" cy="2785475"/>
          </a:xfrm>
        </p:grpSpPr>
        <p:sp>
          <p:nvSpPr>
            <p:cNvPr id="1345" name="Google Shape;1345;p10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46" name="Google Shape;1346;p10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47" name="Google Shape;1347;p104"/>
          <p:cNvGrpSpPr/>
          <p:nvPr/>
        </p:nvGrpSpPr>
        <p:grpSpPr>
          <a:xfrm>
            <a:off x="2" y="156617"/>
            <a:ext cx="10103400" cy="4994633"/>
            <a:chOff x="2" y="156617"/>
            <a:chExt cx="10103400" cy="4994633"/>
          </a:xfrm>
        </p:grpSpPr>
        <p:grpSp>
          <p:nvGrpSpPr>
            <p:cNvPr id="1348" name="Google Shape;1348;p104"/>
            <p:cNvGrpSpPr/>
            <p:nvPr/>
          </p:nvGrpSpPr>
          <p:grpSpPr>
            <a:xfrm>
              <a:off x="2" y="156617"/>
              <a:ext cx="719987" cy="944360"/>
              <a:chOff x="2" y="156617"/>
              <a:chExt cx="719987" cy="944360"/>
            </a:xfrm>
          </p:grpSpPr>
          <p:pic>
            <p:nvPicPr>
              <p:cNvPr id="1349" name="Google Shape;1349;p104"/>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350" name="Google Shape;1350;p104"/>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1351" name="Google Shape;1351;p104"/>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352" name="Google Shape;1352;p104"/>
            <p:cNvGrpSpPr/>
            <p:nvPr/>
          </p:nvGrpSpPr>
          <p:grpSpPr>
            <a:xfrm>
              <a:off x="359837" y="4401391"/>
              <a:ext cx="1102438" cy="577167"/>
              <a:chOff x="359837" y="4401391"/>
              <a:chExt cx="1102438" cy="577167"/>
            </a:xfrm>
          </p:grpSpPr>
          <p:pic>
            <p:nvPicPr>
              <p:cNvPr id="1353" name="Google Shape;1353;p104"/>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54" name="Google Shape;1354;p10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5" name="Shape 1355"/>
        <p:cNvGrpSpPr/>
        <p:nvPr/>
      </p:nvGrpSpPr>
      <p:grpSpPr>
        <a:xfrm>
          <a:off x="0" y="0"/>
          <a:ext cx="0" cy="0"/>
          <a:chOff x="0" y="0"/>
          <a:chExt cx="0" cy="0"/>
        </a:xfrm>
      </p:grpSpPr>
      <p:pic>
        <p:nvPicPr>
          <p:cNvPr id="1356" name="Google Shape;1356;p10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57" name="Google Shape;1357;p1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358" name="Google Shape;1358;p105"/>
          <p:cNvGrpSpPr/>
          <p:nvPr/>
        </p:nvGrpSpPr>
        <p:grpSpPr>
          <a:xfrm>
            <a:off x="5129400" y="4543750"/>
            <a:ext cx="4014600" cy="1205100"/>
            <a:chOff x="5129400" y="4543750"/>
            <a:chExt cx="4014600" cy="1205100"/>
          </a:xfrm>
        </p:grpSpPr>
        <p:sp>
          <p:nvSpPr>
            <p:cNvPr id="1359" name="Google Shape;1359;p105"/>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60" name="Google Shape;1360;p105"/>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61" name="Google Shape;1361;p105"/>
          <p:cNvGrpSpPr/>
          <p:nvPr/>
        </p:nvGrpSpPr>
        <p:grpSpPr>
          <a:xfrm>
            <a:off x="2" y="156617"/>
            <a:ext cx="9296400" cy="4986881"/>
            <a:chOff x="2" y="156617"/>
            <a:chExt cx="9296400" cy="4986881"/>
          </a:xfrm>
        </p:grpSpPr>
        <p:grpSp>
          <p:nvGrpSpPr>
            <p:cNvPr id="1362" name="Google Shape;1362;p105"/>
            <p:cNvGrpSpPr/>
            <p:nvPr/>
          </p:nvGrpSpPr>
          <p:grpSpPr>
            <a:xfrm>
              <a:off x="2" y="156617"/>
              <a:ext cx="719987" cy="944360"/>
              <a:chOff x="2" y="156617"/>
              <a:chExt cx="719987" cy="944360"/>
            </a:xfrm>
          </p:grpSpPr>
          <p:pic>
            <p:nvPicPr>
              <p:cNvPr id="1363" name="Google Shape;1363;p10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364" name="Google Shape;1364;p10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1365" name="Google Shape;1365;p105"/>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66" name="Shape 1366"/>
        <p:cNvGrpSpPr/>
        <p:nvPr/>
      </p:nvGrpSpPr>
      <p:grpSpPr>
        <a:xfrm>
          <a:off x="0" y="0"/>
          <a:ext cx="0" cy="0"/>
          <a:chOff x="0" y="0"/>
          <a:chExt cx="0" cy="0"/>
        </a:xfrm>
      </p:grpSpPr>
      <p:pic>
        <p:nvPicPr>
          <p:cNvPr id="1367" name="Google Shape;1367;p10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68" name="Google Shape;1368;p106"/>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69" name="Google Shape;1369;p106"/>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1370" name="Google Shape;1370;p10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371" name="Google Shape;1371;p106"/>
          <p:cNvGrpSpPr/>
          <p:nvPr/>
        </p:nvGrpSpPr>
        <p:grpSpPr>
          <a:xfrm>
            <a:off x="2" y="156617"/>
            <a:ext cx="1462273" cy="4821940"/>
            <a:chOff x="2" y="156617"/>
            <a:chExt cx="1462273" cy="4821940"/>
          </a:xfrm>
        </p:grpSpPr>
        <p:grpSp>
          <p:nvGrpSpPr>
            <p:cNvPr id="1372" name="Google Shape;1372;p106"/>
            <p:cNvGrpSpPr/>
            <p:nvPr/>
          </p:nvGrpSpPr>
          <p:grpSpPr>
            <a:xfrm>
              <a:off x="2" y="156617"/>
              <a:ext cx="719987" cy="944360"/>
              <a:chOff x="2" y="156617"/>
              <a:chExt cx="719987" cy="944360"/>
            </a:xfrm>
          </p:grpSpPr>
          <p:pic>
            <p:nvPicPr>
              <p:cNvPr id="1373" name="Google Shape;1373;p10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374" name="Google Shape;1374;p10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375" name="Google Shape;1375;p106"/>
            <p:cNvGrpSpPr/>
            <p:nvPr/>
          </p:nvGrpSpPr>
          <p:grpSpPr>
            <a:xfrm>
              <a:off x="359837" y="4401391"/>
              <a:ext cx="1102438" cy="577167"/>
              <a:chOff x="359837" y="4401391"/>
              <a:chExt cx="1102438" cy="577167"/>
            </a:xfrm>
          </p:grpSpPr>
          <p:pic>
            <p:nvPicPr>
              <p:cNvPr id="1376" name="Google Shape;1376;p10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77" name="Google Shape;1377;p10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78" name="Shape 1378"/>
        <p:cNvGrpSpPr/>
        <p:nvPr/>
      </p:nvGrpSpPr>
      <p:grpSpPr>
        <a:xfrm>
          <a:off x="0" y="0"/>
          <a:ext cx="0" cy="0"/>
          <a:chOff x="0" y="0"/>
          <a:chExt cx="0" cy="0"/>
        </a:xfrm>
      </p:grpSpPr>
      <p:pic>
        <p:nvPicPr>
          <p:cNvPr id="1379" name="Google Shape;1379;p10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80" name="Google Shape;1380;p107"/>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381" name="Google Shape;1381;p107"/>
          <p:cNvGrpSpPr/>
          <p:nvPr/>
        </p:nvGrpSpPr>
        <p:grpSpPr>
          <a:xfrm>
            <a:off x="-421050" y="0"/>
            <a:ext cx="10524450" cy="5564725"/>
            <a:chOff x="-421050" y="0"/>
            <a:chExt cx="10524450" cy="5564725"/>
          </a:xfrm>
        </p:grpSpPr>
        <p:sp>
          <p:nvSpPr>
            <p:cNvPr id="1382" name="Google Shape;1382;p107"/>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83" name="Google Shape;1383;p10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84" name="Google Shape;1384;p107"/>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85" name="Google Shape;1385;p107"/>
          <p:cNvGrpSpPr/>
          <p:nvPr/>
        </p:nvGrpSpPr>
        <p:grpSpPr>
          <a:xfrm>
            <a:off x="-148218" y="81904"/>
            <a:ext cx="10251619" cy="5069347"/>
            <a:chOff x="-148218" y="81904"/>
            <a:chExt cx="10251619" cy="5069347"/>
          </a:xfrm>
        </p:grpSpPr>
        <p:pic>
          <p:nvPicPr>
            <p:cNvPr id="1386" name="Google Shape;1386;p107"/>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387" name="Google Shape;1387;p107"/>
            <p:cNvGrpSpPr/>
            <p:nvPr/>
          </p:nvGrpSpPr>
          <p:grpSpPr>
            <a:xfrm>
              <a:off x="359837" y="4401391"/>
              <a:ext cx="1102438" cy="577167"/>
              <a:chOff x="359837" y="4401391"/>
              <a:chExt cx="1102438" cy="577167"/>
            </a:xfrm>
          </p:grpSpPr>
          <p:pic>
            <p:nvPicPr>
              <p:cNvPr id="1388" name="Google Shape;1388;p107"/>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89" name="Google Shape;1389;p107"/>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390" name="Google Shape;1390;p107"/>
            <p:cNvGrpSpPr/>
            <p:nvPr/>
          </p:nvGrpSpPr>
          <p:grpSpPr>
            <a:xfrm>
              <a:off x="-148218" y="81904"/>
              <a:ext cx="1188426" cy="1227668"/>
              <a:chOff x="-7843" y="83454"/>
              <a:chExt cx="1188426" cy="1227668"/>
            </a:xfrm>
          </p:grpSpPr>
          <p:pic>
            <p:nvPicPr>
              <p:cNvPr id="1391" name="Google Shape;1391;p107"/>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392" name="Google Shape;1392;p107"/>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393" name="Google Shape;1393;p107"/>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94" name="Shape 1394"/>
        <p:cNvGrpSpPr/>
        <p:nvPr/>
      </p:nvGrpSpPr>
      <p:grpSpPr>
        <a:xfrm>
          <a:off x="0" y="0"/>
          <a:ext cx="0" cy="0"/>
          <a:chOff x="0" y="0"/>
          <a:chExt cx="0" cy="0"/>
        </a:xfrm>
      </p:grpSpPr>
      <p:pic>
        <p:nvPicPr>
          <p:cNvPr id="1395" name="Google Shape;1395;p10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96" name="Google Shape;1396;p108"/>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397" name="Google Shape;1397;p108"/>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398" name="Google Shape;1398;p108"/>
          <p:cNvGrpSpPr/>
          <p:nvPr/>
        </p:nvGrpSpPr>
        <p:grpSpPr>
          <a:xfrm>
            <a:off x="0" y="-859375"/>
            <a:ext cx="9504775" cy="6608225"/>
            <a:chOff x="0" y="-859375"/>
            <a:chExt cx="9504775" cy="6608225"/>
          </a:xfrm>
        </p:grpSpPr>
        <p:grpSp>
          <p:nvGrpSpPr>
            <p:cNvPr id="1399" name="Google Shape;1399;p108"/>
            <p:cNvGrpSpPr/>
            <p:nvPr/>
          </p:nvGrpSpPr>
          <p:grpSpPr>
            <a:xfrm flipH="1">
              <a:off x="5129400" y="4543750"/>
              <a:ext cx="4014600" cy="1205100"/>
              <a:chOff x="150" y="4543750"/>
              <a:chExt cx="4014600" cy="1205100"/>
            </a:xfrm>
          </p:grpSpPr>
          <p:sp>
            <p:nvSpPr>
              <p:cNvPr id="1400" name="Google Shape;1400;p108"/>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01" name="Google Shape;1401;p108"/>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02" name="Google Shape;1402;p108"/>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03" name="Google Shape;1403;p108"/>
            <p:cNvGrpSpPr/>
            <p:nvPr/>
          </p:nvGrpSpPr>
          <p:grpSpPr>
            <a:xfrm flipH="1">
              <a:off x="0" y="-859375"/>
              <a:ext cx="2489300" cy="1740000"/>
              <a:chOff x="6148925" y="-872075"/>
              <a:chExt cx="2489300" cy="1740000"/>
            </a:xfrm>
          </p:grpSpPr>
          <p:sp>
            <p:nvSpPr>
              <p:cNvPr id="1404" name="Google Shape;1404;p10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05" name="Google Shape;1405;p10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406" name="Google Shape;1406;p108"/>
          <p:cNvGrpSpPr/>
          <p:nvPr/>
        </p:nvGrpSpPr>
        <p:grpSpPr>
          <a:xfrm>
            <a:off x="-736999" y="-445900"/>
            <a:ext cx="10033401" cy="5589398"/>
            <a:chOff x="-736999" y="-445900"/>
            <a:chExt cx="10033401" cy="5589398"/>
          </a:xfrm>
        </p:grpSpPr>
        <p:pic>
          <p:nvPicPr>
            <p:cNvPr id="1407" name="Google Shape;1407;p108"/>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1408" name="Google Shape;1408;p108"/>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09" name="Shape 1409"/>
        <p:cNvGrpSpPr/>
        <p:nvPr/>
      </p:nvGrpSpPr>
      <p:grpSpPr>
        <a:xfrm>
          <a:off x="0" y="0"/>
          <a:ext cx="0" cy="0"/>
          <a:chOff x="0" y="0"/>
          <a:chExt cx="0" cy="0"/>
        </a:xfrm>
      </p:grpSpPr>
      <p:sp>
        <p:nvSpPr>
          <p:cNvPr id="1410" name="Google Shape;1410;p109"/>
          <p:cNvSpPr/>
          <p:nvPr>
            <p:ph idx="2" type="pic"/>
          </p:nvPr>
        </p:nvSpPr>
        <p:spPr>
          <a:xfrm>
            <a:off x="-25" y="-13725"/>
            <a:ext cx="9144000" cy="5157300"/>
          </a:xfrm>
          <a:prstGeom prst="rect">
            <a:avLst/>
          </a:prstGeom>
          <a:noFill/>
          <a:ln>
            <a:noFill/>
          </a:ln>
        </p:spPr>
      </p:sp>
      <p:sp>
        <p:nvSpPr>
          <p:cNvPr id="1411" name="Google Shape;1411;p109"/>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2" name="Shape 1412"/>
        <p:cNvGrpSpPr/>
        <p:nvPr/>
      </p:nvGrpSpPr>
      <p:grpSpPr>
        <a:xfrm>
          <a:off x="0" y="0"/>
          <a:ext cx="0" cy="0"/>
          <a:chOff x="0" y="0"/>
          <a:chExt cx="0" cy="0"/>
        </a:xfrm>
      </p:grpSpPr>
      <p:pic>
        <p:nvPicPr>
          <p:cNvPr id="1413" name="Google Shape;1413;p11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14" name="Google Shape;1414;p110"/>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15" name="Google Shape;1415;p110"/>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416" name="Google Shape;1416;p110"/>
          <p:cNvGrpSpPr/>
          <p:nvPr/>
        </p:nvGrpSpPr>
        <p:grpSpPr>
          <a:xfrm>
            <a:off x="-601700" y="-872075"/>
            <a:ext cx="10705100" cy="5548225"/>
            <a:chOff x="-601700" y="-872075"/>
            <a:chExt cx="10705100" cy="5548225"/>
          </a:xfrm>
        </p:grpSpPr>
        <p:sp>
          <p:nvSpPr>
            <p:cNvPr id="1417" name="Google Shape;1417;p11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18" name="Google Shape;1418;p110"/>
            <p:cNvGrpSpPr/>
            <p:nvPr/>
          </p:nvGrpSpPr>
          <p:grpSpPr>
            <a:xfrm rot="5400000">
              <a:off x="-2006450" y="1404750"/>
              <a:ext cx="4014600" cy="1205100"/>
              <a:chOff x="150" y="4543750"/>
              <a:chExt cx="4014600" cy="1205100"/>
            </a:xfrm>
          </p:grpSpPr>
          <p:sp>
            <p:nvSpPr>
              <p:cNvPr id="1419" name="Google Shape;1419;p11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20" name="Google Shape;1420;p110"/>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421" name="Google Shape;1421;p110"/>
            <p:cNvGrpSpPr/>
            <p:nvPr/>
          </p:nvGrpSpPr>
          <p:grpSpPr>
            <a:xfrm>
              <a:off x="6148925" y="-872075"/>
              <a:ext cx="2489300" cy="1740000"/>
              <a:chOff x="6148925" y="-872075"/>
              <a:chExt cx="2489300" cy="1740000"/>
            </a:xfrm>
          </p:grpSpPr>
          <p:sp>
            <p:nvSpPr>
              <p:cNvPr id="1422" name="Google Shape;1422;p11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23" name="Google Shape;1423;p11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424" name="Google Shape;1424;p110"/>
          <p:cNvGrpSpPr/>
          <p:nvPr/>
        </p:nvGrpSpPr>
        <p:grpSpPr>
          <a:xfrm>
            <a:off x="-100888" y="2838714"/>
            <a:ext cx="9155766" cy="2341969"/>
            <a:chOff x="-100888" y="2838714"/>
            <a:chExt cx="9155766" cy="2341969"/>
          </a:xfrm>
        </p:grpSpPr>
        <p:grpSp>
          <p:nvGrpSpPr>
            <p:cNvPr id="1425" name="Google Shape;1425;p110"/>
            <p:cNvGrpSpPr/>
            <p:nvPr/>
          </p:nvGrpSpPr>
          <p:grpSpPr>
            <a:xfrm>
              <a:off x="8206512" y="4230524"/>
              <a:ext cx="848365" cy="950159"/>
              <a:chOff x="41662" y="277999"/>
              <a:chExt cx="848365" cy="950159"/>
            </a:xfrm>
          </p:grpSpPr>
          <p:pic>
            <p:nvPicPr>
              <p:cNvPr id="1426" name="Google Shape;1426;p11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427" name="Google Shape;1427;p11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428" name="Google Shape;1428;p11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429" name="Google Shape;1429;p110"/>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430" name="Shape 1430"/>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31" name="Shape 1431"/>
        <p:cNvGrpSpPr/>
        <p:nvPr/>
      </p:nvGrpSpPr>
      <p:grpSpPr>
        <a:xfrm>
          <a:off x="0" y="0"/>
          <a:ext cx="0" cy="0"/>
          <a:chOff x="0" y="0"/>
          <a:chExt cx="0" cy="0"/>
        </a:xfrm>
      </p:grpSpPr>
      <p:pic>
        <p:nvPicPr>
          <p:cNvPr id="1432" name="Google Shape;1432;p112"/>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433" name="Google Shape;1433;p112"/>
          <p:cNvGrpSpPr/>
          <p:nvPr/>
        </p:nvGrpSpPr>
        <p:grpSpPr>
          <a:xfrm>
            <a:off x="7033266" y="-738725"/>
            <a:ext cx="2110732" cy="1475400"/>
            <a:chOff x="7033266" y="-738725"/>
            <a:chExt cx="2110732" cy="1475400"/>
          </a:xfrm>
        </p:grpSpPr>
        <p:sp>
          <p:nvSpPr>
            <p:cNvPr id="1434" name="Google Shape;1434;p112"/>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35" name="Google Shape;1435;p112"/>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36" name="Google Shape;1436;p11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37" name="Google Shape;1437;p112"/>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38" name="Google Shape;1438;p112"/>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39" name="Google Shape;1439;p112"/>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440" name="Google Shape;1440;p112"/>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41" name="Google Shape;1441;p112"/>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42" name="Google Shape;1442;p112"/>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443" name="Google Shape;1443;p112"/>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44" name="Google Shape;1444;p112"/>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45" name="Google Shape;1445;p112"/>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446" name="Google Shape;1446;p112"/>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47" name="Google Shape;1447;p112"/>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48" name="Google Shape;1448;p112"/>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1449" name="Google Shape;1449;p112"/>
          <p:cNvGrpSpPr/>
          <p:nvPr/>
        </p:nvGrpSpPr>
        <p:grpSpPr>
          <a:xfrm>
            <a:off x="2" y="156617"/>
            <a:ext cx="9096298" cy="4929890"/>
            <a:chOff x="2" y="156617"/>
            <a:chExt cx="9096298" cy="4929890"/>
          </a:xfrm>
        </p:grpSpPr>
        <p:grpSp>
          <p:nvGrpSpPr>
            <p:cNvPr id="1450" name="Google Shape;1450;p112"/>
            <p:cNvGrpSpPr/>
            <p:nvPr/>
          </p:nvGrpSpPr>
          <p:grpSpPr>
            <a:xfrm>
              <a:off x="2" y="156617"/>
              <a:ext cx="719987" cy="944360"/>
              <a:chOff x="2" y="156617"/>
              <a:chExt cx="719987" cy="944360"/>
            </a:xfrm>
          </p:grpSpPr>
          <p:pic>
            <p:nvPicPr>
              <p:cNvPr id="1451" name="Google Shape;1451;p11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452" name="Google Shape;1452;p11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453" name="Google Shape;1453;p112"/>
            <p:cNvGrpSpPr/>
            <p:nvPr/>
          </p:nvGrpSpPr>
          <p:grpSpPr>
            <a:xfrm>
              <a:off x="7993862" y="4509341"/>
              <a:ext cx="1102438" cy="577167"/>
              <a:chOff x="7993862" y="4509341"/>
              <a:chExt cx="1102438" cy="577167"/>
            </a:xfrm>
          </p:grpSpPr>
          <p:pic>
            <p:nvPicPr>
              <p:cNvPr id="1454" name="Google Shape;1454;p112"/>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1455" name="Google Shape;1455;p112"/>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56" name="Shape 1456"/>
        <p:cNvGrpSpPr/>
        <p:nvPr/>
      </p:nvGrpSpPr>
      <p:grpSpPr>
        <a:xfrm>
          <a:off x="0" y="0"/>
          <a:ext cx="0" cy="0"/>
          <a:chOff x="0" y="0"/>
          <a:chExt cx="0" cy="0"/>
        </a:xfrm>
      </p:grpSpPr>
      <p:pic>
        <p:nvPicPr>
          <p:cNvPr id="1457" name="Google Shape;1457;p11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58" name="Google Shape;1458;p113"/>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459" name="Google Shape;1459;p113"/>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1460" name="Google Shape;1460;p113"/>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1461" name="Google Shape;1461;p113"/>
          <p:cNvGrpSpPr/>
          <p:nvPr/>
        </p:nvGrpSpPr>
        <p:grpSpPr>
          <a:xfrm>
            <a:off x="0" y="-859375"/>
            <a:ext cx="9755475" cy="6421100"/>
            <a:chOff x="0" y="-859375"/>
            <a:chExt cx="9755475" cy="6421100"/>
          </a:xfrm>
        </p:grpSpPr>
        <p:sp>
          <p:nvSpPr>
            <p:cNvPr id="1462" name="Google Shape;1462;p113"/>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63" name="Google Shape;1463;p113"/>
            <p:cNvGrpSpPr/>
            <p:nvPr/>
          </p:nvGrpSpPr>
          <p:grpSpPr>
            <a:xfrm flipH="1">
              <a:off x="0" y="-859375"/>
              <a:ext cx="2489300" cy="1740000"/>
              <a:chOff x="6148925" y="-872075"/>
              <a:chExt cx="2489300" cy="1740000"/>
            </a:xfrm>
          </p:grpSpPr>
          <p:sp>
            <p:nvSpPr>
              <p:cNvPr id="1464" name="Google Shape;1464;p11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65" name="Google Shape;1465;p11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66" name="Google Shape;1466;p113"/>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467" name="Shape 1467"/>
        <p:cNvGrpSpPr/>
        <p:nvPr/>
      </p:nvGrpSpPr>
      <p:grpSpPr>
        <a:xfrm>
          <a:off x="0" y="0"/>
          <a:ext cx="0" cy="0"/>
          <a:chOff x="0" y="0"/>
          <a:chExt cx="0" cy="0"/>
        </a:xfrm>
      </p:grpSpPr>
      <p:pic>
        <p:nvPicPr>
          <p:cNvPr id="1468" name="Google Shape;1468;p11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469" name="Google Shape;1469;p114"/>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70" name="Google Shape;1470;p114"/>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71" name="Google Shape;1471;p114"/>
          <p:cNvSpPr/>
          <p:nvPr>
            <p:ph idx="2" type="pic"/>
          </p:nvPr>
        </p:nvSpPr>
        <p:spPr>
          <a:xfrm>
            <a:off x="4898950" y="533875"/>
            <a:ext cx="3489000" cy="4075800"/>
          </a:xfrm>
          <a:prstGeom prst="roundRect">
            <a:avLst>
              <a:gd fmla="val 18268" name="adj"/>
            </a:avLst>
          </a:prstGeom>
          <a:noFill/>
          <a:ln>
            <a:noFill/>
          </a:ln>
        </p:spPr>
      </p:sp>
      <p:grpSp>
        <p:nvGrpSpPr>
          <p:cNvPr id="1472" name="Google Shape;1472;p114"/>
          <p:cNvGrpSpPr/>
          <p:nvPr/>
        </p:nvGrpSpPr>
        <p:grpSpPr>
          <a:xfrm rot="5400000">
            <a:off x="-2006450" y="1404750"/>
            <a:ext cx="4014600" cy="1205100"/>
            <a:chOff x="150" y="4543750"/>
            <a:chExt cx="4014600" cy="1205100"/>
          </a:xfrm>
        </p:grpSpPr>
        <p:sp>
          <p:nvSpPr>
            <p:cNvPr id="1473" name="Google Shape;1473;p11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74" name="Google Shape;1474;p11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475" name="Shape 1475"/>
        <p:cNvGrpSpPr/>
        <p:nvPr/>
      </p:nvGrpSpPr>
      <p:grpSpPr>
        <a:xfrm>
          <a:off x="0" y="0"/>
          <a:ext cx="0" cy="0"/>
          <a:chOff x="0" y="0"/>
          <a:chExt cx="0" cy="0"/>
        </a:xfrm>
      </p:grpSpPr>
      <p:pic>
        <p:nvPicPr>
          <p:cNvPr id="1476" name="Google Shape;1476;p11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477" name="Google Shape;1477;p115"/>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78" name="Google Shape;1478;p115"/>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479" name="Google Shape;1479;p115"/>
          <p:cNvGrpSpPr/>
          <p:nvPr/>
        </p:nvGrpSpPr>
        <p:grpSpPr>
          <a:xfrm>
            <a:off x="0" y="-859375"/>
            <a:ext cx="9755475" cy="6421100"/>
            <a:chOff x="0" y="-859375"/>
            <a:chExt cx="9755475" cy="6421100"/>
          </a:xfrm>
        </p:grpSpPr>
        <p:sp>
          <p:nvSpPr>
            <p:cNvPr id="1480" name="Google Shape;1480;p115"/>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81" name="Google Shape;1481;p115"/>
            <p:cNvGrpSpPr/>
            <p:nvPr/>
          </p:nvGrpSpPr>
          <p:grpSpPr>
            <a:xfrm flipH="1">
              <a:off x="0" y="-859375"/>
              <a:ext cx="2489300" cy="1740000"/>
              <a:chOff x="6148925" y="-872075"/>
              <a:chExt cx="2489300" cy="1740000"/>
            </a:xfrm>
          </p:grpSpPr>
          <p:sp>
            <p:nvSpPr>
              <p:cNvPr id="1482" name="Google Shape;1482;p11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83" name="Google Shape;1483;p11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84" name="Google Shape;1484;p115"/>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485" name="Shape 1485"/>
        <p:cNvGrpSpPr/>
        <p:nvPr/>
      </p:nvGrpSpPr>
      <p:grpSpPr>
        <a:xfrm>
          <a:off x="0" y="0"/>
          <a:ext cx="0" cy="0"/>
          <a:chOff x="0" y="0"/>
          <a:chExt cx="0" cy="0"/>
        </a:xfrm>
      </p:grpSpPr>
      <p:pic>
        <p:nvPicPr>
          <p:cNvPr id="1486" name="Google Shape;1486;p11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87" name="Google Shape;1487;p116"/>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88" name="Google Shape;1488;p116"/>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489" name="Google Shape;1489;p116"/>
          <p:cNvGrpSpPr/>
          <p:nvPr/>
        </p:nvGrpSpPr>
        <p:grpSpPr>
          <a:xfrm>
            <a:off x="-601700" y="0"/>
            <a:ext cx="10705100" cy="4676150"/>
            <a:chOff x="-601700" y="0"/>
            <a:chExt cx="10705100" cy="4676150"/>
          </a:xfrm>
        </p:grpSpPr>
        <p:sp>
          <p:nvSpPr>
            <p:cNvPr id="1490" name="Google Shape;1490;p11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91" name="Google Shape;1491;p116"/>
            <p:cNvGrpSpPr/>
            <p:nvPr/>
          </p:nvGrpSpPr>
          <p:grpSpPr>
            <a:xfrm rot="5400000">
              <a:off x="-2006450" y="1404750"/>
              <a:ext cx="4014600" cy="1205100"/>
              <a:chOff x="150" y="4543750"/>
              <a:chExt cx="4014600" cy="1205100"/>
            </a:xfrm>
          </p:grpSpPr>
          <p:sp>
            <p:nvSpPr>
              <p:cNvPr id="1492" name="Google Shape;1492;p11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93" name="Google Shape;1493;p11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494" name="Google Shape;1494;p116"/>
          <p:cNvGrpSpPr/>
          <p:nvPr/>
        </p:nvGrpSpPr>
        <p:grpSpPr>
          <a:xfrm>
            <a:off x="8206512" y="4230524"/>
            <a:ext cx="848365" cy="950159"/>
            <a:chOff x="41662" y="277999"/>
            <a:chExt cx="848365" cy="950159"/>
          </a:xfrm>
        </p:grpSpPr>
        <p:pic>
          <p:nvPicPr>
            <p:cNvPr id="1495" name="Google Shape;1495;p11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496" name="Google Shape;1496;p11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497" name="Google Shape;1497;p11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498" name="Shape 1498"/>
        <p:cNvGrpSpPr/>
        <p:nvPr/>
      </p:nvGrpSpPr>
      <p:grpSpPr>
        <a:xfrm>
          <a:off x="0" y="0"/>
          <a:ext cx="0" cy="0"/>
          <a:chOff x="0" y="0"/>
          <a:chExt cx="0" cy="0"/>
        </a:xfrm>
      </p:grpSpPr>
      <p:pic>
        <p:nvPicPr>
          <p:cNvPr id="1499" name="Google Shape;1499;p11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00" name="Google Shape;1500;p1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01" name="Google Shape;1501;p117"/>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02" name="Google Shape;1502;p117"/>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03" name="Google Shape;1503;p117"/>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04" name="Google Shape;1504;p117"/>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505" name="Google Shape;1505;p117"/>
          <p:cNvGrpSpPr/>
          <p:nvPr/>
        </p:nvGrpSpPr>
        <p:grpSpPr>
          <a:xfrm>
            <a:off x="-501600" y="128825"/>
            <a:ext cx="10252550" cy="5418500"/>
            <a:chOff x="-501600" y="128825"/>
            <a:chExt cx="10252550" cy="5418500"/>
          </a:xfrm>
        </p:grpSpPr>
        <p:sp>
          <p:nvSpPr>
            <p:cNvPr id="1506" name="Google Shape;1506;p117"/>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07" name="Google Shape;1507;p117"/>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08" name="Google Shape;1508;p117"/>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09" name="Google Shape;1509;p117"/>
          <p:cNvGrpSpPr/>
          <p:nvPr/>
        </p:nvGrpSpPr>
        <p:grpSpPr>
          <a:xfrm>
            <a:off x="2" y="156617"/>
            <a:ext cx="9088698" cy="4882915"/>
            <a:chOff x="2" y="156617"/>
            <a:chExt cx="9088698" cy="4882915"/>
          </a:xfrm>
        </p:grpSpPr>
        <p:grpSp>
          <p:nvGrpSpPr>
            <p:cNvPr id="1510" name="Google Shape;1510;p117"/>
            <p:cNvGrpSpPr/>
            <p:nvPr/>
          </p:nvGrpSpPr>
          <p:grpSpPr>
            <a:xfrm>
              <a:off x="2" y="156617"/>
              <a:ext cx="719987" cy="944360"/>
              <a:chOff x="2" y="156617"/>
              <a:chExt cx="719987" cy="944360"/>
            </a:xfrm>
          </p:grpSpPr>
          <p:pic>
            <p:nvPicPr>
              <p:cNvPr id="1511" name="Google Shape;1511;p11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12" name="Google Shape;1512;p11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13" name="Google Shape;1513;p117"/>
            <p:cNvGrpSpPr/>
            <p:nvPr/>
          </p:nvGrpSpPr>
          <p:grpSpPr>
            <a:xfrm>
              <a:off x="7986262" y="4462366"/>
              <a:ext cx="1102438" cy="577167"/>
              <a:chOff x="359837" y="4401391"/>
              <a:chExt cx="1102438" cy="577167"/>
            </a:xfrm>
          </p:grpSpPr>
          <p:pic>
            <p:nvPicPr>
              <p:cNvPr id="1514" name="Google Shape;1514;p11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15" name="Google Shape;1515;p11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516" name="Shape 1516"/>
        <p:cNvGrpSpPr/>
        <p:nvPr/>
      </p:nvGrpSpPr>
      <p:grpSpPr>
        <a:xfrm>
          <a:off x="0" y="0"/>
          <a:ext cx="0" cy="0"/>
          <a:chOff x="0" y="0"/>
          <a:chExt cx="0" cy="0"/>
        </a:xfrm>
      </p:grpSpPr>
      <p:pic>
        <p:nvPicPr>
          <p:cNvPr id="1517" name="Google Shape;1517;p11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18" name="Google Shape;1518;p1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19" name="Google Shape;1519;p118"/>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20" name="Google Shape;1520;p118"/>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521" name="Google Shape;1521;p118"/>
          <p:cNvGrpSpPr/>
          <p:nvPr/>
        </p:nvGrpSpPr>
        <p:grpSpPr>
          <a:xfrm>
            <a:off x="275000" y="0"/>
            <a:ext cx="9374500" cy="5748850"/>
            <a:chOff x="275000" y="0"/>
            <a:chExt cx="9374500" cy="5748850"/>
          </a:xfrm>
        </p:grpSpPr>
        <p:sp>
          <p:nvSpPr>
            <p:cNvPr id="1522" name="Google Shape;1522;p11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23" name="Google Shape;1523;p118"/>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24" name="Google Shape;1524;p118"/>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25" name="Google Shape;1525;p118"/>
          <p:cNvGrpSpPr/>
          <p:nvPr/>
        </p:nvGrpSpPr>
        <p:grpSpPr>
          <a:xfrm>
            <a:off x="2" y="156617"/>
            <a:ext cx="9088698" cy="4882915"/>
            <a:chOff x="2" y="156617"/>
            <a:chExt cx="9088698" cy="4882915"/>
          </a:xfrm>
        </p:grpSpPr>
        <p:grpSp>
          <p:nvGrpSpPr>
            <p:cNvPr id="1526" name="Google Shape;1526;p118"/>
            <p:cNvGrpSpPr/>
            <p:nvPr/>
          </p:nvGrpSpPr>
          <p:grpSpPr>
            <a:xfrm>
              <a:off x="2" y="156617"/>
              <a:ext cx="719987" cy="944360"/>
              <a:chOff x="2" y="156617"/>
              <a:chExt cx="719987" cy="944360"/>
            </a:xfrm>
          </p:grpSpPr>
          <p:pic>
            <p:nvPicPr>
              <p:cNvPr id="1527" name="Google Shape;1527;p11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28" name="Google Shape;1528;p11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29" name="Google Shape;1529;p118"/>
            <p:cNvGrpSpPr/>
            <p:nvPr/>
          </p:nvGrpSpPr>
          <p:grpSpPr>
            <a:xfrm>
              <a:off x="7986262" y="4462366"/>
              <a:ext cx="1102438" cy="577167"/>
              <a:chOff x="359837" y="4401391"/>
              <a:chExt cx="1102438" cy="577167"/>
            </a:xfrm>
          </p:grpSpPr>
          <p:pic>
            <p:nvPicPr>
              <p:cNvPr id="1530" name="Google Shape;1530;p11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31" name="Google Shape;1531;p11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32" name="Shape 1532"/>
        <p:cNvGrpSpPr/>
        <p:nvPr/>
      </p:nvGrpSpPr>
      <p:grpSpPr>
        <a:xfrm>
          <a:off x="0" y="0"/>
          <a:ext cx="0" cy="0"/>
          <a:chOff x="0" y="0"/>
          <a:chExt cx="0" cy="0"/>
        </a:xfrm>
      </p:grpSpPr>
      <p:pic>
        <p:nvPicPr>
          <p:cNvPr id="1533" name="Google Shape;1533;p11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34" name="Google Shape;1534;p1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35" name="Google Shape;1535;p119"/>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6" name="Google Shape;1536;p119"/>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7" name="Google Shape;1537;p119"/>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8" name="Google Shape;1538;p119"/>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39" name="Google Shape;1539;p119"/>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40" name="Google Shape;1540;p119"/>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541" name="Google Shape;1541;p119"/>
          <p:cNvGrpSpPr/>
          <p:nvPr/>
        </p:nvGrpSpPr>
        <p:grpSpPr>
          <a:xfrm>
            <a:off x="-601700" y="0"/>
            <a:ext cx="10705100" cy="4676150"/>
            <a:chOff x="-601700" y="0"/>
            <a:chExt cx="10705100" cy="4676150"/>
          </a:xfrm>
        </p:grpSpPr>
        <p:sp>
          <p:nvSpPr>
            <p:cNvPr id="1542" name="Google Shape;1542;p11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543" name="Google Shape;1543;p119"/>
            <p:cNvGrpSpPr/>
            <p:nvPr/>
          </p:nvGrpSpPr>
          <p:grpSpPr>
            <a:xfrm rot="5400000">
              <a:off x="-2006450" y="1404750"/>
              <a:ext cx="4014600" cy="1205100"/>
              <a:chOff x="150" y="4543750"/>
              <a:chExt cx="4014600" cy="1205100"/>
            </a:xfrm>
          </p:grpSpPr>
          <p:sp>
            <p:nvSpPr>
              <p:cNvPr id="1544" name="Google Shape;1544;p11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45" name="Google Shape;1545;p11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546" name="Google Shape;1546;p119"/>
          <p:cNvGrpSpPr/>
          <p:nvPr/>
        </p:nvGrpSpPr>
        <p:grpSpPr>
          <a:xfrm>
            <a:off x="2" y="156617"/>
            <a:ext cx="9054876" cy="5024066"/>
            <a:chOff x="2" y="156617"/>
            <a:chExt cx="9054876" cy="5024066"/>
          </a:xfrm>
        </p:grpSpPr>
        <p:grpSp>
          <p:nvGrpSpPr>
            <p:cNvPr id="1547" name="Google Shape;1547;p119"/>
            <p:cNvGrpSpPr/>
            <p:nvPr/>
          </p:nvGrpSpPr>
          <p:grpSpPr>
            <a:xfrm>
              <a:off x="8206512" y="4230524"/>
              <a:ext cx="848365" cy="950159"/>
              <a:chOff x="41662" y="277999"/>
              <a:chExt cx="848365" cy="950159"/>
            </a:xfrm>
          </p:grpSpPr>
          <p:pic>
            <p:nvPicPr>
              <p:cNvPr id="1548" name="Google Shape;1548;p11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549" name="Google Shape;1549;p11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550" name="Google Shape;1550;p11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1551" name="Google Shape;1551;p119"/>
            <p:cNvGrpSpPr/>
            <p:nvPr/>
          </p:nvGrpSpPr>
          <p:grpSpPr>
            <a:xfrm>
              <a:off x="2" y="156617"/>
              <a:ext cx="719987" cy="944360"/>
              <a:chOff x="2" y="156617"/>
              <a:chExt cx="719987" cy="944360"/>
            </a:xfrm>
          </p:grpSpPr>
          <p:pic>
            <p:nvPicPr>
              <p:cNvPr id="1552" name="Google Shape;1552;p11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53" name="Google Shape;1553;p11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554" name="Shape 1554"/>
        <p:cNvGrpSpPr/>
        <p:nvPr/>
      </p:nvGrpSpPr>
      <p:grpSpPr>
        <a:xfrm>
          <a:off x="0" y="0"/>
          <a:ext cx="0" cy="0"/>
          <a:chOff x="0" y="0"/>
          <a:chExt cx="0" cy="0"/>
        </a:xfrm>
      </p:grpSpPr>
      <p:pic>
        <p:nvPicPr>
          <p:cNvPr id="1555" name="Google Shape;1555;p120"/>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556" name="Google Shape;1556;p120"/>
          <p:cNvGrpSpPr/>
          <p:nvPr/>
        </p:nvGrpSpPr>
        <p:grpSpPr>
          <a:xfrm>
            <a:off x="5129400" y="0"/>
            <a:ext cx="4520100" cy="5547325"/>
            <a:chOff x="5129400" y="0"/>
            <a:chExt cx="4520100" cy="5547325"/>
          </a:xfrm>
        </p:grpSpPr>
        <p:sp>
          <p:nvSpPr>
            <p:cNvPr id="1557" name="Google Shape;1557;p12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58" name="Google Shape;1558;p120"/>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59" name="Google Shape;1559;p120"/>
          <p:cNvGrpSpPr/>
          <p:nvPr/>
        </p:nvGrpSpPr>
        <p:grpSpPr>
          <a:xfrm>
            <a:off x="2" y="156617"/>
            <a:ext cx="9088698" cy="4882915"/>
            <a:chOff x="2" y="156617"/>
            <a:chExt cx="9088698" cy="4882915"/>
          </a:xfrm>
        </p:grpSpPr>
        <p:grpSp>
          <p:nvGrpSpPr>
            <p:cNvPr id="1560" name="Google Shape;1560;p120"/>
            <p:cNvGrpSpPr/>
            <p:nvPr/>
          </p:nvGrpSpPr>
          <p:grpSpPr>
            <a:xfrm>
              <a:off x="2" y="156617"/>
              <a:ext cx="719987" cy="944360"/>
              <a:chOff x="2" y="156617"/>
              <a:chExt cx="719987" cy="944360"/>
            </a:xfrm>
          </p:grpSpPr>
          <p:pic>
            <p:nvPicPr>
              <p:cNvPr id="1561" name="Google Shape;1561;p12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62" name="Google Shape;1562;p12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63" name="Google Shape;1563;p120"/>
            <p:cNvGrpSpPr/>
            <p:nvPr/>
          </p:nvGrpSpPr>
          <p:grpSpPr>
            <a:xfrm>
              <a:off x="7986262" y="4462366"/>
              <a:ext cx="1102438" cy="577167"/>
              <a:chOff x="359837" y="4401391"/>
              <a:chExt cx="1102438" cy="577167"/>
            </a:xfrm>
          </p:grpSpPr>
          <p:pic>
            <p:nvPicPr>
              <p:cNvPr id="1564" name="Google Shape;1564;p12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65" name="Google Shape;1565;p12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1566" name="Google Shape;1566;p1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67" name="Google Shape;1567;p120"/>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68" name="Google Shape;1568;p120"/>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69" name="Google Shape;1569;p120"/>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70" name="Google Shape;1570;p120"/>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71" name="Google Shape;1571;p120"/>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72" name="Google Shape;1572;p120"/>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73" name="Google Shape;1573;p120"/>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74" name="Google Shape;1574;p120"/>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1575" name="Shape 1575"/>
        <p:cNvGrpSpPr/>
        <p:nvPr/>
      </p:nvGrpSpPr>
      <p:grpSpPr>
        <a:xfrm>
          <a:off x="0" y="0"/>
          <a:ext cx="0" cy="0"/>
          <a:chOff x="0" y="0"/>
          <a:chExt cx="0" cy="0"/>
        </a:xfrm>
      </p:grpSpPr>
      <p:pic>
        <p:nvPicPr>
          <p:cNvPr id="1576" name="Google Shape;1576;p12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77" name="Google Shape;1577;p1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78" name="Google Shape;1578;p121"/>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79" name="Google Shape;1579;p121"/>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0" name="Google Shape;1580;p121"/>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1" name="Google Shape;1581;p121"/>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2" name="Google Shape;1582;p121"/>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3" name="Google Shape;1583;p121"/>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4" name="Google Shape;1584;p121"/>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5" name="Google Shape;1585;p121"/>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6" name="Google Shape;1586;p121"/>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7" name="Google Shape;1587;p121"/>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588" name="Google Shape;1588;p121"/>
          <p:cNvGrpSpPr/>
          <p:nvPr/>
        </p:nvGrpSpPr>
        <p:grpSpPr>
          <a:xfrm>
            <a:off x="2" y="156617"/>
            <a:ext cx="719987" cy="944360"/>
            <a:chOff x="2" y="156617"/>
            <a:chExt cx="719987" cy="944360"/>
          </a:xfrm>
        </p:grpSpPr>
        <p:pic>
          <p:nvPicPr>
            <p:cNvPr id="1589" name="Google Shape;1589;p12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90" name="Google Shape;1590;p12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91" name="Google Shape;1591;p121"/>
          <p:cNvGrpSpPr/>
          <p:nvPr/>
        </p:nvGrpSpPr>
        <p:grpSpPr>
          <a:xfrm>
            <a:off x="0" y="2817900"/>
            <a:ext cx="9640900" cy="2932900"/>
            <a:chOff x="0" y="2817900"/>
            <a:chExt cx="9640900" cy="2932900"/>
          </a:xfrm>
        </p:grpSpPr>
        <p:sp>
          <p:nvSpPr>
            <p:cNvPr id="1592" name="Google Shape;1592;p121"/>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93" name="Google Shape;1593;p121"/>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94" name="Google Shape;1594;p121"/>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595" name="Shape 1595"/>
        <p:cNvGrpSpPr/>
        <p:nvPr/>
      </p:nvGrpSpPr>
      <p:grpSpPr>
        <a:xfrm>
          <a:off x="0" y="0"/>
          <a:ext cx="0" cy="0"/>
          <a:chOff x="0" y="0"/>
          <a:chExt cx="0" cy="0"/>
        </a:xfrm>
      </p:grpSpPr>
      <p:pic>
        <p:nvPicPr>
          <p:cNvPr id="1596" name="Google Shape;1596;p12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97" name="Google Shape;1597;p1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98" name="Google Shape;1598;p122"/>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99" name="Google Shape;1599;p122"/>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0" name="Google Shape;1600;p122"/>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1" name="Google Shape;1601;p122"/>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2" name="Google Shape;1602;p122"/>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3" name="Google Shape;1603;p122"/>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4" name="Google Shape;1604;p122"/>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5" name="Google Shape;1605;p122"/>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6" name="Google Shape;1606;p122"/>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7" name="Google Shape;1607;p122"/>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8" name="Google Shape;1608;p122"/>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9" name="Google Shape;1609;p122"/>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610" name="Google Shape;1610;p122"/>
          <p:cNvGrpSpPr/>
          <p:nvPr/>
        </p:nvGrpSpPr>
        <p:grpSpPr>
          <a:xfrm>
            <a:off x="-501600" y="128825"/>
            <a:ext cx="10252550" cy="5418500"/>
            <a:chOff x="-501600" y="128825"/>
            <a:chExt cx="10252550" cy="5418500"/>
          </a:xfrm>
        </p:grpSpPr>
        <p:sp>
          <p:nvSpPr>
            <p:cNvPr id="1611" name="Google Shape;1611;p122"/>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12" name="Google Shape;1612;p122"/>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13" name="Google Shape;1613;p122"/>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614" name="Google Shape;1614;p122"/>
          <p:cNvGrpSpPr/>
          <p:nvPr/>
        </p:nvGrpSpPr>
        <p:grpSpPr>
          <a:xfrm>
            <a:off x="2" y="156617"/>
            <a:ext cx="9088698" cy="4882915"/>
            <a:chOff x="2" y="156617"/>
            <a:chExt cx="9088698" cy="4882915"/>
          </a:xfrm>
        </p:grpSpPr>
        <p:grpSp>
          <p:nvGrpSpPr>
            <p:cNvPr id="1615" name="Google Shape;1615;p122"/>
            <p:cNvGrpSpPr/>
            <p:nvPr/>
          </p:nvGrpSpPr>
          <p:grpSpPr>
            <a:xfrm>
              <a:off x="2" y="156617"/>
              <a:ext cx="719987" cy="944360"/>
              <a:chOff x="2" y="156617"/>
              <a:chExt cx="719987" cy="944360"/>
            </a:xfrm>
          </p:grpSpPr>
          <p:pic>
            <p:nvPicPr>
              <p:cNvPr id="1616" name="Google Shape;1616;p12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617" name="Google Shape;1617;p12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618" name="Google Shape;1618;p122"/>
            <p:cNvGrpSpPr/>
            <p:nvPr/>
          </p:nvGrpSpPr>
          <p:grpSpPr>
            <a:xfrm>
              <a:off x="7986262" y="4462366"/>
              <a:ext cx="1102438" cy="577167"/>
              <a:chOff x="359837" y="4401391"/>
              <a:chExt cx="1102438" cy="577167"/>
            </a:xfrm>
          </p:grpSpPr>
          <p:pic>
            <p:nvPicPr>
              <p:cNvPr id="1619" name="Google Shape;1619;p12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620" name="Google Shape;1620;p12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621" name="Shape 1621"/>
        <p:cNvGrpSpPr/>
        <p:nvPr/>
      </p:nvGrpSpPr>
      <p:grpSpPr>
        <a:xfrm>
          <a:off x="0" y="0"/>
          <a:ext cx="0" cy="0"/>
          <a:chOff x="0" y="0"/>
          <a:chExt cx="0" cy="0"/>
        </a:xfrm>
      </p:grpSpPr>
      <p:pic>
        <p:nvPicPr>
          <p:cNvPr id="1622" name="Google Shape;1622;p12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623" name="Google Shape;1623;p1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624" name="Google Shape;1624;p123"/>
          <p:cNvGrpSpPr/>
          <p:nvPr/>
        </p:nvGrpSpPr>
        <p:grpSpPr>
          <a:xfrm>
            <a:off x="2" y="156617"/>
            <a:ext cx="719987" cy="944360"/>
            <a:chOff x="2" y="156617"/>
            <a:chExt cx="719987" cy="944360"/>
          </a:xfrm>
        </p:grpSpPr>
        <p:pic>
          <p:nvPicPr>
            <p:cNvPr id="1625" name="Google Shape;1625;p12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626" name="Google Shape;1626;p12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627" name="Google Shape;1627;p123"/>
          <p:cNvGrpSpPr/>
          <p:nvPr/>
        </p:nvGrpSpPr>
        <p:grpSpPr>
          <a:xfrm>
            <a:off x="0" y="0"/>
            <a:ext cx="9569050" cy="5569647"/>
            <a:chOff x="0" y="0"/>
            <a:chExt cx="9569050" cy="5569647"/>
          </a:xfrm>
        </p:grpSpPr>
        <p:sp>
          <p:nvSpPr>
            <p:cNvPr id="1628" name="Google Shape;1628;p123"/>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29" name="Google Shape;1629;p123"/>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630" name="Shape 1630"/>
        <p:cNvGrpSpPr/>
        <p:nvPr/>
      </p:nvGrpSpPr>
      <p:grpSpPr>
        <a:xfrm>
          <a:off x="0" y="0"/>
          <a:ext cx="0" cy="0"/>
          <a:chOff x="0" y="0"/>
          <a:chExt cx="0" cy="0"/>
        </a:xfrm>
      </p:grpSpPr>
      <p:pic>
        <p:nvPicPr>
          <p:cNvPr id="1631" name="Google Shape;1631;p12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32" name="Google Shape;1632;p1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633" name="Google Shape;1633;p124"/>
          <p:cNvGrpSpPr/>
          <p:nvPr/>
        </p:nvGrpSpPr>
        <p:grpSpPr>
          <a:xfrm>
            <a:off x="2" y="156617"/>
            <a:ext cx="719987" cy="944360"/>
            <a:chOff x="2" y="156617"/>
            <a:chExt cx="719987" cy="944360"/>
          </a:xfrm>
        </p:grpSpPr>
        <p:pic>
          <p:nvPicPr>
            <p:cNvPr id="1634" name="Google Shape;1634;p12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635" name="Google Shape;1635;p12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636" name="Google Shape;1636;p124"/>
          <p:cNvGrpSpPr/>
          <p:nvPr/>
        </p:nvGrpSpPr>
        <p:grpSpPr>
          <a:xfrm>
            <a:off x="0" y="0"/>
            <a:ext cx="9569050" cy="5569647"/>
            <a:chOff x="0" y="0"/>
            <a:chExt cx="9569050" cy="5569647"/>
          </a:xfrm>
        </p:grpSpPr>
        <p:sp>
          <p:nvSpPr>
            <p:cNvPr id="1637" name="Google Shape;1637;p124"/>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38" name="Google Shape;1638;p124"/>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639" name="Shape 1639"/>
        <p:cNvGrpSpPr/>
        <p:nvPr/>
      </p:nvGrpSpPr>
      <p:grpSpPr>
        <a:xfrm>
          <a:off x="0" y="0"/>
          <a:ext cx="0" cy="0"/>
          <a:chOff x="0" y="0"/>
          <a:chExt cx="0" cy="0"/>
        </a:xfrm>
      </p:grpSpPr>
      <p:pic>
        <p:nvPicPr>
          <p:cNvPr id="1640" name="Google Shape;1640;p12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41" name="Google Shape;1641;p125"/>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642" name="Google Shape;1642;p125"/>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643" name="Google Shape;1643;p125"/>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644" name="Google Shape;1644;p125"/>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645" name="Google Shape;1645;p125"/>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646" name="Google Shape;1646;p125"/>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1647" name="Google Shape;1647;p125"/>
          <p:cNvGrpSpPr/>
          <p:nvPr/>
        </p:nvGrpSpPr>
        <p:grpSpPr>
          <a:xfrm>
            <a:off x="-601700" y="0"/>
            <a:ext cx="10705100" cy="4676150"/>
            <a:chOff x="-601700" y="0"/>
            <a:chExt cx="10705100" cy="4676150"/>
          </a:xfrm>
        </p:grpSpPr>
        <p:sp>
          <p:nvSpPr>
            <p:cNvPr id="1648" name="Google Shape;1648;p12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649" name="Google Shape;1649;p125"/>
            <p:cNvGrpSpPr/>
            <p:nvPr/>
          </p:nvGrpSpPr>
          <p:grpSpPr>
            <a:xfrm rot="5400000">
              <a:off x="-2006450" y="1404750"/>
              <a:ext cx="4014600" cy="1205100"/>
              <a:chOff x="150" y="4543750"/>
              <a:chExt cx="4014600" cy="1205100"/>
            </a:xfrm>
          </p:grpSpPr>
          <p:sp>
            <p:nvSpPr>
              <p:cNvPr id="1650" name="Google Shape;1650;p12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51" name="Google Shape;1651;p12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652" name="Google Shape;1652;p125"/>
          <p:cNvGrpSpPr/>
          <p:nvPr/>
        </p:nvGrpSpPr>
        <p:grpSpPr>
          <a:xfrm>
            <a:off x="8206512" y="4230524"/>
            <a:ext cx="848365" cy="950159"/>
            <a:chOff x="41662" y="277999"/>
            <a:chExt cx="848365" cy="950159"/>
          </a:xfrm>
        </p:grpSpPr>
        <p:pic>
          <p:nvPicPr>
            <p:cNvPr id="1653" name="Google Shape;1653;p12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654" name="Google Shape;1654;p12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655" name="Google Shape;1655;p12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656" name="Shape 1656"/>
        <p:cNvGrpSpPr/>
        <p:nvPr/>
      </p:nvGrpSpPr>
      <p:grpSpPr>
        <a:xfrm>
          <a:off x="0" y="0"/>
          <a:ext cx="0" cy="0"/>
          <a:chOff x="0" y="0"/>
          <a:chExt cx="0" cy="0"/>
        </a:xfrm>
      </p:grpSpPr>
      <p:pic>
        <p:nvPicPr>
          <p:cNvPr id="1657" name="Google Shape;1657;p126"/>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658" name="Google Shape;1658;p126"/>
          <p:cNvGrpSpPr/>
          <p:nvPr/>
        </p:nvGrpSpPr>
        <p:grpSpPr>
          <a:xfrm>
            <a:off x="-962824" y="-872075"/>
            <a:ext cx="10524450" cy="6436800"/>
            <a:chOff x="-962824" y="-872075"/>
            <a:chExt cx="10524450" cy="6436800"/>
          </a:xfrm>
        </p:grpSpPr>
        <p:sp>
          <p:nvSpPr>
            <p:cNvPr id="1659" name="Google Shape;1659;p126"/>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660" name="Google Shape;1660;p126"/>
            <p:cNvGrpSpPr/>
            <p:nvPr/>
          </p:nvGrpSpPr>
          <p:grpSpPr>
            <a:xfrm flipH="1">
              <a:off x="502351" y="-872075"/>
              <a:ext cx="2489300" cy="1740000"/>
              <a:chOff x="6148925" y="-872075"/>
              <a:chExt cx="2489300" cy="1740000"/>
            </a:xfrm>
          </p:grpSpPr>
          <p:sp>
            <p:nvSpPr>
              <p:cNvPr id="1661" name="Google Shape;1661;p12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62" name="Google Shape;1662;p12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663" name="Google Shape;1663;p126"/>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64" name="Google Shape;1664;p126"/>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665" name="Google Shape;1665;p126"/>
          <p:cNvGrpSpPr/>
          <p:nvPr/>
        </p:nvGrpSpPr>
        <p:grpSpPr>
          <a:xfrm>
            <a:off x="-962825" y="81904"/>
            <a:ext cx="10251619" cy="5069347"/>
            <a:chOff x="-962825" y="81904"/>
            <a:chExt cx="10251619" cy="5069347"/>
          </a:xfrm>
        </p:grpSpPr>
        <p:pic>
          <p:nvPicPr>
            <p:cNvPr id="1666" name="Google Shape;1666;p126"/>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667" name="Google Shape;1667;p126"/>
            <p:cNvGrpSpPr/>
            <p:nvPr/>
          </p:nvGrpSpPr>
          <p:grpSpPr>
            <a:xfrm flipH="1">
              <a:off x="7678302" y="4401391"/>
              <a:ext cx="1102438" cy="577167"/>
              <a:chOff x="359837" y="4401391"/>
              <a:chExt cx="1102438" cy="577167"/>
            </a:xfrm>
          </p:grpSpPr>
          <p:pic>
            <p:nvPicPr>
              <p:cNvPr id="1668" name="Google Shape;1668;p126"/>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669" name="Google Shape;1669;p126"/>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670" name="Google Shape;1670;p126"/>
            <p:cNvGrpSpPr/>
            <p:nvPr/>
          </p:nvGrpSpPr>
          <p:grpSpPr>
            <a:xfrm flipH="1">
              <a:off x="8100369" y="81904"/>
              <a:ext cx="1188426" cy="1227668"/>
              <a:chOff x="-7843" y="83454"/>
              <a:chExt cx="1188426" cy="1227668"/>
            </a:xfrm>
          </p:grpSpPr>
          <p:pic>
            <p:nvPicPr>
              <p:cNvPr id="1671" name="Google Shape;1671;p126"/>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672" name="Google Shape;1672;p126"/>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673" name="Google Shape;1673;p126"/>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1674" name="Google Shape;1674;p126"/>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75" name="Google Shape;1675;p126"/>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76" name="Google Shape;1676;p126"/>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677" name="Shape 1677"/>
        <p:cNvGrpSpPr/>
        <p:nvPr/>
      </p:nvGrpSpPr>
      <p:grpSpPr>
        <a:xfrm>
          <a:off x="0" y="0"/>
          <a:ext cx="0" cy="0"/>
          <a:chOff x="0" y="0"/>
          <a:chExt cx="0" cy="0"/>
        </a:xfrm>
      </p:grpSpPr>
      <p:pic>
        <p:nvPicPr>
          <p:cNvPr id="1678" name="Google Shape;1678;p127"/>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679" name="Google Shape;1679;p127"/>
          <p:cNvGrpSpPr/>
          <p:nvPr/>
        </p:nvGrpSpPr>
        <p:grpSpPr>
          <a:xfrm>
            <a:off x="0" y="-613825"/>
            <a:ext cx="9564675" cy="6140950"/>
            <a:chOff x="0" y="-613825"/>
            <a:chExt cx="9564675" cy="6140950"/>
          </a:xfrm>
        </p:grpSpPr>
        <p:sp>
          <p:nvSpPr>
            <p:cNvPr id="1680" name="Google Shape;1680;p127"/>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81" name="Google Shape;1681;p127"/>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82" name="Google Shape;1682;p127"/>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683" name="Shape 1683"/>
        <p:cNvGrpSpPr/>
        <p:nvPr/>
      </p:nvGrpSpPr>
      <p:grpSpPr>
        <a:xfrm>
          <a:off x="0" y="0"/>
          <a:ext cx="0" cy="0"/>
          <a:chOff x="0" y="0"/>
          <a:chExt cx="0" cy="0"/>
        </a:xfrm>
      </p:grpSpPr>
      <p:pic>
        <p:nvPicPr>
          <p:cNvPr id="1684" name="Google Shape;1684;p128"/>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685" name="Google Shape;1685;p128"/>
          <p:cNvGrpSpPr/>
          <p:nvPr/>
        </p:nvGrpSpPr>
        <p:grpSpPr>
          <a:xfrm>
            <a:off x="-601700" y="0"/>
            <a:ext cx="10358225" cy="5143500"/>
            <a:chOff x="-601700" y="0"/>
            <a:chExt cx="10358225" cy="5143500"/>
          </a:xfrm>
        </p:grpSpPr>
        <p:grpSp>
          <p:nvGrpSpPr>
            <p:cNvPr id="1686" name="Google Shape;1686;p128"/>
            <p:cNvGrpSpPr/>
            <p:nvPr/>
          </p:nvGrpSpPr>
          <p:grpSpPr>
            <a:xfrm rot="5400000">
              <a:off x="-2006450" y="1404750"/>
              <a:ext cx="4014600" cy="1205100"/>
              <a:chOff x="150" y="4543750"/>
              <a:chExt cx="4014600" cy="1205100"/>
            </a:xfrm>
          </p:grpSpPr>
          <p:sp>
            <p:nvSpPr>
              <p:cNvPr id="1687" name="Google Shape;1687;p12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88" name="Google Shape;1688;p12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689" name="Google Shape;1689;p128"/>
            <p:cNvGrpSpPr/>
            <p:nvPr/>
          </p:nvGrpSpPr>
          <p:grpSpPr>
            <a:xfrm rot="-5400000">
              <a:off x="7146675" y="2533650"/>
              <a:ext cx="4014600" cy="1205100"/>
              <a:chOff x="150" y="4543750"/>
              <a:chExt cx="4014600" cy="1205100"/>
            </a:xfrm>
          </p:grpSpPr>
          <p:sp>
            <p:nvSpPr>
              <p:cNvPr id="1690" name="Google Shape;1690;p128"/>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91" name="Google Shape;1691;p128"/>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95" name="Shape 1695"/>
        <p:cNvGrpSpPr/>
        <p:nvPr/>
      </p:nvGrpSpPr>
      <p:grpSpPr>
        <a:xfrm>
          <a:off x="0" y="0"/>
          <a:ext cx="0" cy="0"/>
          <a:chOff x="0" y="0"/>
          <a:chExt cx="0" cy="0"/>
        </a:xfrm>
      </p:grpSpPr>
      <p:pic>
        <p:nvPicPr>
          <p:cNvPr id="1696" name="Google Shape;1696;p13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97" name="Google Shape;1697;p130"/>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698" name="Google Shape;1698;p130"/>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699" name="Google Shape;1699;p130"/>
          <p:cNvGrpSpPr/>
          <p:nvPr/>
        </p:nvGrpSpPr>
        <p:grpSpPr>
          <a:xfrm>
            <a:off x="-421050" y="-872075"/>
            <a:ext cx="10524450" cy="6436800"/>
            <a:chOff x="-421050" y="-872075"/>
            <a:chExt cx="10524450" cy="6436800"/>
          </a:xfrm>
        </p:grpSpPr>
        <p:sp>
          <p:nvSpPr>
            <p:cNvPr id="1700" name="Google Shape;1700;p130"/>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01" name="Google Shape;1701;p130"/>
            <p:cNvGrpSpPr/>
            <p:nvPr/>
          </p:nvGrpSpPr>
          <p:grpSpPr>
            <a:xfrm>
              <a:off x="6148925" y="-872075"/>
              <a:ext cx="2489300" cy="1740000"/>
              <a:chOff x="6148925" y="-872075"/>
              <a:chExt cx="2489300" cy="1740000"/>
            </a:xfrm>
          </p:grpSpPr>
          <p:sp>
            <p:nvSpPr>
              <p:cNvPr id="1702" name="Google Shape;1702;p13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03" name="Google Shape;1703;p13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704" name="Google Shape;1704;p13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05" name="Google Shape;1705;p13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06" name="Google Shape;1706;p130"/>
          <p:cNvGrpSpPr/>
          <p:nvPr/>
        </p:nvGrpSpPr>
        <p:grpSpPr>
          <a:xfrm>
            <a:off x="-148218" y="81904"/>
            <a:ext cx="10251619" cy="5069347"/>
            <a:chOff x="-148218" y="81904"/>
            <a:chExt cx="10251619" cy="5069347"/>
          </a:xfrm>
        </p:grpSpPr>
        <p:pic>
          <p:nvPicPr>
            <p:cNvPr id="1707" name="Google Shape;1707;p130"/>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708" name="Google Shape;1708;p130"/>
            <p:cNvGrpSpPr/>
            <p:nvPr/>
          </p:nvGrpSpPr>
          <p:grpSpPr>
            <a:xfrm>
              <a:off x="359837" y="4401391"/>
              <a:ext cx="1102438" cy="577167"/>
              <a:chOff x="359837" y="4401391"/>
              <a:chExt cx="1102438" cy="577167"/>
            </a:xfrm>
          </p:grpSpPr>
          <p:pic>
            <p:nvPicPr>
              <p:cNvPr id="1709" name="Google Shape;1709;p130"/>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10" name="Google Shape;1710;p130"/>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711" name="Google Shape;1711;p130"/>
            <p:cNvGrpSpPr/>
            <p:nvPr/>
          </p:nvGrpSpPr>
          <p:grpSpPr>
            <a:xfrm>
              <a:off x="-148218" y="81904"/>
              <a:ext cx="1188426" cy="1227668"/>
              <a:chOff x="-7843" y="83454"/>
              <a:chExt cx="1188426" cy="1227668"/>
            </a:xfrm>
          </p:grpSpPr>
          <p:pic>
            <p:nvPicPr>
              <p:cNvPr id="1712" name="Google Shape;1712;p130"/>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713" name="Google Shape;1713;p130"/>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714" name="Google Shape;1714;p130"/>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15" name="Shape 1715"/>
        <p:cNvGrpSpPr/>
        <p:nvPr/>
      </p:nvGrpSpPr>
      <p:grpSpPr>
        <a:xfrm>
          <a:off x="0" y="0"/>
          <a:ext cx="0" cy="0"/>
          <a:chOff x="0" y="0"/>
          <a:chExt cx="0" cy="0"/>
        </a:xfrm>
      </p:grpSpPr>
      <p:pic>
        <p:nvPicPr>
          <p:cNvPr id="1716" name="Google Shape;1716;p13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17" name="Google Shape;1717;p131"/>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18" name="Google Shape;1718;p131"/>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1719" name="Google Shape;1719;p131"/>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720" name="Google Shape;1720;p131"/>
          <p:cNvGrpSpPr/>
          <p:nvPr/>
        </p:nvGrpSpPr>
        <p:grpSpPr>
          <a:xfrm>
            <a:off x="8206512" y="4230524"/>
            <a:ext cx="848365" cy="950159"/>
            <a:chOff x="41662" y="277999"/>
            <a:chExt cx="848365" cy="950159"/>
          </a:xfrm>
        </p:grpSpPr>
        <p:pic>
          <p:nvPicPr>
            <p:cNvPr id="1721" name="Google Shape;1721;p13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722" name="Google Shape;1722;p13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723" name="Google Shape;1723;p13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724" name="Google Shape;1724;p131"/>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1725" name="Google Shape;1725;p131"/>
          <p:cNvGrpSpPr/>
          <p:nvPr/>
        </p:nvGrpSpPr>
        <p:grpSpPr>
          <a:xfrm>
            <a:off x="-601700" y="-872075"/>
            <a:ext cx="10705100" cy="5548225"/>
            <a:chOff x="-601700" y="-872075"/>
            <a:chExt cx="10705100" cy="5548225"/>
          </a:xfrm>
        </p:grpSpPr>
        <p:sp>
          <p:nvSpPr>
            <p:cNvPr id="1726" name="Google Shape;1726;p13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27" name="Google Shape;1727;p131"/>
            <p:cNvGrpSpPr/>
            <p:nvPr/>
          </p:nvGrpSpPr>
          <p:grpSpPr>
            <a:xfrm rot="5400000">
              <a:off x="-2006450" y="1404750"/>
              <a:ext cx="4014600" cy="1205100"/>
              <a:chOff x="150" y="4543750"/>
              <a:chExt cx="4014600" cy="1205100"/>
            </a:xfrm>
          </p:grpSpPr>
          <p:sp>
            <p:nvSpPr>
              <p:cNvPr id="1728" name="Google Shape;1728;p13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29" name="Google Shape;1729;p131"/>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30" name="Google Shape;1730;p131"/>
            <p:cNvGrpSpPr/>
            <p:nvPr/>
          </p:nvGrpSpPr>
          <p:grpSpPr>
            <a:xfrm>
              <a:off x="6148925" y="-872075"/>
              <a:ext cx="2489300" cy="1740000"/>
              <a:chOff x="6148925" y="-872075"/>
              <a:chExt cx="2489300" cy="1740000"/>
            </a:xfrm>
          </p:grpSpPr>
          <p:sp>
            <p:nvSpPr>
              <p:cNvPr id="1731" name="Google Shape;1731;p13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32" name="Google Shape;1732;p13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33" name="Shape 1733"/>
        <p:cNvGrpSpPr/>
        <p:nvPr/>
      </p:nvGrpSpPr>
      <p:grpSpPr>
        <a:xfrm>
          <a:off x="0" y="0"/>
          <a:ext cx="0" cy="0"/>
          <a:chOff x="0" y="0"/>
          <a:chExt cx="0" cy="0"/>
        </a:xfrm>
      </p:grpSpPr>
      <p:pic>
        <p:nvPicPr>
          <p:cNvPr id="1734" name="Google Shape;1734;p13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35" name="Google Shape;1735;p1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36" name="Google Shape;1736;p132"/>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1737" name="Google Shape;1737;p132"/>
          <p:cNvGrpSpPr/>
          <p:nvPr/>
        </p:nvGrpSpPr>
        <p:grpSpPr>
          <a:xfrm>
            <a:off x="150" y="2779250"/>
            <a:ext cx="10103250" cy="2785475"/>
            <a:chOff x="150" y="2779250"/>
            <a:chExt cx="10103250" cy="2785475"/>
          </a:xfrm>
        </p:grpSpPr>
        <p:sp>
          <p:nvSpPr>
            <p:cNvPr id="1738" name="Google Shape;1738;p13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39" name="Google Shape;1739;p13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40" name="Google Shape;1740;p132"/>
          <p:cNvGrpSpPr/>
          <p:nvPr/>
        </p:nvGrpSpPr>
        <p:grpSpPr>
          <a:xfrm>
            <a:off x="2" y="156617"/>
            <a:ext cx="1462273" cy="4821940"/>
            <a:chOff x="2" y="156617"/>
            <a:chExt cx="1462273" cy="4821940"/>
          </a:xfrm>
        </p:grpSpPr>
        <p:grpSp>
          <p:nvGrpSpPr>
            <p:cNvPr id="1741" name="Google Shape;1741;p132"/>
            <p:cNvGrpSpPr/>
            <p:nvPr/>
          </p:nvGrpSpPr>
          <p:grpSpPr>
            <a:xfrm>
              <a:off x="2" y="156617"/>
              <a:ext cx="719987" cy="944360"/>
              <a:chOff x="2" y="156617"/>
              <a:chExt cx="719987" cy="944360"/>
            </a:xfrm>
          </p:grpSpPr>
          <p:pic>
            <p:nvPicPr>
              <p:cNvPr id="1742" name="Google Shape;1742;p132"/>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743" name="Google Shape;1743;p132"/>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1744" name="Google Shape;1744;p132"/>
            <p:cNvGrpSpPr/>
            <p:nvPr/>
          </p:nvGrpSpPr>
          <p:grpSpPr>
            <a:xfrm>
              <a:off x="359837" y="4401391"/>
              <a:ext cx="1102438" cy="577167"/>
              <a:chOff x="359837" y="4401391"/>
              <a:chExt cx="1102438" cy="577167"/>
            </a:xfrm>
          </p:grpSpPr>
          <p:pic>
            <p:nvPicPr>
              <p:cNvPr id="1745" name="Google Shape;1745;p13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46" name="Google Shape;1746;p13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47" name="Shape 1747"/>
        <p:cNvGrpSpPr/>
        <p:nvPr/>
      </p:nvGrpSpPr>
      <p:grpSpPr>
        <a:xfrm>
          <a:off x="0" y="0"/>
          <a:ext cx="0" cy="0"/>
          <a:chOff x="0" y="0"/>
          <a:chExt cx="0" cy="0"/>
        </a:xfrm>
      </p:grpSpPr>
      <p:pic>
        <p:nvPicPr>
          <p:cNvPr id="1748" name="Google Shape;1748;p13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749" name="Google Shape;1749;p1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50" name="Google Shape;1750;p133"/>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51" name="Google Shape;1751;p133"/>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52" name="Google Shape;1752;p133"/>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753" name="Google Shape;1753;p133"/>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754" name="Google Shape;1754;p133"/>
          <p:cNvGrpSpPr/>
          <p:nvPr/>
        </p:nvGrpSpPr>
        <p:grpSpPr>
          <a:xfrm>
            <a:off x="150" y="2779250"/>
            <a:ext cx="10103250" cy="2785475"/>
            <a:chOff x="150" y="2779250"/>
            <a:chExt cx="10103250" cy="2785475"/>
          </a:xfrm>
        </p:grpSpPr>
        <p:sp>
          <p:nvSpPr>
            <p:cNvPr id="1755" name="Google Shape;1755;p13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56" name="Google Shape;1756;p13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57" name="Google Shape;1757;p133"/>
          <p:cNvGrpSpPr/>
          <p:nvPr/>
        </p:nvGrpSpPr>
        <p:grpSpPr>
          <a:xfrm>
            <a:off x="2" y="156617"/>
            <a:ext cx="10103400" cy="4994633"/>
            <a:chOff x="2" y="156617"/>
            <a:chExt cx="10103400" cy="4994633"/>
          </a:xfrm>
        </p:grpSpPr>
        <p:grpSp>
          <p:nvGrpSpPr>
            <p:cNvPr id="1758" name="Google Shape;1758;p133"/>
            <p:cNvGrpSpPr/>
            <p:nvPr/>
          </p:nvGrpSpPr>
          <p:grpSpPr>
            <a:xfrm>
              <a:off x="2" y="156617"/>
              <a:ext cx="719987" cy="944360"/>
              <a:chOff x="2" y="156617"/>
              <a:chExt cx="719987" cy="944360"/>
            </a:xfrm>
          </p:grpSpPr>
          <p:pic>
            <p:nvPicPr>
              <p:cNvPr id="1759" name="Google Shape;1759;p133"/>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760" name="Google Shape;1760;p133"/>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1761" name="Google Shape;1761;p133"/>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762" name="Google Shape;1762;p133"/>
            <p:cNvGrpSpPr/>
            <p:nvPr/>
          </p:nvGrpSpPr>
          <p:grpSpPr>
            <a:xfrm>
              <a:off x="359837" y="4401391"/>
              <a:ext cx="1102438" cy="577167"/>
              <a:chOff x="359837" y="4401391"/>
              <a:chExt cx="1102438" cy="577167"/>
            </a:xfrm>
          </p:grpSpPr>
          <p:pic>
            <p:nvPicPr>
              <p:cNvPr id="1763" name="Google Shape;1763;p133"/>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64" name="Google Shape;1764;p13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65" name="Shape 1765"/>
        <p:cNvGrpSpPr/>
        <p:nvPr/>
      </p:nvGrpSpPr>
      <p:grpSpPr>
        <a:xfrm>
          <a:off x="0" y="0"/>
          <a:ext cx="0" cy="0"/>
          <a:chOff x="0" y="0"/>
          <a:chExt cx="0" cy="0"/>
        </a:xfrm>
      </p:grpSpPr>
      <p:pic>
        <p:nvPicPr>
          <p:cNvPr id="1766" name="Google Shape;1766;p13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767" name="Google Shape;1767;p1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768" name="Google Shape;1768;p134"/>
          <p:cNvGrpSpPr/>
          <p:nvPr/>
        </p:nvGrpSpPr>
        <p:grpSpPr>
          <a:xfrm>
            <a:off x="5129400" y="4543750"/>
            <a:ext cx="4014600" cy="1205100"/>
            <a:chOff x="5129400" y="4543750"/>
            <a:chExt cx="4014600" cy="1205100"/>
          </a:xfrm>
        </p:grpSpPr>
        <p:sp>
          <p:nvSpPr>
            <p:cNvPr id="1769" name="Google Shape;1769;p134"/>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70" name="Google Shape;1770;p134"/>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71" name="Google Shape;1771;p134"/>
          <p:cNvGrpSpPr/>
          <p:nvPr/>
        </p:nvGrpSpPr>
        <p:grpSpPr>
          <a:xfrm>
            <a:off x="2" y="156617"/>
            <a:ext cx="9296400" cy="4986881"/>
            <a:chOff x="2" y="156617"/>
            <a:chExt cx="9296400" cy="4986881"/>
          </a:xfrm>
        </p:grpSpPr>
        <p:grpSp>
          <p:nvGrpSpPr>
            <p:cNvPr id="1772" name="Google Shape;1772;p134"/>
            <p:cNvGrpSpPr/>
            <p:nvPr/>
          </p:nvGrpSpPr>
          <p:grpSpPr>
            <a:xfrm>
              <a:off x="2" y="156617"/>
              <a:ext cx="719987" cy="944360"/>
              <a:chOff x="2" y="156617"/>
              <a:chExt cx="719987" cy="944360"/>
            </a:xfrm>
          </p:grpSpPr>
          <p:pic>
            <p:nvPicPr>
              <p:cNvPr id="1773" name="Google Shape;1773;p13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774" name="Google Shape;1774;p13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1775" name="Google Shape;1775;p134"/>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76" name="Shape 1776"/>
        <p:cNvGrpSpPr/>
        <p:nvPr/>
      </p:nvGrpSpPr>
      <p:grpSpPr>
        <a:xfrm>
          <a:off x="0" y="0"/>
          <a:ext cx="0" cy="0"/>
          <a:chOff x="0" y="0"/>
          <a:chExt cx="0" cy="0"/>
        </a:xfrm>
      </p:grpSpPr>
      <p:pic>
        <p:nvPicPr>
          <p:cNvPr id="1777" name="Google Shape;1777;p13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78" name="Google Shape;1778;p135"/>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79" name="Google Shape;1779;p135"/>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1780" name="Google Shape;1780;p13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81" name="Google Shape;1781;p135"/>
          <p:cNvGrpSpPr/>
          <p:nvPr/>
        </p:nvGrpSpPr>
        <p:grpSpPr>
          <a:xfrm>
            <a:off x="2" y="156617"/>
            <a:ext cx="1462273" cy="4821940"/>
            <a:chOff x="2" y="156617"/>
            <a:chExt cx="1462273" cy="4821940"/>
          </a:xfrm>
        </p:grpSpPr>
        <p:grpSp>
          <p:nvGrpSpPr>
            <p:cNvPr id="1782" name="Google Shape;1782;p135"/>
            <p:cNvGrpSpPr/>
            <p:nvPr/>
          </p:nvGrpSpPr>
          <p:grpSpPr>
            <a:xfrm>
              <a:off x="2" y="156617"/>
              <a:ext cx="719987" cy="944360"/>
              <a:chOff x="2" y="156617"/>
              <a:chExt cx="719987" cy="944360"/>
            </a:xfrm>
          </p:grpSpPr>
          <p:pic>
            <p:nvPicPr>
              <p:cNvPr id="1783" name="Google Shape;1783;p13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784" name="Google Shape;1784;p13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785" name="Google Shape;1785;p135"/>
            <p:cNvGrpSpPr/>
            <p:nvPr/>
          </p:nvGrpSpPr>
          <p:grpSpPr>
            <a:xfrm>
              <a:off x="359837" y="4401391"/>
              <a:ext cx="1102438" cy="577167"/>
              <a:chOff x="359837" y="4401391"/>
              <a:chExt cx="1102438" cy="577167"/>
            </a:xfrm>
          </p:grpSpPr>
          <p:pic>
            <p:nvPicPr>
              <p:cNvPr id="1786" name="Google Shape;1786;p13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87" name="Google Shape;1787;p13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88" name="Shape 1788"/>
        <p:cNvGrpSpPr/>
        <p:nvPr/>
      </p:nvGrpSpPr>
      <p:grpSpPr>
        <a:xfrm>
          <a:off x="0" y="0"/>
          <a:ext cx="0" cy="0"/>
          <a:chOff x="0" y="0"/>
          <a:chExt cx="0" cy="0"/>
        </a:xfrm>
      </p:grpSpPr>
      <p:pic>
        <p:nvPicPr>
          <p:cNvPr id="1789" name="Google Shape;1789;p13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90" name="Google Shape;1790;p136"/>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791" name="Google Shape;1791;p136"/>
          <p:cNvGrpSpPr/>
          <p:nvPr/>
        </p:nvGrpSpPr>
        <p:grpSpPr>
          <a:xfrm>
            <a:off x="-421050" y="0"/>
            <a:ext cx="10524450" cy="5564725"/>
            <a:chOff x="-421050" y="0"/>
            <a:chExt cx="10524450" cy="5564725"/>
          </a:xfrm>
        </p:grpSpPr>
        <p:sp>
          <p:nvSpPr>
            <p:cNvPr id="1792" name="Google Shape;1792;p136"/>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93" name="Google Shape;1793;p13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94" name="Google Shape;1794;p136"/>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95" name="Google Shape;1795;p136"/>
          <p:cNvGrpSpPr/>
          <p:nvPr/>
        </p:nvGrpSpPr>
        <p:grpSpPr>
          <a:xfrm>
            <a:off x="-148218" y="81904"/>
            <a:ext cx="10251619" cy="5069347"/>
            <a:chOff x="-148218" y="81904"/>
            <a:chExt cx="10251619" cy="5069347"/>
          </a:xfrm>
        </p:grpSpPr>
        <p:pic>
          <p:nvPicPr>
            <p:cNvPr id="1796" name="Google Shape;1796;p136"/>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797" name="Google Shape;1797;p136"/>
            <p:cNvGrpSpPr/>
            <p:nvPr/>
          </p:nvGrpSpPr>
          <p:grpSpPr>
            <a:xfrm>
              <a:off x="359837" y="4401391"/>
              <a:ext cx="1102438" cy="577167"/>
              <a:chOff x="359837" y="4401391"/>
              <a:chExt cx="1102438" cy="577167"/>
            </a:xfrm>
          </p:grpSpPr>
          <p:pic>
            <p:nvPicPr>
              <p:cNvPr id="1798" name="Google Shape;1798;p136"/>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99" name="Google Shape;1799;p136"/>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800" name="Google Shape;1800;p136"/>
            <p:cNvGrpSpPr/>
            <p:nvPr/>
          </p:nvGrpSpPr>
          <p:grpSpPr>
            <a:xfrm>
              <a:off x="-148218" y="81904"/>
              <a:ext cx="1188426" cy="1227668"/>
              <a:chOff x="-7843" y="83454"/>
              <a:chExt cx="1188426" cy="1227668"/>
            </a:xfrm>
          </p:grpSpPr>
          <p:pic>
            <p:nvPicPr>
              <p:cNvPr id="1801" name="Google Shape;1801;p136"/>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802" name="Google Shape;1802;p136"/>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803" name="Google Shape;1803;p136"/>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04" name="Shape 1804"/>
        <p:cNvGrpSpPr/>
        <p:nvPr/>
      </p:nvGrpSpPr>
      <p:grpSpPr>
        <a:xfrm>
          <a:off x="0" y="0"/>
          <a:ext cx="0" cy="0"/>
          <a:chOff x="0" y="0"/>
          <a:chExt cx="0" cy="0"/>
        </a:xfrm>
      </p:grpSpPr>
      <p:pic>
        <p:nvPicPr>
          <p:cNvPr id="1805" name="Google Shape;1805;p13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06" name="Google Shape;1806;p137"/>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807" name="Google Shape;1807;p137"/>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08" name="Google Shape;1808;p137"/>
          <p:cNvGrpSpPr/>
          <p:nvPr/>
        </p:nvGrpSpPr>
        <p:grpSpPr>
          <a:xfrm>
            <a:off x="0" y="-859375"/>
            <a:ext cx="9504775" cy="6608225"/>
            <a:chOff x="0" y="-859375"/>
            <a:chExt cx="9504775" cy="6608225"/>
          </a:xfrm>
        </p:grpSpPr>
        <p:grpSp>
          <p:nvGrpSpPr>
            <p:cNvPr id="1809" name="Google Shape;1809;p137"/>
            <p:cNvGrpSpPr/>
            <p:nvPr/>
          </p:nvGrpSpPr>
          <p:grpSpPr>
            <a:xfrm flipH="1">
              <a:off x="5129400" y="4543750"/>
              <a:ext cx="4014600" cy="1205100"/>
              <a:chOff x="150" y="4543750"/>
              <a:chExt cx="4014600" cy="1205100"/>
            </a:xfrm>
          </p:grpSpPr>
          <p:sp>
            <p:nvSpPr>
              <p:cNvPr id="1810" name="Google Shape;1810;p137"/>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11" name="Google Shape;1811;p137"/>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12" name="Google Shape;1812;p137"/>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13" name="Google Shape;1813;p137"/>
            <p:cNvGrpSpPr/>
            <p:nvPr/>
          </p:nvGrpSpPr>
          <p:grpSpPr>
            <a:xfrm flipH="1">
              <a:off x="0" y="-859375"/>
              <a:ext cx="2489300" cy="1740000"/>
              <a:chOff x="6148925" y="-872075"/>
              <a:chExt cx="2489300" cy="1740000"/>
            </a:xfrm>
          </p:grpSpPr>
          <p:sp>
            <p:nvSpPr>
              <p:cNvPr id="1814" name="Google Shape;1814;p13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15" name="Google Shape;1815;p13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816" name="Google Shape;1816;p137"/>
          <p:cNvGrpSpPr/>
          <p:nvPr/>
        </p:nvGrpSpPr>
        <p:grpSpPr>
          <a:xfrm>
            <a:off x="-736999" y="-445900"/>
            <a:ext cx="10033401" cy="5589398"/>
            <a:chOff x="-736999" y="-445900"/>
            <a:chExt cx="10033401" cy="5589398"/>
          </a:xfrm>
        </p:grpSpPr>
        <p:pic>
          <p:nvPicPr>
            <p:cNvPr id="1817" name="Google Shape;1817;p137"/>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1818" name="Google Shape;1818;p137"/>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19" name="Shape 1819"/>
        <p:cNvGrpSpPr/>
        <p:nvPr/>
      </p:nvGrpSpPr>
      <p:grpSpPr>
        <a:xfrm>
          <a:off x="0" y="0"/>
          <a:ext cx="0" cy="0"/>
          <a:chOff x="0" y="0"/>
          <a:chExt cx="0" cy="0"/>
        </a:xfrm>
      </p:grpSpPr>
      <p:sp>
        <p:nvSpPr>
          <p:cNvPr id="1820" name="Google Shape;1820;p138"/>
          <p:cNvSpPr/>
          <p:nvPr>
            <p:ph idx="2" type="pic"/>
          </p:nvPr>
        </p:nvSpPr>
        <p:spPr>
          <a:xfrm>
            <a:off x="-25" y="-13725"/>
            <a:ext cx="9144000" cy="5157300"/>
          </a:xfrm>
          <a:prstGeom prst="rect">
            <a:avLst/>
          </a:prstGeom>
          <a:noFill/>
          <a:ln>
            <a:noFill/>
          </a:ln>
        </p:spPr>
      </p:sp>
      <p:sp>
        <p:nvSpPr>
          <p:cNvPr id="1821" name="Google Shape;1821;p138"/>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2" name="Shape 1822"/>
        <p:cNvGrpSpPr/>
        <p:nvPr/>
      </p:nvGrpSpPr>
      <p:grpSpPr>
        <a:xfrm>
          <a:off x="0" y="0"/>
          <a:ext cx="0" cy="0"/>
          <a:chOff x="0" y="0"/>
          <a:chExt cx="0" cy="0"/>
        </a:xfrm>
      </p:grpSpPr>
      <p:pic>
        <p:nvPicPr>
          <p:cNvPr id="1823" name="Google Shape;1823;p13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24" name="Google Shape;1824;p139"/>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25" name="Google Shape;1825;p139"/>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826" name="Google Shape;1826;p139"/>
          <p:cNvGrpSpPr/>
          <p:nvPr/>
        </p:nvGrpSpPr>
        <p:grpSpPr>
          <a:xfrm>
            <a:off x="-601700" y="-872075"/>
            <a:ext cx="10705100" cy="5548225"/>
            <a:chOff x="-601700" y="-872075"/>
            <a:chExt cx="10705100" cy="5548225"/>
          </a:xfrm>
        </p:grpSpPr>
        <p:sp>
          <p:nvSpPr>
            <p:cNvPr id="1827" name="Google Shape;1827;p13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28" name="Google Shape;1828;p139"/>
            <p:cNvGrpSpPr/>
            <p:nvPr/>
          </p:nvGrpSpPr>
          <p:grpSpPr>
            <a:xfrm rot="5400000">
              <a:off x="-2006450" y="1404750"/>
              <a:ext cx="4014600" cy="1205100"/>
              <a:chOff x="150" y="4543750"/>
              <a:chExt cx="4014600" cy="1205100"/>
            </a:xfrm>
          </p:grpSpPr>
          <p:sp>
            <p:nvSpPr>
              <p:cNvPr id="1829" name="Google Shape;1829;p13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30" name="Google Shape;1830;p139"/>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831" name="Google Shape;1831;p139"/>
            <p:cNvGrpSpPr/>
            <p:nvPr/>
          </p:nvGrpSpPr>
          <p:grpSpPr>
            <a:xfrm>
              <a:off x="6148925" y="-872075"/>
              <a:ext cx="2489300" cy="1740000"/>
              <a:chOff x="6148925" y="-872075"/>
              <a:chExt cx="2489300" cy="1740000"/>
            </a:xfrm>
          </p:grpSpPr>
          <p:sp>
            <p:nvSpPr>
              <p:cNvPr id="1832" name="Google Shape;1832;p13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33" name="Google Shape;1833;p13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834" name="Google Shape;1834;p139"/>
          <p:cNvGrpSpPr/>
          <p:nvPr/>
        </p:nvGrpSpPr>
        <p:grpSpPr>
          <a:xfrm>
            <a:off x="-100888" y="2838714"/>
            <a:ext cx="9155766" cy="2341969"/>
            <a:chOff x="-100888" y="2838714"/>
            <a:chExt cx="9155766" cy="2341969"/>
          </a:xfrm>
        </p:grpSpPr>
        <p:grpSp>
          <p:nvGrpSpPr>
            <p:cNvPr id="1835" name="Google Shape;1835;p139"/>
            <p:cNvGrpSpPr/>
            <p:nvPr/>
          </p:nvGrpSpPr>
          <p:grpSpPr>
            <a:xfrm>
              <a:off x="8206512" y="4230524"/>
              <a:ext cx="848365" cy="950159"/>
              <a:chOff x="41662" y="277999"/>
              <a:chExt cx="848365" cy="950159"/>
            </a:xfrm>
          </p:grpSpPr>
          <p:pic>
            <p:nvPicPr>
              <p:cNvPr id="1836" name="Google Shape;1836;p13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837" name="Google Shape;1837;p13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838" name="Google Shape;1838;p13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839" name="Google Shape;1839;p139"/>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840" name="Shape 1840"/>
        <p:cNvGrpSpPr/>
        <p:nvPr/>
      </p:nvGrpSpPr>
      <p:grpSpPr>
        <a:xfrm>
          <a:off x="0" y="0"/>
          <a:ext cx="0" cy="0"/>
          <a:chOff x="0" y="0"/>
          <a:chExt cx="0" cy="0"/>
        </a:xfrm>
      </p:grpSpPr>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841" name="Shape 1841"/>
        <p:cNvGrpSpPr/>
        <p:nvPr/>
      </p:nvGrpSpPr>
      <p:grpSpPr>
        <a:xfrm>
          <a:off x="0" y="0"/>
          <a:ext cx="0" cy="0"/>
          <a:chOff x="0" y="0"/>
          <a:chExt cx="0" cy="0"/>
        </a:xfrm>
      </p:grpSpPr>
      <p:pic>
        <p:nvPicPr>
          <p:cNvPr id="1842" name="Google Shape;1842;p141"/>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843" name="Google Shape;1843;p141"/>
          <p:cNvGrpSpPr/>
          <p:nvPr/>
        </p:nvGrpSpPr>
        <p:grpSpPr>
          <a:xfrm>
            <a:off x="7033266" y="-738725"/>
            <a:ext cx="2110732" cy="1475400"/>
            <a:chOff x="7033266" y="-738725"/>
            <a:chExt cx="2110732" cy="1475400"/>
          </a:xfrm>
        </p:grpSpPr>
        <p:sp>
          <p:nvSpPr>
            <p:cNvPr id="1844" name="Google Shape;1844;p141"/>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45" name="Google Shape;1845;p141"/>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46" name="Google Shape;1846;p1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47" name="Google Shape;1847;p141"/>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48" name="Google Shape;1848;p141"/>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49" name="Google Shape;1849;p141"/>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850" name="Google Shape;1850;p141"/>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51" name="Google Shape;1851;p141"/>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52" name="Google Shape;1852;p141"/>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853" name="Google Shape;1853;p141"/>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54" name="Google Shape;1854;p141"/>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55" name="Google Shape;1855;p141"/>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856" name="Google Shape;1856;p141"/>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57" name="Google Shape;1857;p141"/>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58" name="Google Shape;1858;p141"/>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1859" name="Google Shape;1859;p141"/>
          <p:cNvGrpSpPr/>
          <p:nvPr/>
        </p:nvGrpSpPr>
        <p:grpSpPr>
          <a:xfrm>
            <a:off x="2" y="156617"/>
            <a:ext cx="9096298" cy="4929890"/>
            <a:chOff x="2" y="156617"/>
            <a:chExt cx="9096298" cy="4929890"/>
          </a:xfrm>
        </p:grpSpPr>
        <p:grpSp>
          <p:nvGrpSpPr>
            <p:cNvPr id="1860" name="Google Shape;1860;p141"/>
            <p:cNvGrpSpPr/>
            <p:nvPr/>
          </p:nvGrpSpPr>
          <p:grpSpPr>
            <a:xfrm>
              <a:off x="2" y="156617"/>
              <a:ext cx="719987" cy="944360"/>
              <a:chOff x="2" y="156617"/>
              <a:chExt cx="719987" cy="944360"/>
            </a:xfrm>
          </p:grpSpPr>
          <p:pic>
            <p:nvPicPr>
              <p:cNvPr id="1861" name="Google Shape;1861;p14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862" name="Google Shape;1862;p14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863" name="Google Shape;1863;p141"/>
            <p:cNvGrpSpPr/>
            <p:nvPr/>
          </p:nvGrpSpPr>
          <p:grpSpPr>
            <a:xfrm>
              <a:off x="7993862" y="4509341"/>
              <a:ext cx="1102438" cy="577167"/>
              <a:chOff x="7993862" y="4509341"/>
              <a:chExt cx="1102438" cy="577167"/>
            </a:xfrm>
          </p:grpSpPr>
          <p:pic>
            <p:nvPicPr>
              <p:cNvPr id="1864" name="Google Shape;1864;p141"/>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1865" name="Google Shape;1865;p141"/>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866" name="Shape 1866"/>
        <p:cNvGrpSpPr/>
        <p:nvPr/>
      </p:nvGrpSpPr>
      <p:grpSpPr>
        <a:xfrm>
          <a:off x="0" y="0"/>
          <a:ext cx="0" cy="0"/>
          <a:chOff x="0" y="0"/>
          <a:chExt cx="0" cy="0"/>
        </a:xfrm>
      </p:grpSpPr>
      <p:pic>
        <p:nvPicPr>
          <p:cNvPr id="1867" name="Google Shape;1867;p14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68" name="Google Shape;1868;p142"/>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869" name="Google Shape;1869;p142"/>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1870" name="Google Shape;1870;p142"/>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1871" name="Google Shape;1871;p142"/>
          <p:cNvGrpSpPr/>
          <p:nvPr/>
        </p:nvGrpSpPr>
        <p:grpSpPr>
          <a:xfrm>
            <a:off x="0" y="-859375"/>
            <a:ext cx="9755475" cy="6421100"/>
            <a:chOff x="0" y="-859375"/>
            <a:chExt cx="9755475" cy="6421100"/>
          </a:xfrm>
        </p:grpSpPr>
        <p:sp>
          <p:nvSpPr>
            <p:cNvPr id="1872" name="Google Shape;1872;p142"/>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73" name="Google Shape;1873;p142"/>
            <p:cNvGrpSpPr/>
            <p:nvPr/>
          </p:nvGrpSpPr>
          <p:grpSpPr>
            <a:xfrm flipH="1">
              <a:off x="0" y="-859375"/>
              <a:ext cx="2489300" cy="1740000"/>
              <a:chOff x="6148925" y="-872075"/>
              <a:chExt cx="2489300" cy="1740000"/>
            </a:xfrm>
          </p:grpSpPr>
          <p:sp>
            <p:nvSpPr>
              <p:cNvPr id="1874" name="Google Shape;1874;p14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75" name="Google Shape;1875;p14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76" name="Google Shape;1876;p142"/>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877" name="Shape 1877"/>
        <p:cNvGrpSpPr/>
        <p:nvPr/>
      </p:nvGrpSpPr>
      <p:grpSpPr>
        <a:xfrm>
          <a:off x="0" y="0"/>
          <a:ext cx="0" cy="0"/>
          <a:chOff x="0" y="0"/>
          <a:chExt cx="0" cy="0"/>
        </a:xfrm>
      </p:grpSpPr>
      <p:pic>
        <p:nvPicPr>
          <p:cNvPr id="1878" name="Google Shape;1878;p14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879" name="Google Shape;1879;p143"/>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80" name="Google Shape;1880;p143"/>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81" name="Google Shape;1881;p143"/>
          <p:cNvSpPr/>
          <p:nvPr>
            <p:ph idx="2" type="pic"/>
          </p:nvPr>
        </p:nvSpPr>
        <p:spPr>
          <a:xfrm>
            <a:off x="4898950" y="533875"/>
            <a:ext cx="3489000" cy="4075800"/>
          </a:xfrm>
          <a:prstGeom prst="roundRect">
            <a:avLst>
              <a:gd fmla="val 18268" name="adj"/>
            </a:avLst>
          </a:prstGeom>
          <a:noFill/>
          <a:ln>
            <a:noFill/>
          </a:ln>
        </p:spPr>
      </p:sp>
      <p:grpSp>
        <p:nvGrpSpPr>
          <p:cNvPr id="1882" name="Google Shape;1882;p143"/>
          <p:cNvGrpSpPr/>
          <p:nvPr/>
        </p:nvGrpSpPr>
        <p:grpSpPr>
          <a:xfrm rot="5400000">
            <a:off x="-2006450" y="1404750"/>
            <a:ext cx="4014600" cy="1205100"/>
            <a:chOff x="150" y="4543750"/>
            <a:chExt cx="4014600" cy="1205100"/>
          </a:xfrm>
        </p:grpSpPr>
        <p:sp>
          <p:nvSpPr>
            <p:cNvPr id="1883" name="Google Shape;1883;p14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84" name="Google Shape;1884;p14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885" name="Shape 1885"/>
        <p:cNvGrpSpPr/>
        <p:nvPr/>
      </p:nvGrpSpPr>
      <p:grpSpPr>
        <a:xfrm>
          <a:off x="0" y="0"/>
          <a:ext cx="0" cy="0"/>
          <a:chOff x="0" y="0"/>
          <a:chExt cx="0" cy="0"/>
        </a:xfrm>
      </p:grpSpPr>
      <p:pic>
        <p:nvPicPr>
          <p:cNvPr id="1886" name="Google Shape;1886;p14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887" name="Google Shape;1887;p144"/>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88" name="Google Shape;1888;p144"/>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89" name="Google Shape;1889;p144"/>
          <p:cNvGrpSpPr/>
          <p:nvPr/>
        </p:nvGrpSpPr>
        <p:grpSpPr>
          <a:xfrm>
            <a:off x="0" y="-859375"/>
            <a:ext cx="9755475" cy="6421100"/>
            <a:chOff x="0" y="-859375"/>
            <a:chExt cx="9755475" cy="6421100"/>
          </a:xfrm>
        </p:grpSpPr>
        <p:sp>
          <p:nvSpPr>
            <p:cNvPr id="1890" name="Google Shape;1890;p144"/>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91" name="Google Shape;1891;p144"/>
            <p:cNvGrpSpPr/>
            <p:nvPr/>
          </p:nvGrpSpPr>
          <p:grpSpPr>
            <a:xfrm flipH="1">
              <a:off x="0" y="-859375"/>
              <a:ext cx="2489300" cy="1740000"/>
              <a:chOff x="6148925" y="-872075"/>
              <a:chExt cx="2489300" cy="1740000"/>
            </a:xfrm>
          </p:grpSpPr>
          <p:sp>
            <p:nvSpPr>
              <p:cNvPr id="1892" name="Google Shape;1892;p14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93" name="Google Shape;1893;p14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94" name="Google Shape;1894;p144"/>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895" name="Shape 1895"/>
        <p:cNvGrpSpPr/>
        <p:nvPr/>
      </p:nvGrpSpPr>
      <p:grpSpPr>
        <a:xfrm>
          <a:off x="0" y="0"/>
          <a:ext cx="0" cy="0"/>
          <a:chOff x="0" y="0"/>
          <a:chExt cx="0" cy="0"/>
        </a:xfrm>
      </p:grpSpPr>
      <p:pic>
        <p:nvPicPr>
          <p:cNvPr id="1896" name="Google Shape;1896;p14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97" name="Google Shape;1897;p145"/>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98" name="Google Shape;1898;p145"/>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99" name="Google Shape;1899;p145"/>
          <p:cNvGrpSpPr/>
          <p:nvPr/>
        </p:nvGrpSpPr>
        <p:grpSpPr>
          <a:xfrm>
            <a:off x="-601700" y="0"/>
            <a:ext cx="10705100" cy="4676150"/>
            <a:chOff x="-601700" y="0"/>
            <a:chExt cx="10705100" cy="4676150"/>
          </a:xfrm>
        </p:grpSpPr>
        <p:sp>
          <p:nvSpPr>
            <p:cNvPr id="1900" name="Google Shape;1900;p14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901" name="Google Shape;1901;p145"/>
            <p:cNvGrpSpPr/>
            <p:nvPr/>
          </p:nvGrpSpPr>
          <p:grpSpPr>
            <a:xfrm rot="5400000">
              <a:off x="-2006450" y="1404750"/>
              <a:ext cx="4014600" cy="1205100"/>
              <a:chOff x="150" y="4543750"/>
              <a:chExt cx="4014600" cy="1205100"/>
            </a:xfrm>
          </p:grpSpPr>
          <p:sp>
            <p:nvSpPr>
              <p:cNvPr id="1902" name="Google Shape;1902;p14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03" name="Google Shape;1903;p14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904" name="Google Shape;1904;p145"/>
          <p:cNvGrpSpPr/>
          <p:nvPr/>
        </p:nvGrpSpPr>
        <p:grpSpPr>
          <a:xfrm>
            <a:off x="8206512" y="4230524"/>
            <a:ext cx="848365" cy="950159"/>
            <a:chOff x="41662" y="277999"/>
            <a:chExt cx="848365" cy="950159"/>
          </a:xfrm>
        </p:grpSpPr>
        <p:pic>
          <p:nvPicPr>
            <p:cNvPr id="1905" name="Google Shape;1905;p14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906" name="Google Shape;1906;p14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907" name="Google Shape;1907;p14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908" name="Shape 1908"/>
        <p:cNvGrpSpPr/>
        <p:nvPr/>
      </p:nvGrpSpPr>
      <p:grpSpPr>
        <a:xfrm>
          <a:off x="0" y="0"/>
          <a:ext cx="0" cy="0"/>
          <a:chOff x="0" y="0"/>
          <a:chExt cx="0" cy="0"/>
        </a:xfrm>
      </p:grpSpPr>
      <p:pic>
        <p:nvPicPr>
          <p:cNvPr id="1909" name="Google Shape;1909;p14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910" name="Google Shape;1910;p1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11" name="Google Shape;1911;p146"/>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2" name="Google Shape;1912;p146"/>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3" name="Google Shape;1913;p146"/>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14" name="Google Shape;1914;p146"/>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915" name="Google Shape;1915;p146"/>
          <p:cNvGrpSpPr/>
          <p:nvPr/>
        </p:nvGrpSpPr>
        <p:grpSpPr>
          <a:xfrm>
            <a:off x="-501600" y="128825"/>
            <a:ext cx="10252550" cy="5418500"/>
            <a:chOff x="-501600" y="128825"/>
            <a:chExt cx="10252550" cy="5418500"/>
          </a:xfrm>
        </p:grpSpPr>
        <p:sp>
          <p:nvSpPr>
            <p:cNvPr id="1916" name="Google Shape;1916;p146"/>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17" name="Google Shape;1917;p146"/>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18" name="Google Shape;1918;p146"/>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19" name="Google Shape;1919;p146"/>
          <p:cNvGrpSpPr/>
          <p:nvPr/>
        </p:nvGrpSpPr>
        <p:grpSpPr>
          <a:xfrm>
            <a:off x="2" y="156617"/>
            <a:ext cx="9088698" cy="4882915"/>
            <a:chOff x="2" y="156617"/>
            <a:chExt cx="9088698" cy="4882915"/>
          </a:xfrm>
        </p:grpSpPr>
        <p:grpSp>
          <p:nvGrpSpPr>
            <p:cNvPr id="1920" name="Google Shape;1920;p146"/>
            <p:cNvGrpSpPr/>
            <p:nvPr/>
          </p:nvGrpSpPr>
          <p:grpSpPr>
            <a:xfrm>
              <a:off x="2" y="156617"/>
              <a:ext cx="719987" cy="944360"/>
              <a:chOff x="2" y="156617"/>
              <a:chExt cx="719987" cy="944360"/>
            </a:xfrm>
          </p:grpSpPr>
          <p:pic>
            <p:nvPicPr>
              <p:cNvPr id="1921" name="Google Shape;1921;p14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22" name="Google Shape;1922;p14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923" name="Google Shape;1923;p146"/>
            <p:cNvGrpSpPr/>
            <p:nvPr/>
          </p:nvGrpSpPr>
          <p:grpSpPr>
            <a:xfrm>
              <a:off x="7986262" y="4462366"/>
              <a:ext cx="1102438" cy="577167"/>
              <a:chOff x="359837" y="4401391"/>
              <a:chExt cx="1102438" cy="577167"/>
            </a:xfrm>
          </p:grpSpPr>
          <p:pic>
            <p:nvPicPr>
              <p:cNvPr id="1924" name="Google Shape;1924;p14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925" name="Google Shape;1925;p14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926" name="Shape 1926"/>
        <p:cNvGrpSpPr/>
        <p:nvPr/>
      </p:nvGrpSpPr>
      <p:grpSpPr>
        <a:xfrm>
          <a:off x="0" y="0"/>
          <a:ext cx="0" cy="0"/>
          <a:chOff x="0" y="0"/>
          <a:chExt cx="0" cy="0"/>
        </a:xfrm>
      </p:grpSpPr>
      <p:pic>
        <p:nvPicPr>
          <p:cNvPr id="1927" name="Google Shape;1927;p14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928" name="Google Shape;1928;p1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29" name="Google Shape;1929;p147"/>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30" name="Google Shape;1930;p147"/>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931" name="Google Shape;1931;p147"/>
          <p:cNvGrpSpPr/>
          <p:nvPr/>
        </p:nvGrpSpPr>
        <p:grpSpPr>
          <a:xfrm>
            <a:off x="275000" y="0"/>
            <a:ext cx="9374500" cy="5748850"/>
            <a:chOff x="275000" y="0"/>
            <a:chExt cx="9374500" cy="5748850"/>
          </a:xfrm>
        </p:grpSpPr>
        <p:sp>
          <p:nvSpPr>
            <p:cNvPr id="1932" name="Google Shape;1932;p147"/>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33" name="Google Shape;1933;p147"/>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34" name="Google Shape;1934;p147"/>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35" name="Google Shape;1935;p147"/>
          <p:cNvGrpSpPr/>
          <p:nvPr/>
        </p:nvGrpSpPr>
        <p:grpSpPr>
          <a:xfrm>
            <a:off x="2" y="156617"/>
            <a:ext cx="9088698" cy="4882915"/>
            <a:chOff x="2" y="156617"/>
            <a:chExt cx="9088698" cy="4882915"/>
          </a:xfrm>
        </p:grpSpPr>
        <p:grpSp>
          <p:nvGrpSpPr>
            <p:cNvPr id="1936" name="Google Shape;1936;p147"/>
            <p:cNvGrpSpPr/>
            <p:nvPr/>
          </p:nvGrpSpPr>
          <p:grpSpPr>
            <a:xfrm>
              <a:off x="2" y="156617"/>
              <a:ext cx="719987" cy="944360"/>
              <a:chOff x="2" y="156617"/>
              <a:chExt cx="719987" cy="944360"/>
            </a:xfrm>
          </p:grpSpPr>
          <p:pic>
            <p:nvPicPr>
              <p:cNvPr id="1937" name="Google Shape;1937;p14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38" name="Google Shape;1938;p14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939" name="Google Shape;1939;p147"/>
            <p:cNvGrpSpPr/>
            <p:nvPr/>
          </p:nvGrpSpPr>
          <p:grpSpPr>
            <a:xfrm>
              <a:off x="7986262" y="4462366"/>
              <a:ext cx="1102438" cy="577167"/>
              <a:chOff x="359837" y="4401391"/>
              <a:chExt cx="1102438" cy="577167"/>
            </a:xfrm>
          </p:grpSpPr>
          <p:pic>
            <p:nvPicPr>
              <p:cNvPr id="1940" name="Google Shape;1940;p14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941" name="Google Shape;1941;p14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42" name="Shape 1942"/>
        <p:cNvGrpSpPr/>
        <p:nvPr/>
      </p:nvGrpSpPr>
      <p:grpSpPr>
        <a:xfrm>
          <a:off x="0" y="0"/>
          <a:ext cx="0" cy="0"/>
          <a:chOff x="0" y="0"/>
          <a:chExt cx="0" cy="0"/>
        </a:xfrm>
      </p:grpSpPr>
      <p:pic>
        <p:nvPicPr>
          <p:cNvPr id="1943" name="Google Shape;1943;p14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944" name="Google Shape;1944;p1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45" name="Google Shape;1945;p148"/>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46" name="Google Shape;1946;p148"/>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47" name="Google Shape;1947;p148"/>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48" name="Google Shape;1948;p148"/>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49" name="Google Shape;1949;p148"/>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50" name="Google Shape;1950;p148"/>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951" name="Google Shape;1951;p148"/>
          <p:cNvGrpSpPr/>
          <p:nvPr/>
        </p:nvGrpSpPr>
        <p:grpSpPr>
          <a:xfrm>
            <a:off x="-601700" y="0"/>
            <a:ext cx="10705100" cy="4676150"/>
            <a:chOff x="-601700" y="0"/>
            <a:chExt cx="10705100" cy="4676150"/>
          </a:xfrm>
        </p:grpSpPr>
        <p:sp>
          <p:nvSpPr>
            <p:cNvPr id="1952" name="Google Shape;1952;p14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953" name="Google Shape;1953;p148"/>
            <p:cNvGrpSpPr/>
            <p:nvPr/>
          </p:nvGrpSpPr>
          <p:grpSpPr>
            <a:xfrm rot="5400000">
              <a:off x="-2006450" y="1404750"/>
              <a:ext cx="4014600" cy="1205100"/>
              <a:chOff x="150" y="4543750"/>
              <a:chExt cx="4014600" cy="1205100"/>
            </a:xfrm>
          </p:grpSpPr>
          <p:sp>
            <p:nvSpPr>
              <p:cNvPr id="1954" name="Google Shape;1954;p14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55" name="Google Shape;1955;p14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956" name="Google Shape;1956;p148"/>
          <p:cNvGrpSpPr/>
          <p:nvPr/>
        </p:nvGrpSpPr>
        <p:grpSpPr>
          <a:xfrm>
            <a:off x="2" y="156617"/>
            <a:ext cx="9054876" cy="5024066"/>
            <a:chOff x="2" y="156617"/>
            <a:chExt cx="9054876" cy="5024066"/>
          </a:xfrm>
        </p:grpSpPr>
        <p:grpSp>
          <p:nvGrpSpPr>
            <p:cNvPr id="1957" name="Google Shape;1957;p148"/>
            <p:cNvGrpSpPr/>
            <p:nvPr/>
          </p:nvGrpSpPr>
          <p:grpSpPr>
            <a:xfrm>
              <a:off x="8206512" y="4230524"/>
              <a:ext cx="848365" cy="950159"/>
              <a:chOff x="41662" y="277999"/>
              <a:chExt cx="848365" cy="950159"/>
            </a:xfrm>
          </p:grpSpPr>
          <p:pic>
            <p:nvPicPr>
              <p:cNvPr id="1958" name="Google Shape;1958;p14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959" name="Google Shape;1959;p14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960" name="Google Shape;1960;p14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1961" name="Google Shape;1961;p148"/>
            <p:cNvGrpSpPr/>
            <p:nvPr/>
          </p:nvGrpSpPr>
          <p:grpSpPr>
            <a:xfrm>
              <a:off x="2" y="156617"/>
              <a:ext cx="719987" cy="944360"/>
              <a:chOff x="2" y="156617"/>
              <a:chExt cx="719987" cy="944360"/>
            </a:xfrm>
          </p:grpSpPr>
          <p:pic>
            <p:nvPicPr>
              <p:cNvPr id="1962" name="Google Shape;1962;p14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63" name="Google Shape;1963;p14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964" name="Shape 1964"/>
        <p:cNvGrpSpPr/>
        <p:nvPr/>
      </p:nvGrpSpPr>
      <p:grpSpPr>
        <a:xfrm>
          <a:off x="0" y="0"/>
          <a:ext cx="0" cy="0"/>
          <a:chOff x="0" y="0"/>
          <a:chExt cx="0" cy="0"/>
        </a:xfrm>
      </p:grpSpPr>
      <p:pic>
        <p:nvPicPr>
          <p:cNvPr id="1965" name="Google Shape;1965;p149"/>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966" name="Google Shape;1966;p149"/>
          <p:cNvGrpSpPr/>
          <p:nvPr/>
        </p:nvGrpSpPr>
        <p:grpSpPr>
          <a:xfrm>
            <a:off x="5129400" y="0"/>
            <a:ext cx="4520100" cy="5547325"/>
            <a:chOff x="5129400" y="0"/>
            <a:chExt cx="4520100" cy="5547325"/>
          </a:xfrm>
        </p:grpSpPr>
        <p:sp>
          <p:nvSpPr>
            <p:cNvPr id="1967" name="Google Shape;1967;p14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68" name="Google Shape;1968;p149"/>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69" name="Google Shape;1969;p149"/>
          <p:cNvGrpSpPr/>
          <p:nvPr/>
        </p:nvGrpSpPr>
        <p:grpSpPr>
          <a:xfrm>
            <a:off x="2" y="156617"/>
            <a:ext cx="9088698" cy="4882915"/>
            <a:chOff x="2" y="156617"/>
            <a:chExt cx="9088698" cy="4882915"/>
          </a:xfrm>
        </p:grpSpPr>
        <p:grpSp>
          <p:nvGrpSpPr>
            <p:cNvPr id="1970" name="Google Shape;1970;p149"/>
            <p:cNvGrpSpPr/>
            <p:nvPr/>
          </p:nvGrpSpPr>
          <p:grpSpPr>
            <a:xfrm>
              <a:off x="2" y="156617"/>
              <a:ext cx="719987" cy="944360"/>
              <a:chOff x="2" y="156617"/>
              <a:chExt cx="719987" cy="944360"/>
            </a:xfrm>
          </p:grpSpPr>
          <p:pic>
            <p:nvPicPr>
              <p:cNvPr id="1971" name="Google Shape;1971;p14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72" name="Google Shape;1972;p14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973" name="Google Shape;1973;p149"/>
            <p:cNvGrpSpPr/>
            <p:nvPr/>
          </p:nvGrpSpPr>
          <p:grpSpPr>
            <a:xfrm>
              <a:off x="7986262" y="4462366"/>
              <a:ext cx="1102438" cy="577167"/>
              <a:chOff x="359837" y="4401391"/>
              <a:chExt cx="1102438" cy="577167"/>
            </a:xfrm>
          </p:grpSpPr>
          <p:pic>
            <p:nvPicPr>
              <p:cNvPr id="1974" name="Google Shape;1974;p14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975" name="Google Shape;1975;p14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1976" name="Google Shape;1976;p1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77" name="Google Shape;1977;p149"/>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78" name="Google Shape;1978;p149"/>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79" name="Google Shape;1979;p149"/>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80" name="Google Shape;1980;p149"/>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81" name="Google Shape;1981;p149"/>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82" name="Google Shape;1982;p149"/>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83" name="Google Shape;1983;p149"/>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84" name="Google Shape;1984;p149"/>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1985" name="Shape 1985"/>
        <p:cNvGrpSpPr/>
        <p:nvPr/>
      </p:nvGrpSpPr>
      <p:grpSpPr>
        <a:xfrm>
          <a:off x="0" y="0"/>
          <a:ext cx="0" cy="0"/>
          <a:chOff x="0" y="0"/>
          <a:chExt cx="0" cy="0"/>
        </a:xfrm>
      </p:grpSpPr>
      <p:pic>
        <p:nvPicPr>
          <p:cNvPr id="1986" name="Google Shape;1986;p15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987" name="Google Shape;1987;p1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88" name="Google Shape;1988;p150"/>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89" name="Google Shape;1989;p150"/>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0" name="Google Shape;1990;p150"/>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1" name="Google Shape;1991;p150"/>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2" name="Google Shape;1992;p150"/>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3" name="Google Shape;1993;p150"/>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4" name="Google Shape;1994;p150"/>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5" name="Google Shape;1995;p150"/>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6" name="Google Shape;1996;p150"/>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7" name="Google Shape;1997;p150"/>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998" name="Google Shape;1998;p150"/>
          <p:cNvGrpSpPr/>
          <p:nvPr/>
        </p:nvGrpSpPr>
        <p:grpSpPr>
          <a:xfrm>
            <a:off x="2" y="156617"/>
            <a:ext cx="719987" cy="944360"/>
            <a:chOff x="2" y="156617"/>
            <a:chExt cx="719987" cy="944360"/>
          </a:xfrm>
        </p:grpSpPr>
        <p:pic>
          <p:nvPicPr>
            <p:cNvPr id="1999" name="Google Shape;1999;p15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00" name="Google Shape;2000;p15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01" name="Google Shape;2001;p150"/>
          <p:cNvGrpSpPr/>
          <p:nvPr/>
        </p:nvGrpSpPr>
        <p:grpSpPr>
          <a:xfrm>
            <a:off x="0" y="2817900"/>
            <a:ext cx="9640900" cy="2932900"/>
            <a:chOff x="0" y="2817900"/>
            <a:chExt cx="9640900" cy="2932900"/>
          </a:xfrm>
        </p:grpSpPr>
        <p:sp>
          <p:nvSpPr>
            <p:cNvPr id="2002" name="Google Shape;2002;p150"/>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03" name="Google Shape;2003;p150"/>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04" name="Google Shape;2004;p150"/>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005" name="Shape 2005"/>
        <p:cNvGrpSpPr/>
        <p:nvPr/>
      </p:nvGrpSpPr>
      <p:grpSpPr>
        <a:xfrm>
          <a:off x="0" y="0"/>
          <a:ext cx="0" cy="0"/>
          <a:chOff x="0" y="0"/>
          <a:chExt cx="0" cy="0"/>
        </a:xfrm>
      </p:grpSpPr>
      <p:pic>
        <p:nvPicPr>
          <p:cNvPr id="2006" name="Google Shape;2006;p15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007" name="Google Shape;2007;p1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08" name="Google Shape;2008;p151"/>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09" name="Google Shape;2009;p151"/>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0" name="Google Shape;2010;p151"/>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1" name="Google Shape;2011;p151"/>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2" name="Google Shape;2012;p151"/>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3" name="Google Shape;2013;p151"/>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4" name="Google Shape;2014;p151"/>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5" name="Google Shape;2015;p151"/>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6" name="Google Shape;2016;p151"/>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7" name="Google Shape;2017;p151"/>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8" name="Google Shape;2018;p151"/>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9" name="Google Shape;2019;p151"/>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020" name="Google Shape;2020;p151"/>
          <p:cNvGrpSpPr/>
          <p:nvPr/>
        </p:nvGrpSpPr>
        <p:grpSpPr>
          <a:xfrm>
            <a:off x="-501600" y="128825"/>
            <a:ext cx="10252550" cy="5418500"/>
            <a:chOff x="-501600" y="128825"/>
            <a:chExt cx="10252550" cy="5418500"/>
          </a:xfrm>
        </p:grpSpPr>
        <p:sp>
          <p:nvSpPr>
            <p:cNvPr id="2021" name="Google Shape;2021;p15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22" name="Google Shape;2022;p151"/>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23" name="Google Shape;2023;p151"/>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024" name="Google Shape;2024;p151"/>
          <p:cNvGrpSpPr/>
          <p:nvPr/>
        </p:nvGrpSpPr>
        <p:grpSpPr>
          <a:xfrm>
            <a:off x="2" y="156617"/>
            <a:ext cx="9088698" cy="4882915"/>
            <a:chOff x="2" y="156617"/>
            <a:chExt cx="9088698" cy="4882915"/>
          </a:xfrm>
        </p:grpSpPr>
        <p:grpSp>
          <p:nvGrpSpPr>
            <p:cNvPr id="2025" name="Google Shape;2025;p151"/>
            <p:cNvGrpSpPr/>
            <p:nvPr/>
          </p:nvGrpSpPr>
          <p:grpSpPr>
            <a:xfrm>
              <a:off x="2" y="156617"/>
              <a:ext cx="719987" cy="944360"/>
              <a:chOff x="2" y="156617"/>
              <a:chExt cx="719987" cy="944360"/>
            </a:xfrm>
          </p:grpSpPr>
          <p:pic>
            <p:nvPicPr>
              <p:cNvPr id="2026" name="Google Shape;2026;p15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27" name="Google Shape;2027;p15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28" name="Google Shape;2028;p151"/>
            <p:cNvGrpSpPr/>
            <p:nvPr/>
          </p:nvGrpSpPr>
          <p:grpSpPr>
            <a:xfrm>
              <a:off x="7986262" y="4462366"/>
              <a:ext cx="1102438" cy="577167"/>
              <a:chOff x="359837" y="4401391"/>
              <a:chExt cx="1102438" cy="577167"/>
            </a:xfrm>
          </p:grpSpPr>
          <p:pic>
            <p:nvPicPr>
              <p:cNvPr id="2029" name="Google Shape;2029;p15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030" name="Google Shape;2030;p15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031" name="Shape 2031"/>
        <p:cNvGrpSpPr/>
        <p:nvPr/>
      </p:nvGrpSpPr>
      <p:grpSpPr>
        <a:xfrm>
          <a:off x="0" y="0"/>
          <a:ext cx="0" cy="0"/>
          <a:chOff x="0" y="0"/>
          <a:chExt cx="0" cy="0"/>
        </a:xfrm>
      </p:grpSpPr>
      <p:pic>
        <p:nvPicPr>
          <p:cNvPr id="2032" name="Google Shape;2032;p15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033" name="Google Shape;2033;p1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034" name="Google Shape;2034;p152"/>
          <p:cNvGrpSpPr/>
          <p:nvPr/>
        </p:nvGrpSpPr>
        <p:grpSpPr>
          <a:xfrm>
            <a:off x="2" y="156617"/>
            <a:ext cx="719987" cy="944360"/>
            <a:chOff x="2" y="156617"/>
            <a:chExt cx="719987" cy="944360"/>
          </a:xfrm>
        </p:grpSpPr>
        <p:pic>
          <p:nvPicPr>
            <p:cNvPr id="2035" name="Google Shape;2035;p15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36" name="Google Shape;2036;p15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37" name="Google Shape;2037;p152"/>
          <p:cNvGrpSpPr/>
          <p:nvPr/>
        </p:nvGrpSpPr>
        <p:grpSpPr>
          <a:xfrm>
            <a:off x="0" y="0"/>
            <a:ext cx="9569050" cy="5569647"/>
            <a:chOff x="0" y="0"/>
            <a:chExt cx="9569050" cy="5569647"/>
          </a:xfrm>
        </p:grpSpPr>
        <p:sp>
          <p:nvSpPr>
            <p:cNvPr id="2038" name="Google Shape;2038;p152"/>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39" name="Google Shape;2039;p152"/>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040" name="Shape 2040"/>
        <p:cNvGrpSpPr/>
        <p:nvPr/>
      </p:nvGrpSpPr>
      <p:grpSpPr>
        <a:xfrm>
          <a:off x="0" y="0"/>
          <a:ext cx="0" cy="0"/>
          <a:chOff x="0" y="0"/>
          <a:chExt cx="0" cy="0"/>
        </a:xfrm>
      </p:grpSpPr>
      <p:pic>
        <p:nvPicPr>
          <p:cNvPr id="2041" name="Google Shape;2041;p15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042" name="Google Shape;2042;p1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043" name="Google Shape;2043;p153"/>
          <p:cNvGrpSpPr/>
          <p:nvPr/>
        </p:nvGrpSpPr>
        <p:grpSpPr>
          <a:xfrm>
            <a:off x="2" y="156617"/>
            <a:ext cx="719987" cy="944360"/>
            <a:chOff x="2" y="156617"/>
            <a:chExt cx="719987" cy="944360"/>
          </a:xfrm>
        </p:grpSpPr>
        <p:pic>
          <p:nvPicPr>
            <p:cNvPr id="2044" name="Google Shape;2044;p15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45" name="Google Shape;2045;p15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46" name="Google Shape;2046;p153"/>
          <p:cNvGrpSpPr/>
          <p:nvPr/>
        </p:nvGrpSpPr>
        <p:grpSpPr>
          <a:xfrm>
            <a:off x="0" y="0"/>
            <a:ext cx="9569050" cy="5569647"/>
            <a:chOff x="0" y="0"/>
            <a:chExt cx="9569050" cy="5569647"/>
          </a:xfrm>
        </p:grpSpPr>
        <p:sp>
          <p:nvSpPr>
            <p:cNvPr id="2047" name="Google Shape;2047;p153"/>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48" name="Google Shape;2048;p153"/>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049" name="Shape 2049"/>
        <p:cNvGrpSpPr/>
        <p:nvPr/>
      </p:nvGrpSpPr>
      <p:grpSpPr>
        <a:xfrm>
          <a:off x="0" y="0"/>
          <a:ext cx="0" cy="0"/>
          <a:chOff x="0" y="0"/>
          <a:chExt cx="0" cy="0"/>
        </a:xfrm>
      </p:grpSpPr>
      <p:pic>
        <p:nvPicPr>
          <p:cNvPr id="2050" name="Google Shape;2050;p15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051" name="Google Shape;2051;p154"/>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052" name="Google Shape;2052;p154"/>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053" name="Google Shape;2053;p154"/>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054" name="Google Shape;2054;p154"/>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055" name="Google Shape;2055;p154"/>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056" name="Google Shape;2056;p154"/>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2057" name="Google Shape;2057;p154"/>
          <p:cNvGrpSpPr/>
          <p:nvPr/>
        </p:nvGrpSpPr>
        <p:grpSpPr>
          <a:xfrm>
            <a:off x="-601700" y="0"/>
            <a:ext cx="10705100" cy="4676150"/>
            <a:chOff x="-601700" y="0"/>
            <a:chExt cx="10705100" cy="4676150"/>
          </a:xfrm>
        </p:grpSpPr>
        <p:sp>
          <p:nvSpPr>
            <p:cNvPr id="2058" name="Google Shape;2058;p15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059" name="Google Shape;2059;p154"/>
            <p:cNvGrpSpPr/>
            <p:nvPr/>
          </p:nvGrpSpPr>
          <p:grpSpPr>
            <a:xfrm rot="5400000">
              <a:off x="-2006450" y="1404750"/>
              <a:ext cx="4014600" cy="1205100"/>
              <a:chOff x="150" y="4543750"/>
              <a:chExt cx="4014600" cy="1205100"/>
            </a:xfrm>
          </p:grpSpPr>
          <p:sp>
            <p:nvSpPr>
              <p:cNvPr id="2060" name="Google Shape;2060;p15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61" name="Google Shape;2061;p15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062" name="Google Shape;2062;p154"/>
          <p:cNvGrpSpPr/>
          <p:nvPr/>
        </p:nvGrpSpPr>
        <p:grpSpPr>
          <a:xfrm>
            <a:off x="8206512" y="4230524"/>
            <a:ext cx="848365" cy="950159"/>
            <a:chOff x="41662" y="277999"/>
            <a:chExt cx="848365" cy="950159"/>
          </a:xfrm>
        </p:grpSpPr>
        <p:pic>
          <p:nvPicPr>
            <p:cNvPr id="2063" name="Google Shape;2063;p15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064" name="Google Shape;2064;p15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065" name="Google Shape;2065;p15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066" name="Shape 2066"/>
        <p:cNvGrpSpPr/>
        <p:nvPr/>
      </p:nvGrpSpPr>
      <p:grpSpPr>
        <a:xfrm>
          <a:off x="0" y="0"/>
          <a:ext cx="0" cy="0"/>
          <a:chOff x="0" y="0"/>
          <a:chExt cx="0" cy="0"/>
        </a:xfrm>
      </p:grpSpPr>
      <p:pic>
        <p:nvPicPr>
          <p:cNvPr id="2067" name="Google Shape;2067;p155"/>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068" name="Google Shape;2068;p155"/>
          <p:cNvGrpSpPr/>
          <p:nvPr/>
        </p:nvGrpSpPr>
        <p:grpSpPr>
          <a:xfrm>
            <a:off x="-962824" y="-872075"/>
            <a:ext cx="10524450" cy="6436800"/>
            <a:chOff x="-962824" y="-872075"/>
            <a:chExt cx="10524450" cy="6436800"/>
          </a:xfrm>
        </p:grpSpPr>
        <p:sp>
          <p:nvSpPr>
            <p:cNvPr id="2069" name="Google Shape;2069;p155"/>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070" name="Google Shape;2070;p155"/>
            <p:cNvGrpSpPr/>
            <p:nvPr/>
          </p:nvGrpSpPr>
          <p:grpSpPr>
            <a:xfrm flipH="1">
              <a:off x="502351" y="-872075"/>
              <a:ext cx="2489300" cy="1740000"/>
              <a:chOff x="6148925" y="-872075"/>
              <a:chExt cx="2489300" cy="1740000"/>
            </a:xfrm>
          </p:grpSpPr>
          <p:sp>
            <p:nvSpPr>
              <p:cNvPr id="2071" name="Google Shape;2071;p15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72" name="Google Shape;2072;p15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073" name="Google Shape;2073;p155"/>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74" name="Google Shape;2074;p155"/>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075" name="Google Shape;2075;p155"/>
          <p:cNvGrpSpPr/>
          <p:nvPr/>
        </p:nvGrpSpPr>
        <p:grpSpPr>
          <a:xfrm>
            <a:off x="-962825" y="81904"/>
            <a:ext cx="10251619" cy="5069347"/>
            <a:chOff x="-962825" y="81904"/>
            <a:chExt cx="10251619" cy="5069347"/>
          </a:xfrm>
        </p:grpSpPr>
        <p:pic>
          <p:nvPicPr>
            <p:cNvPr id="2076" name="Google Shape;2076;p155"/>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077" name="Google Shape;2077;p155"/>
            <p:cNvGrpSpPr/>
            <p:nvPr/>
          </p:nvGrpSpPr>
          <p:grpSpPr>
            <a:xfrm flipH="1">
              <a:off x="7678302" y="4401391"/>
              <a:ext cx="1102438" cy="577167"/>
              <a:chOff x="359837" y="4401391"/>
              <a:chExt cx="1102438" cy="577167"/>
            </a:xfrm>
          </p:grpSpPr>
          <p:pic>
            <p:nvPicPr>
              <p:cNvPr id="2078" name="Google Shape;2078;p155"/>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079" name="Google Shape;2079;p155"/>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080" name="Google Shape;2080;p155"/>
            <p:cNvGrpSpPr/>
            <p:nvPr/>
          </p:nvGrpSpPr>
          <p:grpSpPr>
            <a:xfrm flipH="1">
              <a:off x="8100369" y="81904"/>
              <a:ext cx="1188426" cy="1227668"/>
              <a:chOff x="-7843" y="83454"/>
              <a:chExt cx="1188426" cy="1227668"/>
            </a:xfrm>
          </p:grpSpPr>
          <p:pic>
            <p:nvPicPr>
              <p:cNvPr id="2081" name="Google Shape;2081;p155"/>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082" name="Google Shape;2082;p155"/>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083" name="Google Shape;2083;p155"/>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2084" name="Google Shape;2084;p155"/>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85" name="Google Shape;2085;p155"/>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86" name="Google Shape;2086;p155"/>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087" name="Shape 2087"/>
        <p:cNvGrpSpPr/>
        <p:nvPr/>
      </p:nvGrpSpPr>
      <p:grpSpPr>
        <a:xfrm>
          <a:off x="0" y="0"/>
          <a:ext cx="0" cy="0"/>
          <a:chOff x="0" y="0"/>
          <a:chExt cx="0" cy="0"/>
        </a:xfrm>
      </p:grpSpPr>
      <p:pic>
        <p:nvPicPr>
          <p:cNvPr id="2088" name="Google Shape;2088;p156"/>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089" name="Google Shape;2089;p156"/>
          <p:cNvGrpSpPr/>
          <p:nvPr/>
        </p:nvGrpSpPr>
        <p:grpSpPr>
          <a:xfrm>
            <a:off x="0" y="-613825"/>
            <a:ext cx="9564675" cy="6140950"/>
            <a:chOff x="0" y="-613825"/>
            <a:chExt cx="9564675" cy="6140950"/>
          </a:xfrm>
        </p:grpSpPr>
        <p:sp>
          <p:nvSpPr>
            <p:cNvPr id="2090" name="Google Shape;2090;p156"/>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91" name="Google Shape;2091;p156"/>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92" name="Google Shape;2092;p156"/>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093" name="Shape 2093"/>
        <p:cNvGrpSpPr/>
        <p:nvPr/>
      </p:nvGrpSpPr>
      <p:grpSpPr>
        <a:xfrm>
          <a:off x="0" y="0"/>
          <a:ext cx="0" cy="0"/>
          <a:chOff x="0" y="0"/>
          <a:chExt cx="0" cy="0"/>
        </a:xfrm>
      </p:grpSpPr>
      <p:pic>
        <p:nvPicPr>
          <p:cNvPr id="2094" name="Google Shape;2094;p157"/>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095" name="Google Shape;2095;p157"/>
          <p:cNvGrpSpPr/>
          <p:nvPr/>
        </p:nvGrpSpPr>
        <p:grpSpPr>
          <a:xfrm>
            <a:off x="-601700" y="0"/>
            <a:ext cx="10358225" cy="5143500"/>
            <a:chOff x="-601700" y="0"/>
            <a:chExt cx="10358225" cy="5143500"/>
          </a:xfrm>
        </p:grpSpPr>
        <p:grpSp>
          <p:nvGrpSpPr>
            <p:cNvPr id="2096" name="Google Shape;2096;p157"/>
            <p:cNvGrpSpPr/>
            <p:nvPr/>
          </p:nvGrpSpPr>
          <p:grpSpPr>
            <a:xfrm rot="5400000">
              <a:off x="-2006450" y="1404750"/>
              <a:ext cx="4014600" cy="1205100"/>
              <a:chOff x="150" y="4543750"/>
              <a:chExt cx="4014600" cy="1205100"/>
            </a:xfrm>
          </p:grpSpPr>
          <p:sp>
            <p:nvSpPr>
              <p:cNvPr id="2097" name="Google Shape;2097;p15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98" name="Google Shape;2098;p15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099" name="Google Shape;2099;p157"/>
            <p:cNvGrpSpPr/>
            <p:nvPr/>
          </p:nvGrpSpPr>
          <p:grpSpPr>
            <a:xfrm rot="-5400000">
              <a:off x="7146675" y="2533650"/>
              <a:ext cx="4014600" cy="1205100"/>
              <a:chOff x="150" y="4543750"/>
              <a:chExt cx="4014600" cy="1205100"/>
            </a:xfrm>
          </p:grpSpPr>
          <p:sp>
            <p:nvSpPr>
              <p:cNvPr id="2100" name="Google Shape;2100;p157"/>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01" name="Google Shape;2101;p157"/>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05" name="Shape 2105"/>
        <p:cNvGrpSpPr/>
        <p:nvPr/>
      </p:nvGrpSpPr>
      <p:grpSpPr>
        <a:xfrm>
          <a:off x="0" y="0"/>
          <a:ext cx="0" cy="0"/>
          <a:chOff x="0" y="0"/>
          <a:chExt cx="0" cy="0"/>
        </a:xfrm>
      </p:grpSpPr>
      <p:pic>
        <p:nvPicPr>
          <p:cNvPr id="2106" name="Google Shape;2106;p15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07" name="Google Shape;2107;p159"/>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108" name="Google Shape;2108;p159"/>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109" name="Google Shape;2109;p159"/>
          <p:cNvGrpSpPr/>
          <p:nvPr/>
        </p:nvGrpSpPr>
        <p:grpSpPr>
          <a:xfrm>
            <a:off x="-421050" y="-872075"/>
            <a:ext cx="10524450" cy="6436800"/>
            <a:chOff x="-421050" y="-872075"/>
            <a:chExt cx="10524450" cy="6436800"/>
          </a:xfrm>
        </p:grpSpPr>
        <p:sp>
          <p:nvSpPr>
            <p:cNvPr id="2110" name="Google Shape;2110;p159"/>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111" name="Google Shape;2111;p159"/>
            <p:cNvGrpSpPr/>
            <p:nvPr/>
          </p:nvGrpSpPr>
          <p:grpSpPr>
            <a:xfrm>
              <a:off x="6148925" y="-872075"/>
              <a:ext cx="2489300" cy="1740000"/>
              <a:chOff x="6148925" y="-872075"/>
              <a:chExt cx="2489300" cy="1740000"/>
            </a:xfrm>
          </p:grpSpPr>
          <p:sp>
            <p:nvSpPr>
              <p:cNvPr id="2112" name="Google Shape;2112;p15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13" name="Google Shape;2113;p15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114" name="Google Shape;2114;p15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15" name="Google Shape;2115;p159"/>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16" name="Google Shape;2116;p159"/>
          <p:cNvGrpSpPr/>
          <p:nvPr/>
        </p:nvGrpSpPr>
        <p:grpSpPr>
          <a:xfrm>
            <a:off x="-148218" y="81904"/>
            <a:ext cx="10251619" cy="5069347"/>
            <a:chOff x="-148218" y="81904"/>
            <a:chExt cx="10251619" cy="5069347"/>
          </a:xfrm>
        </p:grpSpPr>
        <p:pic>
          <p:nvPicPr>
            <p:cNvPr id="2117" name="Google Shape;2117;p159"/>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118" name="Google Shape;2118;p159"/>
            <p:cNvGrpSpPr/>
            <p:nvPr/>
          </p:nvGrpSpPr>
          <p:grpSpPr>
            <a:xfrm>
              <a:off x="359837" y="4401391"/>
              <a:ext cx="1102438" cy="577167"/>
              <a:chOff x="359837" y="4401391"/>
              <a:chExt cx="1102438" cy="577167"/>
            </a:xfrm>
          </p:grpSpPr>
          <p:pic>
            <p:nvPicPr>
              <p:cNvPr id="2119" name="Google Shape;2119;p15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20" name="Google Shape;2120;p15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121" name="Google Shape;2121;p159"/>
            <p:cNvGrpSpPr/>
            <p:nvPr/>
          </p:nvGrpSpPr>
          <p:grpSpPr>
            <a:xfrm>
              <a:off x="-148218" y="81904"/>
              <a:ext cx="1188426" cy="1227668"/>
              <a:chOff x="-7843" y="83454"/>
              <a:chExt cx="1188426" cy="1227668"/>
            </a:xfrm>
          </p:grpSpPr>
          <p:pic>
            <p:nvPicPr>
              <p:cNvPr id="2122" name="Google Shape;2122;p15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123" name="Google Shape;2123;p15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124" name="Google Shape;2124;p15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25" name="Shape 2125"/>
        <p:cNvGrpSpPr/>
        <p:nvPr/>
      </p:nvGrpSpPr>
      <p:grpSpPr>
        <a:xfrm>
          <a:off x="0" y="0"/>
          <a:ext cx="0" cy="0"/>
          <a:chOff x="0" y="0"/>
          <a:chExt cx="0" cy="0"/>
        </a:xfrm>
      </p:grpSpPr>
      <p:pic>
        <p:nvPicPr>
          <p:cNvPr id="2126" name="Google Shape;2126;p16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27" name="Google Shape;2127;p160"/>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28" name="Google Shape;2128;p160"/>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2129" name="Google Shape;2129;p160"/>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130" name="Google Shape;2130;p160"/>
          <p:cNvGrpSpPr/>
          <p:nvPr/>
        </p:nvGrpSpPr>
        <p:grpSpPr>
          <a:xfrm>
            <a:off x="8206512" y="4230524"/>
            <a:ext cx="848365" cy="950159"/>
            <a:chOff x="41662" y="277999"/>
            <a:chExt cx="848365" cy="950159"/>
          </a:xfrm>
        </p:grpSpPr>
        <p:pic>
          <p:nvPicPr>
            <p:cNvPr id="2131" name="Google Shape;2131;p16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132" name="Google Shape;2132;p16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133" name="Google Shape;2133;p16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134" name="Google Shape;2134;p160"/>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2135" name="Google Shape;2135;p160"/>
          <p:cNvGrpSpPr/>
          <p:nvPr/>
        </p:nvGrpSpPr>
        <p:grpSpPr>
          <a:xfrm>
            <a:off x="-601700" y="-872075"/>
            <a:ext cx="10705100" cy="5548225"/>
            <a:chOff x="-601700" y="-872075"/>
            <a:chExt cx="10705100" cy="5548225"/>
          </a:xfrm>
        </p:grpSpPr>
        <p:sp>
          <p:nvSpPr>
            <p:cNvPr id="2136" name="Google Shape;2136;p16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137" name="Google Shape;2137;p160"/>
            <p:cNvGrpSpPr/>
            <p:nvPr/>
          </p:nvGrpSpPr>
          <p:grpSpPr>
            <a:xfrm rot="5400000">
              <a:off x="-2006450" y="1404750"/>
              <a:ext cx="4014600" cy="1205100"/>
              <a:chOff x="150" y="4543750"/>
              <a:chExt cx="4014600" cy="1205100"/>
            </a:xfrm>
          </p:grpSpPr>
          <p:sp>
            <p:nvSpPr>
              <p:cNvPr id="2138" name="Google Shape;2138;p16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39" name="Google Shape;2139;p160"/>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40" name="Google Shape;2140;p160"/>
            <p:cNvGrpSpPr/>
            <p:nvPr/>
          </p:nvGrpSpPr>
          <p:grpSpPr>
            <a:xfrm>
              <a:off x="6148925" y="-872075"/>
              <a:ext cx="2489300" cy="1740000"/>
              <a:chOff x="6148925" y="-872075"/>
              <a:chExt cx="2489300" cy="1740000"/>
            </a:xfrm>
          </p:grpSpPr>
          <p:sp>
            <p:nvSpPr>
              <p:cNvPr id="2141" name="Google Shape;2141;p16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42" name="Google Shape;2142;p16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43" name="Shape 2143"/>
        <p:cNvGrpSpPr/>
        <p:nvPr/>
      </p:nvGrpSpPr>
      <p:grpSpPr>
        <a:xfrm>
          <a:off x="0" y="0"/>
          <a:ext cx="0" cy="0"/>
          <a:chOff x="0" y="0"/>
          <a:chExt cx="0" cy="0"/>
        </a:xfrm>
      </p:grpSpPr>
      <p:pic>
        <p:nvPicPr>
          <p:cNvPr id="2144" name="Google Shape;2144;p16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45" name="Google Shape;2145;p1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46" name="Google Shape;2146;p161"/>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2147" name="Google Shape;2147;p161"/>
          <p:cNvGrpSpPr/>
          <p:nvPr/>
        </p:nvGrpSpPr>
        <p:grpSpPr>
          <a:xfrm>
            <a:off x="150" y="2779250"/>
            <a:ext cx="10103250" cy="2785475"/>
            <a:chOff x="150" y="2779250"/>
            <a:chExt cx="10103250" cy="2785475"/>
          </a:xfrm>
        </p:grpSpPr>
        <p:sp>
          <p:nvSpPr>
            <p:cNvPr id="2148" name="Google Shape;2148;p16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49" name="Google Shape;2149;p161"/>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50" name="Google Shape;2150;p161"/>
          <p:cNvGrpSpPr/>
          <p:nvPr/>
        </p:nvGrpSpPr>
        <p:grpSpPr>
          <a:xfrm>
            <a:off x="2" y="156617"/>
            <a:ext cx="1462273" cy="4821940"/>
            <a:chOff x="2" y="156617"/>
            <a:chExt cx="1462273" cy="4821940"/>
          </a:xfrm>
        </p:grpSpPr>
        <p:grpSp>
          <p:nvGrpSpPr>
            <p:cNvPr id="2151" name="Google Shape;2151;p161"/>
            <p:cNvGrpSpPr/>
            <p:nvPr/>
          </p:nvGrpSpPr>
          <p:grpSpPr>
            <a:xfrm>
              <a:off x="2" y="156617"/>
              <a:ext cx="719987" cy="944360"/>
              <a:chOff x="2" y="156617"/>
              <a:chExt cx="719987" cy="944360"/>
            </a:xfrm>
          </p:grpSpPr>
          <p:pic>
            <p:nvPicPr>
              <p:cNvPr id="2152" name="Google Shape;2152;p161"/>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153" name="Google Shape;2153;p161"/>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2154" name="Google Shape;2154;p161"/>
            <p:cNvGrpSpPr/>
            <p:nvPr/>
          </p:nvGrpSpPr>
          <p:grpSpPr>
            <a:xfrm>
              <a:off x="359837" y="4401391"/>
              <a:ext cx="1102438" cy="577167"/>
              <a:chOff x="359837" y="4401391"/>
              <a:chExt cx="1102438" cy="577167"/>
            </a:xfrm>
          </p:grpSpPr>
          <p:pic>
            <p:nvPicPr>
              <p:cNvPr id="2155" name="Google Shape;2155;p16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56" name="Google Shape;2156;p16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57" name="Shape 2157"/>
        <p:cNvGrpSpPr/>
        <p:nvPr/>
      </p:nvGrpSpPr>
      <p:grpSpPr>
        <a:xfrm>
          <a:off x="0" y="0"/>
          <a:ext cx="0" cy="0"/>
          <a:chOff x="0" y="0"/>
          <a:chExt cx="0" cy="0"/>
        </a:xfrm>
      </p:grpSpPr>
      <p:pic>
        <p:nvPicPr>
          <p:cNvPr id="2158" name="Google Shape;2158;p16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159" name="Google Shape;2159;p1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60" name="Google Shape;2160;p162"/>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61" name="Google Shape;2161;p162"/>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62" name="Google Shape;2162;p162"/>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163" name="Google Shape;2163;p162"/>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164" name="Google Shape;2164;p162"/>
          <p:cNvGrpSpPr/>
          <p:nvPr/>
        </p:nvGrpSpPr>
        <p:grpSpPr>
          <a:xfrm>
            <a:off x="150" y="2779250"/>
            <a:ext cx="10103250" cy="2785475"/>
            <a:chOff x="150" y="2779250"/>
            <a:chExt cx="10103250" cy="2785475"/>
          </a:xfrm>
        </p:grpSpPr>
        <p:sp>
          <p:nvSpPr>
            <p:cNvPr id="2165" name="Google Shape;2165;p16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66" name="Google Shape;2166;p16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67" name="Google Shape;2167;p162"/>
          <p:cNvGrpSpPr/>
          <p:nvPr/>
        </p:nvGrpSpPr>
        <p:grpSpPr>
          <a:xfrm>
            <a:off x="2" y="156617"/>
            <a:ext cx="10103400" cy="4994633"/>
            <a:chOff x="2" y="156617"/>
            <a:chExt cx="10103400" cy="4994633"/>
          </a:xfrm>
        </p:grpSpPr>
        <p:grpSp>
          <p:nvGrpSpPr>
            <p:cNvPr id="2168" name="Google Shape;2168;p162"/>
            <p:cNvGrpSpPr/>
            <p:nvPr/>
          </p:nvGrpSpPr>
          <p:grpSpPr>
            <a:xfrm>
              <a:off x="2" y="156617"/>
              <a:ext cx="719987" cy="944360"/>
              <a:chOff x="2" y="156617"/>
              <a:chExt cx="719987" cy="944360"/>
            </a:xfrm>
          </p:grpSpPr>
          <p:pic>
            <p:nvPicPr>
              <p:cNvPr id="2169" name="Google Shape;2169;p162"/>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170" name="Google Shape;2170;p162"/>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2171" name="Google Shape;2171;p162"/>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172" name="Google Shape;2172;p162"/>
            <p:cNvGrpSpPr/>
            <p:nvPr/>
          </p:nvGrpSpPr>
          <p:grpSpPr>
            <a:xfrm>
              <a:off x="359837" y="4401391"/>
              <a:ext cx="1102438" cy="577167"/>
              <a:chOff x="359837" y="4401391"/>
              <a:chExt cx="1102438" cy="577167"/>
            </a:xfrm>
          </p:grpSpPr>
          <p:pic>
            <p:nvPicPr>
              <p:cNvPr id="2173" name="Google Shape;2173;p162"/>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74" name="Google Shape;2174;p16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75" name="Shape 2175"/>
        <p:cNvGrpSpPr/>
        <p:nvPr/>
      </p:nvGrpSpPr>
      <p:grpSpPr>
        <a:xfrm>
          <a:off x="0" y="0"/>
          <a:ext cx="0" cy="0"/>
          <a:chOff x="0" y="0"/>
          <a:chExt cx="0" cy="0"/>
        </a:xfrm>
      </p:grpSpPr>
      <p:pic>
        <p:nvPicPr>
          <p:cNvPr id="2176" name="Google Shape;2176;p16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177" name="Google Shape;2177;p1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178" name="Google Shape;2178;p163"/>
          <p:cNvGrpSpPr/>
          <p:nvPr/>
        </p:nvGrpSpPr>
        <p:grpSpPr>
          <a:xfrm>
            <a:off x="5129400" y="4543750"/>
            <a:ext cx="4014600" cy="1205100"/>
            <a:chOff x="5129400" y="4543750"/>
            <a:chExt cx="4014600" cy="1205100"/>
          </a:xfrm>
        </p:grpSpPr>
        <p:sp>
          <p:nvSpPr>
            <p:cNvPr id="2179" name="Google Shape;2179;p163"/>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80" name="Google Shape;2180;p163"/>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81" name="Google Shape;2181;p163"/>
          <p:cNvGrpSpPr/>
          <p:nvPr/>
        </p:nvGrpSpPr>
        <p:grpSpPr>
          <a:xfrm>
            <a:off x="2" y="156617"/>
            <a:ext cx="9296400" cy="4986881"/>
            <a:chOff x="2" y="156617"/>
            <a:chExt cx="9296400" cy="4986881"/>
          </a:xfrm>
        </p:grpSpPr>
        <p:grpSp>
          <p:nvGrpSpPr>
            <p:cNvPr id="2182" name="Google Shape;2182;p163"/>
            <p:cNvGrpSpPr/>
            <p:nvPr/>
          </p:nvGrpSpPr>
          <p:grpSpPr>
            <a:xfrm>
              <a:off x="2" y="156617"/>
              <a:ext cx="719987" cy="944360"/>
              <a:chOff x="2" y="156617"/>
              <a:chExt cx="719987" cy="944360"/>
            </a:xfrm>
          </p:grpSpPr>
          <p:pic>
            <p:nvPicPr>
              <p:cNvPr id="2183" name="Google Shape;2183;p16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184" name="Google Shape;2184;p16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2185" name="Google Shape;2185;p163"/>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86" name="Shape 2186"/>
        <p:cNvGrpSpPr/>
        <p:nvPr/>
      </p:nvGrpSpPr>
      <p:grpSpPr>
        <a:xfrm>
          <a:off x="0" y="0"/>
          <a:ext cx="0" cy="0"/>
          <a:chOff x="0" y="0"/>
          <a:chExt cx="0" cy="0"/>
        </a:xfrm>
      </p:grpSpPr>
      <p:pic>
        <p:nvPicPr>
          <p:cNvPr id="2187" name="Google Shape;2187;p16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88" name="Google Shape;2188;p164"/>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89" name="Google Shape;2189;p164"/>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2190" name="Google Shape;2190;p16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191" name="Google Shape;2191;p164"/>
          <p:cNvGrpSpPr/>
          <p:nvPr/>
        </p:nvGrpSpPr>
        <p:grpSpPr>
          <a:xfrm>
            <a:off x="2" y="156617"/>
            <a:ext cx="1462273" cy="4821940"/>
            <a:chOff x="2" y="156617"/>
            <a:chExt cx="1462273" cy="4821940"/>
          </a:xfrm>
        </p:grpSpPr>
        <p:grpSp>
          <p:nvGrpSpPr>
            <p:cNvPr id="2192" name="Google Shape;2192;p164"/>
            <p:cNvGrpSpPr/>
            <p:nvPr/>
          </p:nvGrpSpPr>
          <p:grpSpPr>
            <a:xfrm>
              <a:off x="2" y="156617"/>
              <a:ext cx="719987" cy="944360"/>
              <a:chOff x="2" y="156617"/>
              <a:chExt cx="719987" cy="944360"/>
            </a:xfrm>
          </p:grpSpPr>
          <p:pic>
            <p:nvPicPr>
              <p:cNvPr id="2193" name="Google Shape;2193;p16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194" name="Google Shape;2194;p16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195" name="Google Shape;2195;p164"/>
            <p:cNvGrpSpPr/>
            <p:nvPr/>
          </p:nvGrpSpPr>
          <p:grpSpPr>
            <a:xfrm>
              <a:off x="359837" y="4401391"/>
              <a:ext cx="1102438" cy="577167"/>
              <a:chOff x="359837" y="4401391"/>
              <a:chExt cx="1102438" cy="577167"/>
            </a:xfrm>
          </p:grpSpPr>
          <p:pic>
            <p:nvPicPr>
              <p:cNvPr id="2196" name="Google Shape;2196;p16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97" name="Google Shape;2197;p16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198" name="Shape 2198"/>
        <p:cNvGrpSpPr/>
        <p:nvPr/>
      </p:nvGrpSpPr>
      <p:grpSpPr>
        <a:xfrm>
          <a:off x="0" y="0"/>
          <a:ext cx="0" cy="0"/>
          <a:chOff x="0" y="0"/>
          <a:chExt cx="0" cy="0"/>
        </a:xfrm>
      </p:grpSpPr>
      <p:pic>
        <p:nvPicPr>
          <p:cNvPr id="2199" name="Google Shape;2199;p16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200" name="Google Shape;2200;p165"/>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201" name="Google Shape;2201;p165"/>
          <p:cNvGrpSpPr/>
          <p:nvPr/>
        </p:nvGrpSpPr>
        <p:grpSpPr>
          <a:xfrm>
            <a:off x="-421050" y="0"/>
            <a:ext cx="10524450" cy="5564725"/>
            <a:chOff x="-421050" y="0"/>
            <a:chExt cx="10524450" cy="5564725"/>
          </a:xfrm>
        </p:grpSpPr>
        <p:sp>
          <p:nvSpPr>
            <p:cNvPr id="2202" name="Google Shape;2202;p165"/>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03" name="Google Shape;2203;p16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04" name="Google Shape;2204;p16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205" name="Google Shape;2205;p165"/>
          <p:cNvGrpSpPr/>
          <p:nvPr/>
        </p:nvGrpSpPr>
        <p:grpSpPr>
          <a:xfrm>
            <a:off x="-148218" y="81904"/>
            <a:ext cx="10251619" cy="5069347"/>
            <a:chOff x="-148218" y="81904"/>
            <a:chExt cx="10251619" cy="5069347"/>
          </a:xfrm>
        </p:grpSpPr>
        <p:pic>
          <p:nvPicPr>
            <p:cNvPr id="2206" name="Google Shape;2206;p165"/>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207" name="Google Shape;2207;p165"/>
            <p:cNvGrpSpPr/>
            <p:nvPr/>
          </p:nvGrpSpPr>
          <p:grpSpPr>
            <a:xfrm>
              <a:off x="359837" y="4401391"/>
              <a:ext cx="1102438" cy="577167"/>
              <a:chOff x="359837" y="4401391"/>
              <a:chExt cx="1102438" cy="577167"/>
            </a:xfrm>
          </p:grpSpPr>
          <p:pic>
            <p:nvPicPr>
              <p:cNvPr id="2208" name="Google Shape;2208;p165"/>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209" name="Google Shape;2209;p165"/>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210" name="Google Shape;2210;p165"/>
            <p:cNvGrpSpPr/>
            <p:nvPr/>
          </p:nvGrpSpPr>
          <p:grpSpPr>
            <a:xfrm>
              <a:off x="-148218" y="81904"/>
              <a:ext cx="1188426" cy="1227668"/>
              <a:chOff x="-7843" y="83454"/>
              <a:chExt cx="1188426" cy="1227668"/>
            </a:xfrm>
          </p:grpSpPr>
          <p:pic>
            <p:nvPicPr>
              <p:cNvPr id="2211" name="Google Shape;2211;p165"/>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212" name="Google Shape;2212;p165"/>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213" name="Google Shape;2213;p165"/>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14" name="Shape 2214"/>
        <p:cNvGrpSpPr/>
        <p:nvPr/>
      </p:nvGrpSpPr>
      <p:grpSpPr>
        <a:xfrm>
          <a:off x="0" y="0"/>
          <a:ext cx="0" cy="0"/>
          <a:chOff x="0" y="0"/>
          <a:chExt cx="0" cy="0"/>
        </a:xfrm>
      </p:grpSpPr>
      <p:pic>
        <p:nvPicPr>
          <p:cNvPr id="2215" name="Google Shape;2215;p16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16" name="Google Shape;2216;p166"/>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217" name="Google Shape;2217;p166"/>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218" name="Google Shape;2218;p166"/>
          <p:cNvGrpSpPr/>
          <p:nvPr/>
        </p:nvGrpSpPr>
        <p:grpSpPr>
          <a:xfrm>
            <a:off x="0" y="-859375"/>
            <a:ext cx="9504775" cy="6608225"/>
            <a:chOff x="0" y="-859375"/>
            <a:chExt cx="9504775" cy="6608225"/>
          </a:xfrm>
        </p:grpSpPr>
        <p:grpSp>
          <p:nvGrpSpPr>
            <p:cNvPr id="2219" name="Google Shape;2219;p166"/>
            <p:cNvGrpSpPr/>
            <p:nvPr/>
          </p:nvGrpSpPr>
          <p:grpSpPr>
            <a:xfrm flipH="1">
              <a:off x="5129400" y="4543750"/>
              <a:ext cx="4014600" cy="1205100"/>
              <a:chOff x="150" y="4543750"/>
              <a:chExt cx="4014600" cy="1205100"/>
            </a:xfrm>
          </p:grpSpPr>
          <p:sp>
            <p:nvSpPr>
              <p:cNvPr id="2220" name="Google Shape;2220;p166"/>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21" name="Google Shape;2221;p166"/>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222" name="Google Shape;2222;p166"/>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223" name="Google Shape;2223;p166"/>
            <p:cNvGrpSpPr/>
            <p:nvPr/>
          </p:nvGrpSpPr>
          <p:grpSpPr>
            <a:xfrm flipH="1">
              <a:off x="0" y="-859375"/>
              <a:ext cx="2489300" cy="1740000"/>
              <a:chOff x="6148925" y="-872075"/>
              <a:chExt cx="2489300" cy="1740000"/>
            </a:xfrm>
          </p:grpSpPr>
          <p:sp>
            <p:nvSpPr>
              <p:cNvPr id="2224" name="Google Shape;2224;p16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25" name="Google Shape;2225;p16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226" name="Google Shape;2226;p166"/>
          <p:cNvGrpSpPr/>
          <p:nvPr/>
        </p:nvGrpSpPr>
        <p:grpSpPr>
          <a:xfrm>
            <a:off x="-736999" y="-445900"/>
            <a:ext cx="10033401" cy="5589398"/>
            <a:chOff x="-736999" y="-445900"/>
            <a:chExt cx="10033401" cy="5589398"/>
          </a:xfrm>
        </p:grpSpPr>
        <p:pic>
          <p:nvPicPr>
            <p:cNvPr id="2227" name="Google Shape;2227;p166"/>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2228" name="Google Shape;2228;p166"/>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29" name="Shape 2229"/>
        <p:cNvGrpSpPr/>
        <p:nvPr/>
      </p:nvGrpSpPr>
      <p:grpSpPr>
        <a:xfrm>
          <a:off x="0" y="0"/>
          <a:ext cx="0" cy="0"/>
          <a:chOff x="0" y="0"/>
          <a:chExt cx="0" cy="0"/>
        </a:xfrm>
      </p:grpSpPr>
      <p:sp>
        <p:nvSpPr>
          <p:cNvPr id="2230" name="Google Shape;2230;p167"/>
          <p:cNvSpPr/>
          <p:nvPr>
            <p:ph idx="2" type="pic"/>
          </p:nvPr>
        </p:nvSpPr>
        <p:spPr>
          <a:xfrm>
            <a:off x="-25" y="-13725"/>
            <a:ext cx="9144000" cy="5157300"/>
          </a:xfrm>
          <a:prstGeom prst="rect">
            <a:avLst/>
          </a:prstGeom>
          <a:noFill/>
          <a:ln>
            <a:noFill/>
          </a:ln>
        </p:spPr>
      </p:sp>
      <p:sp>
        <p:nvSpPr>
          <p:cNvPr id="2231" name="Google Shape;2231;p167"/>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32" name="Shape 2232"/>
        <p:cNvGrpSpPr/>
        <p:nvPr/>
      </p:nvGrpSpPr>
      <p:grpSpPr>
        <a:xfrm>
          <a:off x="0" y="0"/>
          <a:ext cx="0" cy="0"/>
          <a:chOff x="0" y="0"/>
          <a:chExt cx="0" cy="0"/>
        </a:xfrm>
      </p:grpSpPr>
      <p:pic>
        <p:nvPicPr>
          <p:cNvPr id="2233" name="Google Shape;2233;p16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34" name="Google Shape;2234;p168"/>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235" name="Google Shape;2235;p168"/>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2236" name="Google Shape;2236;p168"/>
          <p:cNvGrpSpPr/>
          <p:nvPr/>
        </p:nvGrpSpPr>
        <p:grpSpPr>
          <a:xfrm>
            <a:off x="-601700" y="-872075"/>
            <a:ext cx="10705100" cy="5548225"/>
            <a:chOff x="-601700" y="-872075"/>
            <a:chExt cx="10705100" cy="5548225"/>
          </a:xfrm>
        </p:grpSpPr>
        <p:sp>
          <p:nvSpPr>
            <p:cNvPr id="2237" name="Google Shape;2237;p16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238" name="Google Shape;2238;p168"/>
            <p:cNvGrpSpPr/>
            <p:nvPr/>
          </p:nvGrpSpPr>
          <p:grpSpPr>
            <a:xfrm rot="5400000">
              <a:off x="-2006450" y="1404750"/>
              <a:ext cx="4014600" cy="1205100"/>
              <a:chOff x="150" y="4543750"/>
              <a:chExt cx="4014600" cy="1205100"/>
            </a:xfrm>
          </p:grpSpPr>
          <p:sp>
            <p:nvSpPr>
              <p:cNvPr id="2239" name="Google Shape;2239;p16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40" name="Google Shape;2240;p168"/>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241" name="Google Shape;2241;p168"/>
            <p:cNvGrpSpPr/>
            <p:nvPr/>
          </p:nvGrpSpPr>
          <p:grpSpPr>
            <a:xfrm>
              <a:off x="6148925" y="-872075"/>
              <a:ext cx="2489300" cy="1740000"/>
              <a:chOff x="6148925" y="-872075"/>
              <a:chExt cx="2489300" cy="1740000"/>
            </a:xfrm>
          </p:grpSpPr>
          <p:sp>
            <p:nvSpPr>
              <p:cNvPr id="2242" name="Google Shape;2242;p16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43" name="Google Shape;2243;p16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244" name="Google Shape;2244;p168"/>
          <p:cNvGrpSpPr/>
          <p:nvPr/>
        </p:nvGrpSpPr>
        <p:grpSpPr>
          <a:xfrm>
            <a:off x="-100888" y="2838714"/>
            <a:ext cx="9155766" cy="2341969"/>
            <a:chOff x="-100888" y="2838714"/>
            <a:chExt cx="9155766" cy="2341969"/>
          </a:xfrm>
        </p:grpSpPr>
        <p:grpSp>
          <p:nvGrpSpPr>
            <p:cNvPr id="2245" name="Google Shape;2245;p168"/>
            <p:cNvGrpSpPr/>
            <p:nvPr/>
          </p:nvGrpSpPr>
          <p:grpSpPr>
            <a:xfrm>
              <a:off x="8206512" y="4230524"/>
              <a:ext cx="848365" cy="950159"/>
              <a:chOff x="41662" y="277999"/>
              <a:chExt cx="848365" cy="950159"/>
            </a:xfrm>
          </p:grpSpPr>
          <p:pic>
            <p:nvPicPr>
              <p:cNvPr id="2246" name="Google Shape;2246;p16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247" name="Google Shape;2247;p16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248" name="Google Shape;2248;p16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249" name="Google Shape;2249;p168"/>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250" name="Shape 2250"/>
        <p:cNvGrpSpPr/>
        <p:nvPr/>
      </p:nvGrpSpPr>
      <p:grpSpPr>
        <a:xfrm>
          <a:off x="0" y="0"/>
          <a:ext cx="0" cy="0"/>
          <a:chOff x="0" y="0"/>
          <a:chExt cx="0" cy="0"/>
        </a:xfrm>
      </p:grpSpPr>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251" name="Shape 2251"/>
        <p:cNvGrpSpPr/>
        <p:nvPr/>
      </p:nvGrpSpPr>
      <p:grpSpPr>
        <a:xfrm>
          <a:off x="0" y="0"/>
          <a:ext cx="0" cy="0"/>
          <a:chOff x="0" y="0"/>
          <a:chExt cx="0" cy="0"/>
        </a:xfrm>
      </p:grpSpPr>
      <p:pic>
        <p:nvPicPr>
          <p:cNvPr id="2252" name="Google Shape;2252;p17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253" name="Google Shape;2253;p170"/>
          <p:cNvGrpSpPr/>
          <p:nvPr/>
        </p:nvGrpSpPr>
        <p:grpSpPr>
          <a:xfrm>
            <a:off x="7033266" y="-738725"/>
            <a:ext cx="2110732" cy="1475400"/>
            <a:chOff x="7033266" y="-738725"/>
            <a:chExt cx="2110732" cy="1475400"/>
          </a:xfrm>
        </p:grpSpPr>
        <p:sp>
          <p:nvSpPr>
            <p:cNvPr id="2254" name="Google Shape;2254;p170"/>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55" name="Google Shape;2255;p170"/>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256" name="Google Shape;2256;p17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57" name="Google Shape;2257;p170"/>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58" name="Google Shape;2258;p170"/>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59" name="Google Shape;2259;p170"/>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260" name="Google Shape;2260;p170"/>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61" name="Google Shape;2261;p170"/>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62" name="Google Shape;2262;p170"/>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263" name="Google Shape;2263;p170"/>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64" name="Google Shape;2264;p170"/>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65" name="Google Shape;2265;p170"/>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266" name="Google Shape;2266;p170"/>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67" name="Google Shape;2267;p170"/>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68" name="Google Shape;2268;p170"/>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2269" name="Google Shape;2269;p170"/>
          <p:cNvGrpSpPr/>
          <p:nvPr/>
        </p:nvGrpSpPr>
        <p:grpSpPr>
          <a:xfrm>
            <a:off x="2" y="156617"/>
            <a:ext cx="9096298" cy="4929890"/>
            <a:chOff x="2" y="156617"/>
            <a:chExt cx="9096298" cy="4929890"/>
          </a:xfrm>
        </p:grpSpPr>
        <p:grpSp>
          <p:nvGrpSpPr>
            <p:cNvPr id="2270" name="Google Shape;2270;p170"/>
            <p:cNvGrpSpPr/>
            <p:nvPr/>
          </p:nvGrpSpPr>
          <p:grpSpPr>
            <a:xfrm>
              <a:off x="2" y="156617"/>
              <a:ext cx="719987" cy="944360"/>
              <a:chOff x="2" y="156617"/>
              <a:chExt cx="719987" cy="944360"/>
            </a:xfrm>
          </p:grpSpPr>
          <p:pic>
            <p:nvPicPr>
              <p:cNvPr id="2271" name="Google Shape;2271;p17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272" name="Google Shape;2272;p17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273" name="Google Shape;2273;p170"/>
            <p:cNvGrpSpPr/>
            <p:nvPr/>
          </p:nvGrpSpPr>
          <p:grpSpPr>
            <a:xfrm>
              <a:off x="7993862" y="4509341"/>
              <a:ext cx="1102438" cy="577167"/>
              <a:chOff x="7993862" y="4509341"/>
              <a:chExt cx="1102438" cy="577167"/>
            </a:xfrm>
          </p:grpSpPr>
          <p:pic>
            <p:nvPicPr>
              <p:cNvPr id="2274" name="Google Shape;2274;p170"/>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2275" name="Google Shape;2275;p170"/>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276" name="Shape 2276"/>
        <p:cNvGrpSpPr/>
        <p:nvPr/>
      </p:nvGrpSpPr>
      <p:grpSpPr>
        <a:xfrm>
          <a:off x="0" y="0"/>
          <a:ext cx="0" cy="0"/>
          <a:chOff x="0" y="0"/>
          <a:chExt cx="0" cy="0"/>
        </a:xfrm>
      </p:grpSpPr>
      <p:pic>
        <p:nvPicPr>
          <p:cNvPr id="2277" name="Google Shape;2277;p17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78" name="Google Shape;2278;p171"/>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279" name="Google Shape;2279;p171"/>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2280" name="Google Shape;2280;p171"/>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2281" name="Google Shape;2281;p171"/>
          <p:cNvGrpSpPr/>
          <p:nvPr/>
        </p:nvGrpSpPr>
        <p:grpSpPr>
          <a:xfrm>
            <a:off x="0" y="-859375"/>
            <a:ext cx="9755475" cy="6421100"/>
            <a:chOff x="0" y="-859375"/>
            <a:chExt cx="9755475" cy="6421100"/>
          </a:xfrm>
        </p:grpSpPr>
        <p:sp>
          <p:nvSpPr>
            <p:cNvPr id="2282" name="Google Shape;2282;p171"/>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283" name="Google Shape;2283;p171"/>
            <p:cNvGrpSpPr/>
            <p:nvPr/>
          </p:nvGrpSpPr>
          <p:grpSpPr>
            <a:xfrm flipH="1">
              <a:off x="0" y="-859375"/>
              <a:ext cx="2489300" cy="1740000"/>
              <a:chOff x="6148925" y="-872075"/>
              <a:chExt cx="2489300" cy="1740000"/>
            </a:xfrm>
          </p:grpSpPr>
          <p:sp>
            <p:nvSpPr>
              <p:cNvPr id="2284" name="Google Shape;2284;p17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85" name="Google Shape;2285;p17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286" name="Google Shape;2286;p171"/>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287" name="Shape 2287"/>
        <p:cNvGrpSpPr/>
        <p:nvPr/>
      </p:nvGrpSpPr>
      <p:grpSpPr>
        <a:xfrm>
          <a:off x="0" y="0"/>
          <a:ext cx="0" cy="0"/>
          <a:chOff x="0" y="0"/>
          <a:chExt cx="0" cy="0"/>
        </a:xfrm>
      </p:grpSpPr>
      <p:pic>
        <p:nvPicPr>
          <p:cNvPr id="2288" name="Google Shape;2288;p17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289" name="Google Shape;2289;p172"/>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90" name="Google Shape;2290;p172"/>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91" name="Google Shape;2291;p172"/>
          <p:cNvSpPr/>
          <p:nvPr>
            <p:ph idx="2" type="pic"/>
          </p:nvPr>
        </p:nvSpPr>
        <p:spPr>
          <a:xfrm>
            <a:off x="4898950" y="533875"/>
            <a:ext cx="3489000" cy="4075800"/>
          </a:xfrm>
          <a:prstGeom prst="roundRect">
            <a:avLst>
              <a:gd fmla="val 18268" name="adj"/>
            </a:avLst>
          </a:prstGeom>
          <a:noFill/>
          <a:ln>
            <a:noFill/>
          </a:ln>
        </p:spPr>
      </p:sp>
      <p:grpSp>
        <p:nvGrpSpPr>
          <p:cNvPr id="2292" name="Google Shape;2292;p172"/>
          <p:cNvGrpSpPr/>
          <p:nvPr/>
        </p:nvGrpSpPr>
        <p:grpSpPr>
          <a:xfrm rot="5400000">
            <a:off x="-2006450" y="1404750"/>
            <a:ext cx="4014600" cy="1205100"/>
            <a:chOff x="150" y="4543750"/>
            <a:chExt cx="4014600" cy="1205100"/>
          </a:xfrm>
        </p:grpSpPr>
        <p:sp>
          <p:nvSpPr>
            <p:cNvPr id="2293" name="Google Shape;2293;p17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94" name="Google Shape;2294;p17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295" name="Shape 2295"/>
        <p:cNvGrpSpPr/>
        <p:nvPr/>
      </p:nvGrpSpPr>
      <p:grpSpPr>
        <a:xfrm>
          <a:off x="0" y="0"/>
          <a:ext cx="0" cy="0"/>
          <a:chOff x="0" y="0"/>
          <a:chExt cx="0" cy="0"/>
        </a:xfrm>
      </p:grpSpPr>
      <p:pic>
        <p:nvPicPr>
          <p:cNvPr id="2296" name="Google Shape;2296;p17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297" name="Google Shape;2297;p173"/>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98" name="Google Shape;2298;p173"/>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299" name="Google Shape;2299;p173"/>
          <p:cNvGrpSpPr/>
          <p:nvPr/>
        </p:nvGrpSpPr>
        <p:grpSpPr>
          <a:xfrm>
            <a:off x="0" y="-859375"/>
            <a:ext cx="9755475" cy="6421100"/>
            <a:chOff x="0" y="-859375"/>
            <a:chExt cx="9755475" cy="6421100"/>
          </a:xfrm>
        </p:grpSpPr>
        <p:sp>
          <p:nvSpPr>
            <p:cNvPr id="2300" name="Google Shape;2300;p173"/>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01" name="Google Shape;2301;p173"/>
            <p:cNvGrpSpPr/>
            <p:nvPr/>
          </p:nvGrpSpPr>
          <p:grpSpPr>
            <a:xfrm flipH="1">
              <a:off x="0" y="-859375"/>
              <a:ext cx="2489300" cy="1740000"/>
              <a:chOff x="6148925" y="-872075"/>
              <a:chExt cx="2489300" cy="1740000"/>
            </a:xfrm>
          </p:grpSpPr>
          <p:sp>
            <p:nvSpPr>
              <p:cNvPr id="2302" name="Google Shape;2302;p17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03" name="Google Shape;2303;p17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304" name="Google Shape;2304;p173"/>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305" name="Shape 2305"/>
        <p:cNvGrpSpPr/>
        <p:nvPr/>
      </p:nvGrpSpPr>
      <p:grpSpPr>
        <a:xfrm>
          <a:off x="0" y="0"/>
          <a:ext cx="0" cy="0"/>
          <a:chOff x="0" y="0"/>
          <a:chExt cx="0" cy="0"/>
        </a:xfrm>
      </p:grpSpPr>
      <p:pic>
        <p:nvPicPr>
          <p:cNvPr id="2306" name="Google Shape;2306;p17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307" name="Google Shape;2307;p174"/>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08" name="Google Shape;2308;p174"/>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309" name="Google Shape;2309;p174"/>
          <p:cNvGrpSpPr/>
          <p:nvPr/>
        </p:nvGrpSpPr>
        <p:grpSpPr>
          <a:xfrm>
            <a:off x="-601700" y="0"/>
            <a:ext cx="10705100" cy="4676150"/>
            <a:chOff x="-601700" y="0"/>
            <a:chExt cx="10705100" cy="4676150"/>
          </a:xfrm>
        </p:grpSpPr>
        <p:sp>
          <p:nvSpPr>
            <p:cNvPr id="2310" name="Google Shape;2310;p17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11" name="Google Shape;2311;p174"/>
            <p:cNvGrpSpPr/>
            <p:nvPr/>
          </p:nvGrpSpPr>
          <p:grpSpPr>
            <a:xfrm rot="5400000">
              <a:off x="-2006450" y="1404750"/>
              <a:ext cx="4014600" cy="1205100"/>
              <a:chOff x="150" y="4543750"/>
              <a:chExt cx="4014600" cy="1205100"/>
            </a:xfrm>
          </p:grpSpPr>
          <p:sp>
            <p:nvSpPr>
              <p:cNvPr id="2312" name="Google Shape;2312;p17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13" name="Google Shape;2313;p17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314" name="Google Shape;2314;p174"/>
          <p:cNvGrpSpPr/>
          <p:nvPr/>
        </p:nvGrpSpPr>
        <p:grpSpPr>
          <a:xfrm>
            <a:off x="8206512" y="4230524"/>
            <a:ext cx="848365" cy="950159"/>
            <a:chOff x="41662" y="277999"/>
            <a:chExt cx="848365" cy="950159"/>
          </a:xfrm>
        </p:grpSpPr>
        <p:pic>
          <p:nvPicPr>
            <p:cNvPr id="2315" name="Google Shape;2315;p17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316" name="Google Shape;2316;p17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317" name="Google Shape;2317;p17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318" name="Shape 2318"/>
        <p:cNvGrpSpPr/>
        <p:nvPr/>
      </p:nvGrpSpPr>
      <p:grpSpPr>
        <a:xfrm>
          <a:off x="0" y="0"/>
          <a:ext cx="0" cy="0"/>
          <a:chOff x="0" y="0"/>
          <a:chExt cx="0" cy="0"/>
        </a:xfrm>
      </p:grpSpPr>
      <p:pic>
        <p:nvPicPr>
          <p:cNvPr id="2319" name="Google Shape;2319;p17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320" name="Google Shape;2320;p1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21" name="Google Shape;2321;p175"/>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22" name="Google Shape;2322;p175"/>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23" name="Google Shape;2323;p175"/>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24" name="Google Shape;2324;p175"/>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325" name="Google Shape;2325;p175"/>
          <p:cNvGrpSpPr/>
          <p:nvPr/>
        </p:nvGrpSpPr>
        <p:grpSpPr>
          <a:xfrm>
            <a:off x="-501600" y="128825"/>
            <a:ext cx="10252550" cy="5418500"/>
            <a:chOff x="-501600" y="128825"/>
            <a:chExt cx="10252550" cy="5418500"/>
          </a:xfrm>
        </p:grpSpPr>
        <p:sp>
          <p:nvSpPr>
            <p:cNvPr id="2326" name="Google Shape;2326;p175"/>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27" name="Google Shape;2327;p175"/>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28" name="Google Shape;2328;p175"/>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329" name="Google Shape;2329;p175"/>
          <p:cNvGrpSpPr/>
          <p:nvPr/>
        </p:nvGrpSpPr>
        <p:grpSpPr>
          <a:xfrm>
            <a:off x="2" y="156617"/>
            <a:ext cx="9088698" cy="4882915"/>
            <a:chOff x="2" y="156617"/>
            <a:chExt cx="9088698" cy="4882915"/>
          </a:xfrm>
        </p:grpSpPr>
        <p:grpSp>
          <p:nvGrpSpPr>
            <p:cNvPr id="2330" name="Google Shape;2330;p175"/>
            <p:cNvGrpSpPr/>
            <p:nvPr/>
          </p:nvGrpSpPr>
          <p:grpSpPr>
            <a:xfrm>
              <a:off x="2" y="156617"/>
              <a:ext cx="719987" cy="944360"/>
              <a:chOff x="2" y="156617"/>
              <a:chExt cx="719987" cy="944360"/>
            </a:xfrm>
          </p:grpSpPr>
          <p:pic>
            <p:nvPicPr>
              <p:cNvPr id="2331" name="Google Shape;2331;p17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32" name="Google Shape;2332;p17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333" name="Google Shape;2333;p175"/>
            <p:cNvGrpSpPr/>
            <p:nvPr/>
          </p:nvGrpSpPr>
          <p:grpSpPr>
            <a:xfrm>
              <a:off x="7986262" y="4462366"/>
              <a:ext cx="1102438" cy="577167"/>
              <a:chOff x="359837" y="4401391"/>
              <a:chExt cx="1102438" cy="577167"/>
            </a:xfrm>
          </p:grpSpPr>
          <p:pic>
            <p:nvPicPr>
              <p:cNvPr id="2334" name="Google Shape;2334;p17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35" name="Google Shape;2335;p17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336" name="Shape 2336"/>
        <p:cNvGrpSpPr/>
        <p:nvPr/>
      </p:nvGrpSpPr>
      <p:grpSpPr>
        <a:xfrm>
          <a:off x="0" y="0"/>
          <a:ext cx="0" cy="0"/>
          <a:chOff x="0" y="0"/>
          <a:chExt cx="0" cy="0"/>
        </a:xfrm>
      </p:grpSpPr>
      <p:pic>
        <p:nvPicPr>
          <p:cNvPr id="2337" name="Google Shape;2337;p17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338" name="Google Shape;2338;p1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39" name="Google Shape;2339;p176"/>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40" name="Google Shape;2340;p176"/>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341" name="Google Shape;2341;p176"/>
          <p:cNvGrpSpPr/>
          <p:nvPr/>
        </p:nvGrpSpPr>
        <p:grpSpPr>
          <a:xfrm>
            <a:off x="275000" y="0"/>
            <a:ext cx="9374500" cy="5748850"/>
            <a:chOff x="275000" y="0"/>
            <a:chExt cx="9374500" cy="5748850"/>
          </a:xfrm>
        </p:grpSpPr>
        <p:sp>
          <p:nvSpPr>
            <p:cNvPr id="2342" name="Google Shape;2342;p176"/>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43" name="Google Shape;2343;p176"/>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44" name="Google Shape;2344;p176"/>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345" name="Google Shape;2345;p176"/>
          <p:cNvGrpSpPr/>
          <p:nvPr/>
        </p:nvGrpSpPr>
        <p:grpSpPr>
          <a:xfrm>
            <a:off x="2" y="156617"/>
            <a:ext cx="9088698" cy="4882915"/>
            <a:chOff x="2" y="156617"/>
            <a:chExt cx="9088698" cy="4882915"/>
          </a:xfrm>
        </p:grpSpPr>
        <p:grpSp>
          <p:nvGrpSpPr>
            <p:cNvPr id="2346" name="Google Shape;2346;p176"/>
            <p:cNvGrpSpPr/>
            <p:nvPr/>
          </p:nvGrpSpPr>
          <p:grpSpPr>
            <a:xfrm>
              <a:off x="2" y="156617"/>
              <a:ext cx="719987" cy="944360"/>
              <a:chOff x="2" y="156617"/>
              <a:chExt cx="719987" cy="944360"/>
            </a:xfrm>
          </p:grpSpPr>
          <p:pic>
            <p:nvPicPr>
              <p:cNvPr id="2347" name="Google Shape;2347;p17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48" name="Google Shape;2348;p17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349" name="Google Shape;2349;p176"/>
            <p:cNvGrpSpPr/>
            <p:nvPr/>
          </p:nvGrpSpPr>
          <p:grpSpPr>
            <a:xfrm>
              <a:off x="7986262" y="4462366"/>
              <a:ext cx="1102438" cy="577167"/>
              <a:chOff x="359837" y="4401391"/>
              <a:chExt cx="1102438" cy="577167"/>
            </a:xfrm>
          </p:grpSpPr>
          <p:pic>
            <p:nvPicPr>
              <p:cNvPr id="2350" name="Google Shape;2350;p17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51" name="Google Shape;2351;p17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352" name="Shape 2352"/>
        <p:cNvGrpSpPr/>
        <p:nvPr/>
      </p:nvGrpSpPr>
      <p:grpSpPr>
        <a:xfrm>
          <a:off x="0" y="0"/>
          <a:ext cx="0" cy="0"/>
          <a:chOff x="0" y="0"/>
          <a:chExt cx="0" cy="0"/>
        </a:xfrm>
      </p:grpSpPr>
      <p:pic>
        <p:nvPicPr>
          <p:cNvPr id="2353" name="Google Shape;2353;p17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354" name="Google Shape;2354;p17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55" name="Google Shape;2355;p177"/>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6" name="Google Shape;2356;p177"/>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7" name="Google Shape;2357;p177"/>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8" name="Google Shape;2358;p177"/>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59" name="Google Shape;2359;p177"/>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60" name="Google Shape;2360;p177"/>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361" name="Google Shape;2361;p177"/>
          <p:cNvGrpSpPr/>
          <p:nvPr/>
        </p:nvGrpSpPr>
        <p:grpSpPr>
          <a:xfrm>
            <a:off x="-601700" y="0"/>
            <a:ext cx="10705100" cy="4676150"/>
            <a:chOff x="-601700" y="0"/>
            <a:chExt cx="10705100" cy="4676150"/>
          </a:xfrm>
        </p:grpSpPr>
        <p:sp>
          <p:nvSpPr>
            <p:cNvPr id="2362" name="Google Shape;2362;p17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63" name="Google Shape;2363;p177"/>
            <p:cNvGrpSpPr/>
            <p:nvPr/>
          </p:nvGrpSpPr>
          <p:grpSpPr>
            <a:xfrm rot="5400000">
              <a:off x="-2006450" y="1404750"/>
              <a:ext cx="4014600" cy="1205100"/>
              <a:chOff x="150" y="4543750"/>
              <a:chExt cx="4014600" cy="1205100"/>
            </a:xfrm>
          </p:grpSpPr>
          <p:sp>
            <p:nvSpPr>
              <p:cNvPr id="2364" name="Google Shape;2364;p17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65" name="Google Shape;2365;p17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366" name="Google Shape;2366;p177"/>
          <p:cNvGrpSpPr/>
          <p:nvPr/>
        </p:nvGrpSpPr>
        <p:grpSpPr>
          <a:xfrm>
            <a:off x="2" y="156617"/>
            <a:ext cx="9054876" cy="5024066"/>
            <a:chOff x="2" y="156617"/>
            <a:chExt cx="9054876" cy="5024066"/>
          </a:xfrm>
        </p:grpSpPr>
        <p:grpSp>
          <p:nvGrpSpPr>
            <p:cNvPr id="2367" name="Google Shape;2367;p177"/>
            <p:cNvGrpSpPr/>
            <p:nvPr/>
          </p:nvGrpSpPr>
          <p:grpSpPr>
            <a:xfrm>
              <a:off x="8206512" y="4230524"/>
              <a:ext cx="848365" cy="950159"/>
              <a:chOff x="41662" y="277999"/>
              <a:chExt cx="848365" cy="950159"/>
            </a:xfrm>
          </p:grpSpPr>
          <p:pic>
            <p:nvPicPr>
              <p:cNvPr id="2368" name="Google Shape;2368;p17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369" name="Google Shape;2369;p17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370" name="Google Shape;2370;p17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2371" name="Google Shape;2371;p177"/>
            <p:cNvGrpSpPr/>
            <p:nvPr/>
          </p:nvGrpSpPr>
          <p:grpSpPr>
            <a:xfrm>
              <a:off x="2" y="156617"/>
              <a:ext cx="719987" cy="944360"/>
              <a:chOff x="2" y="156617"/>
              <a:chExt cx="719987" cy="944360"/>
            </a:xfrm>
          </p:grpSpPr>
          <p:pic>
            <p:nvPicPr>
              <p:cNvPr id="2372" name="Google Shape;2372;p17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73" name="Google Shape;2373;p17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374" name="Shape 2374"/>
        <p:cNvGrpSpPr/>
        <p:nvPr/>
      </p:nvGrpSpPr>
      <p:grpSpPr>
        <a:xfrm>
          <a:off x="0" y="0"/>
          <a:ext cx="0" cy="0"/>
          <a:chOff x="0" y="0"/>
          <a:chExt cx="0" cy="0"/>
        </a:xfrm>
      </p:grpSpPr>
      <p:pic>
        <p:nvPicPr>
          <p:cNvPr id="2375" name="Google Shape;2375;p178"/>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376" name="Google Shape;2376;p178"/>
          <p:cNvGrpSpPr/>
          <p:nvPr/>
        </p:nvGrpSpPr>
        <p:grpSpPr>
          <a:xfrm>
            <a:off x="5129400" y="0"/>
            <a:ext cx="4520100" cy="5547325"/>
            <a:chOff x="5129400" y="0"/>
            <a:chExt cx="4520100" cy="5547325"/>
          </a:xfrm>
        </p:grpSpPr>
        <p:sp>
          <p:nvSpPr>
            <p:cNvPr id="2377" name="Google Shape;2377;p17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78" name="Google Shape;2378;p178"/>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379" name="Google Shape;2379;p178"/>
          <p:cNvGrpSpPr/>
          <p:nvPr/>
        </p:nvGrpSpPr>
        <p:grpSpPr>
          <a:xfrm>
            <a:off x="2" y="156617"/>
            <a:ext cx="9088698" cy="4882915"/>
            <a:chOff x="2" y="156617"/>
            <a:chExt cx="9088698" cy="4882915"/>
          </a:xfrm>
        </p:grpSpPr>
        <p:grpSp>
          <p:nvGrpSpPr>
            <p:cNvPr id="2380" name="Google Shape;2380;p178"/>
            <p:cNvGrpSpPr/>
            <p:nvPr/>
          </p:nvGrpSpPr>
          <p:grpSpPr>
            <a:xfrm>
              <a:off x="2" y="156617"/>
              <a:ext cx="719987" cy="944360"/>
              <a:chOff x="2" y="156617"/>
              <a:chExt cx="719987" cy="944360"/>
            </a:xfrm>
          </p:grpSpPr>
          <p:pic>
            <p:nvPicPr>
              <p:cNvPr id="2381" name="Google Shape;2381;p17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82" name="Google Shape;2382;p17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383" name="Google Shape;2383;p178"/>
            <p:cNvGrpSpPr/>
            <p:nvPr/>
          </p:nvGrpSpPr>
          <p:grpSpPr>
            <a:xfrm>
              <a:off x="7986262" y="4462366"/>
              <a:ext cx="1102438" cy="577167"/>
              <a:chOff x="359837" y="4401391"/>
              <a:chExt cx="1102438" cy="577167"/>
            </a:xfrm>
          </p:grpSpPr>
          <p:pic>
            <p:nvPicPr>
              <p:cNvPr id="2384" name="Google Shape;2384;p17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85" name="Google Shape;2385;p17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2386" name="Google Shape;2386;p17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87" name="Google Shape;2387;p178"/>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88" name="Google Shape;2388;p178"/>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89" name="Google Shape;2389;p178"/>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90" name="Google Shape;2390;p178"/>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91" name="Google Shape;2391;p178"/>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92" name="Google Shape;2392;p178"/>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93" name="Google Shape;2393;p178"/>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94" name="Google Shape;2394;p178"/>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2395" name="Shape 2395"/>
        <p:cNvGrpSpPr/>
        <p:nvPr/>
      </p:nvGrpSpPr>
      <p:grpSpPr>
        <a:xfrm>
          <a:off x="0" y="0"/>
          <a:ext cx="0" cy="0"/>
          <a:chOff x="0" y="0"/>
          <a:chExt cx="0" cy="0"/>
        </a:xfrm>
      </p:grpSpPr>
      <p:pic>
        <p:nvPicPr>
          <p:cNvPr id="2396" name="Google Shape;2396;p17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397" name="Google Shape;2397;p1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98" name="Google Shape;2398;p179"/>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99" name="Google Shape;2399;p179"/>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0" name="Google Shape;2400;p179"/>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1" name="Google Shape;2401;p179"/>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2" name="Google Shape;2402;p179"/>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3" name="Google Shape;2403;p179"/>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4" name="Google Shape;2404;p179"/>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5" name="Google Shape;2405;p179"/>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6" name="Google Shape;2406;p179"/>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7" name="Google Shape;2407;p179"/>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408" name="Google Shape;2408;p179"/>
          <p:cNvGrpSpPr/>
          <p:nvPr/>
        </p:nvGrpSpPr>
        <p:grpSpPr>
          <a:xfrm>
            <a:off x="2" y="156617"/>
            <a:ext cx="719987" cy="944360"/>
            <a:chOff x="2" y="156617"/>
            <a:chExt cx="719987" cy="944360"/>
          </a:xfrm>
        </p:grpSpPr>
        <p:pic>
          <p:nvPicPr>
            <p:cNvPr id="2409" name="Google Shape;2409;p17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10" name="Google Shape;2410;p17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11" name="Google Shape;2411;p179"/>
          <p:cNvGrpSpPr/>
          <p:nvPr/>
        </p:nvGrpSpPr>
        <p:grpSpPr>
          <a:xfrm>
            <a:off x="0" y="2817900"/>
            <a:ext cx="9640900" cy="2932900"/>
            <a:chOff x="0" y="2817900"/>
            <a:chExt cx="9640900" cy="2932900"/>
          </a:xfrm>
        </p:grpSpPr>
        <p:sp>
          <p:nvSpPr>
            <p:cNvPr id="2412" name="Google Shape;2412;p179"/>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13" name="Google Shape;2413;p179"/>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14" name="Google Shape;2414;p179"/>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415" name="Shape 2415"/>
        <p:cNvGrpSpPr/>
        <p:nvPr/>
      </p:nvGrpSpPr>
      <p:grpSpPr>
        <a:xfrm>
          <a:off x="0" y="0"/>
          <a:ext cx="0" cy="0"/>
          <a:chOff x="0" y="0"/>
          <a:chExt cx="0" cy="0"/>
        </a:xfrm>
      </p:grpSpPr>
      <p:pic>
        <p:nvPicPr>
          <p:cNvPr id="2416" name="Google Shape;2416;p18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417" name="Google Shape;2417;p18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18" name="Google Shape;2418;p180"/>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19" name="Google Shape;2419;p180"/>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0" name="Google Shape;2420;p180"/>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1" name="Google Shape;2421;p180"/>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2" name="Google Shape;2422;p180"/>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3" name="Google Shape;2423;p180"/>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4" name="Google Shape;2424;p180"/>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5" name="Google Shape;2425;p180"/>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6" name="Google Shape;2426;p180"/>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7" name="Google Shape;2427;p180"/>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8" name="Google Shape;2428;p180"/>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9" name="Google Shape;2429;p180"/>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430" name="Google Shape;2430;p180"/>
          <p:cNvGrpSpPr/>
          <p:nvPr/>
        </p:nvGrpSpPr>
        <p:grpSpPr>
          <a:xfrm>
            <a:off x="-501600" y="128825"/>
            <a:ext cx="10252550" cy="5418500"/>
            <a:chOff x="-501600" y="128825"/>
            <a:chExt cx="10252550" cy="5418500"/>
          </a:xfrm>
        </p:grpSpPr>
        <p:sp>
          <p:nvSpPr>
            <p:cNvPr id="2431" name="Google Shape;2431;p18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32" name="Google Shape;2432;p180"/>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33" name="Google Shape;2433;p180"/>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434" name="Google Shape;2434;p180"/>
          <p:cNvGrpSpPr/>
          <p:nvPr/>
        </p:nvGrpSpPr>
        <p:grpSpPr>
          <a:xfrm>
            <a:off x="2" y="156617"/>
            <a:ext cx="9088698" cy="4882915"/>
            <a:chOff x="2" y="156617"/>
            <a:chExt cx="9088698" cy="4882915"/>
          </a:xfrm>
        </p:grpSpPr>
        <p:grpSp>
          <p:nvGrpSpPr>
            <p:cNvPr id="2435" name="Google Shape;2435;p180"/>
            <p:cNvGrpSpPr/>
            <p:nvPr/>
          </p:nvGrpSpPr>
          <p:grpSpPr>
            <a:xfrm>
              <a:off x="2" y="156617"/>
              <a:ext cx="719987" cy="944360"/>
              <a:chOff x="2" y="156617"/>
              <a:chExt cx="719987" cy="944360"/>
            </a:xfrm>
          </p:grpSpPr>
          <p:pic>
            <p:nvPicPr>
              <p:cNvPr id="2436" name="Google Shape;2436;p18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37" name="Google Shape;2437;p18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38" name="Google Shape;2438;p180"/>
            <p:cNvGrpSpPr/>
            <p:nvPr/>
          </p:nvGrpSpPr>
          <p:grpSpPr>
            <a:xfrm>
              <a:off x="7986262" y="4462366"/>
              <a:ext cx="1102438" cy="577167"/>
              <a:chOff x="359837" y="4401391"/>
              <a:chExt cx="1102438" cy="577167"/>
            </a:xfrm>
          </p:grpSpPr>
          <p:pic>
            <p:nvPicPr>
              <p:cNvPr id="2439" name="Google Shape;2439;p18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440" name="Google Shape;2440;p18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441" name="Shape 2441"/>
        <p:cNvGrpSpPr/>
        <p:nvPr/>
      </p:nvGrpSpPr>
      <p:grpSpPr>
        <a:xfrm>
          <a:off x="0" y="0"/>
          <a:ext cx="0" cy="0"/>
          <a:chOff x="0" y="0"/>
          <a:chExt cx="0" cy="0"/>
        </a:xfrm>
      </p:grpSpPr>
      <p:pic>
        <p:nvPicPr>
          <p:cNvPr id="2442" name="Google Shape;2442;p18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443" name="Google Shape;2443;p1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444" name="Google Shape;2444;p181"/>
          <p:cNvGrpSpPr/>
          <p:nvPr/>
        </p:nvGrpSpPr>
        <p:grpSpPr>
          <a:xfrm>
            <a:off x="2" y="156617"/>
            <a:ext cx="719987" cy="944360"/>
            <a:chOff x="2" y="156617"/>
            <a:chExt cx="719987" cy="944360"/>
          </a:xfrm>
        </p:grpSpPr>
        <p:pic>
          <p:nvPicPr>
            <p:cNvPr id="2445" name="Google Shape;2445;p18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46" name="Google Shape;2446;p18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47" name="Google Shape;2447;p181"/>
          <p:cNvGrpSpPr/>
          <p:nvPr/>
        </p:nvGrpSpPr>
        <p:grpSpPr>
          <a:xfrm>
            <a:off x="0" y="0"/>
            <a:ext cx="9569050" cy="5569647"/>
            <a:chOff x="0" y="0"/>
            <a:chExt cx="9569050" cy="5569647"/>
          </a:xfrm>
        </p:grpSpPr>
        <p:sp>
          <p:nvSpPr>
            <p:cNvPr id="2448" name="Google Shape;2448;p181"/>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49" name="Google Shape;2449;p181"/>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450" name="Shape 2450"/>
        <p:cNvGrpSpPr/>
        <p:nvPr/>
      </p:nvGrpSpPr>
      <p:grpSpPr>
        <a:xfrm>
          <a:off x="0" y="0"/>
          <a:ext cx="0" cy="0"/>
          <a:chOff x="0" y="0"/>
          <a:chExt cx="0" cy="0"/>
        </a:xfrm>
      </p:grpSpPr>
      <p:pic>
        <p:nvPicPr>
          <p:cNvPr id="2451" name="Google Shape;2451;p18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452" name="Google Shape;2452;p1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453" name="Google Shape;2453;p182"/>
          <p:cNvGrpSpPr/>
          <p:nvPr/>
        </p:nvGrpSpPr>
        <p:grpSpPr>
          <a:xfrm>
            <a:off x="2" y="156617"/>
            <a:ext cx="719987" cy="944360"/>
            <a:chOff x="2" y="156617"/>
            <a:chExt cx="719987" cy="944360"/>
          </a:xfrm>
        </p:grpSpPr>
        <p:pic>
          <p:nvPicPr>
            <p:cNvPr id="2454" name="Google Shape;2454;p18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55" name="Google Shape;2455;p18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56" name="Google Shape;2456;p182"/>
          <p:cNvGrpSpPr/>
          <p:nvPr/>
        </p:nvGrpSpPr>
        <p:grpSpPr>
          <a:xfrm>
            <a:off x="0" y="0"/>
            <a:ext cx="9569050" cy="5569647"/>
            <a:chOff x="0" y="0"/>
            <a:chExt cx="9569050" cy="5569647"/>
          </a:xfrm>
        </p:grpSpPr>
        <p:sp>
          <p:nvSpPr>
            <p:cNvPr id="2457" name="Google Shape;2457;p182"/>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58" name="Google Shape;2458;p182"/>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59" name="Shape 2459"/>
        <p:cNvGrpSpPr/>
        <p:nvPr/>
      </p:nvGrpSpPr>
      <p:grpSpPr>
        <a:xfrm>
          <a:off x="0" y="0"/>
          <a:ext cx="0" cy="0"/>
          <a:chOff x="0" y="0"/>
          <a:chExt cx="0" cy="0"/>
        </a:xfrm>
      </p:grpSpPr>
      <p:pic>
        <p:nvPicPr>
          <p:cNvPr id="2460" name="Google Shape;2460;p18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461" name="Google Shape;2461;p183"/>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462" name="Google Shape;2462;p183"/>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463" name="Google Shape;2463;p183"/>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464" name="Google Shape;2464;p183"/>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465" name="Google Shape;2465;p183"/>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466" name="Google Shape;2466;p183"/>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2467" name="Google Shape;2467;p183"/>
          <p:cNvGrpSpPr/>
          <p:nvPr/>
        </p:nvGrpSpPr>
        <p:grpSpPr>
          <a:xfrm>
            <a:off x="-601700" y="0"/>
            <a:ext cx="10705100" cy="4676150"/>
            <a:chOff x="-601700" y="0"/>
            <a:chExt cx="10705100" cy="4676150"/>
          </a:xfrm>
        </p:grpSpPr>
        <p:sp>
          <p:nvSpPr>
            <p:cNvPr id="2468" name="Google Shape;2468;p18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469" name="Google Shape;2469;p183"/>
            <p:cNvGrpSpPr/>
            <p:nvPr/>
          </p:nvGrpSpPr>
          <p:grpSpPr>
            <a:xfrm rot="5400000">
              <a:off x="-2006450" y="1404750"/>
              <a:ext cx="4014600" cy="1205100"/>
              <a:chOff x="150" y="4543750"/>
              <a:chExt cx="4014600" cy="1205100"/>
            </a:xfrm>
          </p:grpSpPr>
          <p:sp>
            <p:nvSpPr>
              <p:cNvPr id="2470" name="Google Shape;2470;p18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71" name="Google Shape;2471;p18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472" name="Google Shape;2472;p183"/>
          <p:cNvGrpSpPr/>
          <p:nvPr/>
        </p:nvGrpSpPr>
        <p:grpSpPr>
          <a:xfrm>
            <a:off x="8206512" y="4230524"/>
            <a:ext cx="848365" cy="950159"/>
            <a:chOff x="41662" y="277999"/>
            <a:chExt cx="848365" cy="950159"/>
          </a:xfrm>
        </p:grpSpPr>
        <p:pic>
          <p:nvPicPr>
            <p:cNvPr id="2473" name="Google Shape;2473;p18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474" name="Google Shape;2474;p18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475" name="Google Shape;2475;p18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476" name="Shape 2476"/>
        <p:cNvGrpSpPr/>
        <p:nvPr/>
      </p:nvGrpSpPr>
      <p:grpSpPr>
        <a:xfrm>
          <a:off x="0" y="0"/>
          <a:ext cx="0" cy="0"/>
          <a:chOff x="0" y="0"/>
          <a:chExt cx="0" cy="0"/>
        </a:xfrm>
      </p:grpSpPr>
      <p:pic>
        <p:nvPicPr>
          <p:cNvPr id="2477" name="Google Shape;2477;p184"/>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478" name="Google Shape;2478;p184"/>
          <p:cNvGrpSpPr/>
          <p:nvPr/>
        </p:nvGrpSpPr>
        <p:grpSpPr>
          <a:xfrm>
            <a:off x="-962824" y="-872075"/>
            <a:ext cx="10524450" cy="6436800"/>
            <a:chOff x="-962824" y="-872075"/>
            <a:chExt cx="10524450" cy="6436800"/>
          </a:xfrm>
        </p:grpSpPr>
        <p:sp>
          <p:nvSpPr>
            <p:cNvPr id="2479" name="Google Shape;2479;p184"/>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480" name="Google Shape;2480;p184"/>
            <p:cNvGrpSpPr/>
            <p:nvPr/>
          </p:nvGrpSpPr>
          <p:grpSpPr>
            <a:xfrm flipH="1">
              <a:off x="502351" y="-872075"/>
              <a:ext cx="2489300" cy="1740000"/>
              <a:chOff x="6148925" y="-872075"/>
              <a:chExt cx="2489300" cy="1740000"/>
            </a:xfrm>
          </p:grpSpPr>
          <p:sp>
            <p:nvSpPr>
              <p:cNvPr id="2481" name="Google Shape;2481;p18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82" name="Google Shape;2482;p18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483" name="Google Shape;2483;p184"/>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84" name="Google Shape;2484;p184"/>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485" name="Google Shape;2485;p184"/>
          <p:cNvGrpSpPr/>
          <p:nvPr/>
        </p:nvGrpSpPr>
        <p:grpSpPr>
          <a:xfrm>
            <a:off x="-962825" y="81904"/>
            <a:ext cx="10251619" cy="5069347"/>
            <a:chOff x="-962825" y="81904"/>
            <a:chExt cx="10251619" cy="5069347"/>
          </a:xfrm>
        </p:grpSpPr>
        <p:pic>
          <p:nvPicPr>
            <p:cNvPr id="2486" name="Google Shape;2486;p184"/>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487" name="Google Shape;2487;p184"/>
            <p:cNvGrpSpPr/>
            <p:nvPr/>
          </p:nvGrpSpPr>
          <p:grpSpPr>
            <a:xfrm flipH="1">
              <a:off x="7678302" y="4401391"/>
              <a:ext cx="1102438" cy="577167"/>
              <a:chOff x="359837" y="4401391"/>
              <a:chExt cx="1102438" cy="577167"/>
            </a:xfrm>
          </p:grpSpPr>
          <p:pic>
            <p:nvPicPr>
              <p:cNvPr id="2488" name="Google Shape;2488;p184"/>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489" name="Google Shape;2489;p184"/>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490" name="Google Shape;2490;p184"/>
            <p:cNvGrpSpPr/>
            <p:nvPr/>
          </p:nvGrpSpPr>
          <p:grpSpPr>
            <a:xfrm flipH="1">
              <a:off x="8100369" y="81904"/>
              <a:ext cx="1188426" cy="1227668"/>
              <a:chOff x="-7843" y="83454"/>
              <a:chExt cx="1188426" cy="1227668"/>
            </a:xfrm>
          </p:grpSpPr>
          <p:pic>
            <p:nvPicPr>
              <p:cNvPr id="2491" name="Google Shape;2491;p184"/>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492" name="Google Shape;2492;p184"/>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493" name="Google Shape;2493;p184"/>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2494" name="Google Shape;2494;p184"/>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95" name="Google Shape;2495;p184"/>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96" name="Google Shape;2496;p184"/>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497" name="Shape 2497"/>
        <p:cNvGrpSpPr/>
        <p:nvPr/>
      </p:nvGrpSpPr>
      <p:grpSpPr>
        <a:xfrm>
          <a:off x="0" y="0"/>
          <a:ext cx="0" cy="0"/>
          <a:chOff x="0" y="0"/>
          <a:chExt cx="0" cy="0"/>
        </a:xfrm>
      </p:grpSpPr>
      <p:pic>
        <p:nvPicPr>
          <p:cNvPr id="2498" name="Google Shape;2498;p185"/>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499" name="Google Shape;2499;p185"/>
          <p:cNvGrpSpPr/>
          <p:nvPr/>
        </p:nvGrpSpPr>
        <p:grpSpPr>
          <a:xfrm>
            <a:off x="0" y="-613825"/>
            <a:ext cx="9564675" cy="6140950"/>
            <a:chOff x="0" y="-613825"/>
            <a:chExt cx="9564675" cy="6140950"/>
          </a:xfrm>
        </p:grpSpPr>
        <p:sp>
          <p:nvSpPr>
            <p:cNvPr id="2500" name="Google Shape;2500;p185"/>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01" name="Google Shape;2501;p185"/>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02" name="Google Shape;2502;p185"/>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503" name="Shape 2503"/>
        <p:cNvGrpSpPr/>
        <p:nvPr/>
      </p:nvGrpSpPr>
      <p:grpSpPr>
        <a:xfrm>
          <a:off x="0" y="0"/>
          <a:ext cx="0" cy="0"/>
          <a:chOff x="0" y="0"/>
          <a:chExt cx="0" cy="0"/>
        </a:xfrm>
      </p:grpSpPr>
      <p:pic>
        <p:nvPicPr>
          <p:cNvPr id="2504" name="Google Shape;2504;p186"/>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505" name="Google Shape;2505;p186"/>
          <p:cNvGrpSpPr/>
          <p:nvPr/>
        </p:nvGrpSpPr>
        <p:grpSpPr>
          <a:xfrm>
            <a:off x="-601700" y="0"/>
            <a:ext cx="10358225" cy="5143500"/>
            <a:chOff x="-601700" y="0"/>
            <a:chExt cx="10358225" cy="5143500"/>
          </a:xfrm>
        </p:grpSpPr>
        <p:grpSp>
          <p:nvGrpSpPr>
            <p:cNvPr id="2506" name="Google Shape;2506;p186"/>
            <p:cNvGrpSpPr/>
            <p:nvPr/>
          </p:nvGrpSpPr>
          <p:grpSpPr>
            <a:xfrm rot="5400000">
              <a:off x="-2006450" y="1404750"/>
              <a:ext cx="4014600" cy="1205100"/>
              <a:chOff x="150" y="4543750"/>
              <a:chExt cx="4014600" cy="1205100"/>
            </a:xfrm>
          </p:grpSpPr>
          <p:sp>
            <p:nvSpPr>
              <p:cNvPr id="2507" name="Google Shape;2507;p18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08" name="Google Shape;2508;p18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09" name="Google Shape;2509;p186"/>
            <p:cNvGrpSpPr/>
            <p:nvPr/>
          </p:nvGrpSpPr>
          <p:grpSpPr>
            <a:xfrm rot="-5400000">
              <a:off x="7146675" y="2533650"/>
              <a:ext cx="4014600" cy="1205100"/>
              <a:chOff x="150" y="4543750"/>
              <a:chExt cx="4014600" cy="1205100"/>
            </a:xfrm>
          </p:grpSpPr>
          <p:sp>
            <p:nvSpPr>
              <p:cNvPr id="2510" name="Google Shape;2510;p186"/>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11" name="Google Shape;2511;p186"/>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15" name="Shape 2515"/>
        <p:cNvGrpSpPr/>
        <p:nvPr/>
      </p:nvGrpSpPr>
      <p:grpSpPr>
        <a:xfrm>
          <a:off x="0" y="0"/>
          <a:ext cx="0" cy="0"/>
          <a:chOff x="0" y="0"/>
          <a:chExt cx="0" cy="0"/>
        </a:xfrm>
      </p:grpSpPr>
      <p:pic>
        <p:nvPicPr>
          <p:cNvPr id="2516" name="Google Shape;2516;p18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17" name="Google Shape;2517;p188"/>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518" name="Google Shape;2518;p188"/>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519" name="Google Shape;2519;p188"/>
          <p:cNvGrpSpPr/>
          <p:nvPr/>
        </p:nvGrpSpPr>
        <p:grpSpPr>
          <a:xfrm>
            <a:off x="-421050" y="-872075"/>
            <a:ext cx="10524450" cy="6436800"/>
            <a:chOff x="-421050" y="-872075"/>
            <a:chExt cx="10524450" cy="6436800"/>
          </a:xfrm>
        </p:grpSpPr>
        <p:sp>
          <p:nvSpPr>
            <p:cNvPr id="2520" name="Google Shape;2520;p188"/>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521" name="Google Shape;2521;p188"/>
            <p:cNvGrpSpPr/>
            <p:nvPr/>
          </p:nvGrpSpPr>
          <p:grpSpPr>
            <a:xfrm>
              <a:off x="6148925" y="-872075"/>
              <a:ext cx="2489300" cy="1740000"/>
              <a:chOff x="6148925" y="-872075"/>
              <a:chExt cx="2489300" cy="1740000"/>
            </a:xfrm>
          </p:grpSpPr>
          <p:sp>
            <p:nvSpPr>
              <p:cNvPr id="2522" name="Google Shape;2522;p18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23" name="Google Shape;2523;p18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524" name="Google Shape;2524;p18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25" name="Google Shape;2525;p188"/>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26" name="Google Shape;2526;p188"/>
          <p:cNvGrpSpPr/>
          <p:nvPr/>
        </p:nvGrpSpPr>
        <p:grpSpPr>
          <a:xfrm>
            <a:off x="-148218" y="81904"/>
            <a:ext cx="10251619" cy="5069347"/>
            <a:chOff x="-148218" y="81904"/>
            <a:chExt cx="10251619" cy="5069347"/>
          </a:xfrm>
        </p:grpSpPr>
        <p:pic>
          <p:nvPicPr>
            <p:cNvPr id="2527" name="Google Shape;2527;p188"/>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528" name="Google Shape;2528;p188"/>
            <p:cNvGrpSpPr/>
            <p:nvPr/>
          </p:nvGrpSpPr>
          <p:grpSpPr>
            <a:xfrm>
              <a:off x="359837" y="4401391"/>
              <a:ext cx="1102438" cy="577167"/>
              <a:chOff x="359837" y="4401391"/>
              <a:chExt cx="1102438" cy="577167"/>
            </a:xfrm>
          </p:grpSpPr>
          <p:pic>
            <p:nvPicPr>
              <p:cNvPr id="2529" name="Google Shape;2529;p18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530" name="Google Shape;2530;p18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531" name="Google Shape;2531;p188"/>
            <p:cNvGrpSpPr/>
            <p:nvPr/>
          </p:nvGrpSpPr>
          <p:grpSpPr>
            <a:xfrm>
              <a:off x="-148218" y="81904"/>
              <a:ext cx="1188426" cy="1227668"/>
              <a:chOff x="-7843" y="83454"/>
              <a:chExt cx="1188426" cy="1227668"/>
            </a:xfrm>
          </p:grpSpPr>
          <p:pic>
            <p:nvPicPr>
              <p:cNvPr id="2532" name="Google Shape;2532;p18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533" name="Google Shape;2533;p18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534" name="Google Shape;2534;p18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35" name="Shape 2535"/>
        <p:cNvGrpSpPr/>
        <p:nvPr/>
      </p:nvGrpSpPr>
      <p:grpSpPr>
        <a:xfrm>
          <a:off x="0" y="0"/>
          <a:ext cx="0" cy="0"/>
          <a:chOff x="0" y="0"/>
          <a:chExt cx="0" cy="0"/>
        </a:xfrm>
      </p:grpSpPr>
      <p:pic>
        <p:nvPicPr>
          <p:cNvPr id="2536" name="Google Shape;2536;p18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37" name="Google Shape;2537;p189"/>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38" name="Google Shape;2538;p189"/>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2539" name="Google Shape;2539;p189"/>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540" name="Google Shape;2540;p189"/>
          <p:cNvGrpSpPr/>
          <p:nvPr/>
        </p:nvGrpSpPr>
        <p:grpSpPr>
          <a:xfrm>
            <a:off x="8206512" y="4230524"/>
            <a:ext cx="848365" cy="950159"/>
            <a:chOff x="41662" y="277999"/>
            <a:chExt cx="848365" cy="950159"/>
          </a:xfrm>
        </p:grpSpPr>
        <p:pic>
          <p:nvPicPr>
            <p:cNvPr id="2541" name="Google Shape;2541;p18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542" name="Google Shape;2542;p18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543" name="Google Shape;2543;p18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544" name="Google Shape;2544;p189"/>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2545" name="Google Shape;2545;p189"/>
          <p:cNvGrpSpPr/>
          <p:nvPr/>
        </p:nvGrpSpPr>
        <p:grpSpPr>
          <a:xfrm>
            <a:off x="-601700" y="-872075"/>
            <a:ext cx="10705100" cy="5548225"/>
            <a:chOff x="-601700" y="-872075"/>
            <a:chExt cx="10705100" cy="5548225"/>
          </a:xfrm>
        </p:grpSpPr>
        <p:sp>
          <p:nvSpPr>
            <p:cNvPr id="2546" name="Google Shape;2546;p18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547" name="Google Shape;2547;p189"/>
            <p:cNvGrpSpPr/>
            <p:nvPr/>
          </p:nvGrpSpPr>
          <p:grpSpPr>
            <a:xfrm rot="5400000">
              <a:off x="-2006450" y="1404750"/>
              <a:ext cx="4014600" cy="1205100"/>
              <a:chOff x="150" y="4543750"/>
              <a:chExt cx="4014600" cy="1205100"/>
            </a:xfrm>
          </p:grpSpPr>
          <p:sp>
            <p:nvSpPr>
              <p:cNvPr id="2548" name="Google Shape;2548;p18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49" name="Google Shape;2549;p189"/>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50" name="Google Shape;2550;p189"/>
            <p:cNvGrpSpPr/>
            <p:nvPr/>
          </p:nvGrpSpPr>
          <p:grpSpPr>
            <a:xfrm>
              <a:off x="6148925" y="-872075"/>
              <a:ext cx="2489300" cy="1740000"/>
              <a:chOff x="6148925" y="-872075"/>
              <a:chExt cx="2489300" cy="1740000"/>
            </a:xfrm>
          </p:grpSpPr>
          <p:sp>
            <p:nvSpPr>
              <p:cNvPr id="2551" name="Google Shape;2551;p18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52" name="Google Shape;2552;p18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53" name="Shape 2553"/>
        <p:cNvGrpSpPr/>
        <p:nvPr/>
      </p:nvGrpSpPr>
      <p:grpSpPr>
        <a:xfrm>
          <a:off x="0" y="0"/>
          <a:ext cx="0" cy="0"/>
          <a:chOff x="0" y="0"/>
          <a:chExt cx="0" cy="0"/>
        </a:xfrm>
      </p:grpSpPr>
      <p:pic>
        <p:nvPicPr>
          <p:cNvPr id="2554" name="Google Shape;2554;p19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55" name="Google Shape;2555;p1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56" name="Google Shape;2556;p190"/>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2557" name="Google Shape;2557;p190"/>
          <p:cNvGrpSpPr/>
          <p:nvPr/>
        </p:nvGrpSpPr>
        <p:grpSpPr>
          <a:xfrm>
            <a:off x="150" y="2779250"/>
            <a:ext cx="10103250" cy="2785475"/>
            <a:chOff x="150" y="2779250"/>
            <a:chExt cx="10103250" cy="2785475"/>
          </a:xfrm>
        </p:grpSpPr>
        <p:sp>
          <p:nvSpPr>
            <p:cNvPr id="2558" name="Google Shape;2558;p19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59" name="Google Shape;2559;p19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60" name="Google Shape;2560;p190"/>
          <p:cNvGrpSpPr/>
          <p:nvPr/>
        </p:nvGrpSpPr>
        <p:grpSpPr>
          <a:xfrm>
            <a:off x="2" y="156617"/>
            <a:ext cx="1462273" cy="4821940"/>
            <a:chOff x="2" y="156617"/>
            <a:chExt cx="1462273" cy="4821940"/>
          </a:xfrm>
        </p:grpSpPr>
        <p:grpSp>
          <p:nvGrpSpPr>
            <p:cNvPr id="2561" name="Google Shape;2561;p190"/>
            <p:cNvGrpSpPr/>
            <p:nvPr/>
          </p:nvGrpSpPr>
          <p:grpSpPr>
            <a:xfrm>
              <a:off x="2" y="156617"/>
              <a:ext cx="719987" cy="944360"/>
              <a:chOff x="2" y="156617"/>
              <a:chExt cx="719987" cy="944360"/>
            </a:xfrm>
          </p:grpSpPr>
          <p:pic>
            <p:nvPicPr>
              <p:cNvPr id="2562" name="Google Shape;2562;p190"/>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563" name="Google Shape;2563;p190"/>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2564" name="Google Shape;2564;p190"/>
            <p:cNvGrpSpPr/>
            <p:nvPr/>
          </p:nvGrpSpPr>
          <p:grpSpPr>
            <a:xfrm>
              <a:off x="359837" y="4401391"/>
              <a:ext cx="1102438" cy="577167"/>
              <a:chOff x="359837" y="4401391"/>
              <a:chExt cx="1102438" cy="577167"/>
            </a:xfrm>
          </p:grpSpPr>
          <p:pic>
            <p:nvPicPr>
              <p:cNvPr id="2565" name="Google Shape;2565;p19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566" name="Google Shape;2566;p19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67" name="Shape 2567"/>
        <p:cNvGrpSpPr/>
        <p:nvPr/>
      </p:nvGrpSpPr>
      <p:grpSpPr>
        <a:xfrm>
          <a:off x="0" y="0"/>
          <a:ext cx="0" cy="0"/>
          <a:chOff x="0" y="0"/>
          <a:chExt cx="0" cy="0"/>
        </a:xfrm>
      </p:grpSpPr>
      <p:pic>
        <p:nvPicPr>
          <p:cNvPr id="2568" name="Google Shape;2568;p19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569" name="Google Shape;2569;p1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70" name="Google Shape;2570;p191"/>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571" name="Google Shape;2571;p191"/>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572" name="Google Shape;2572;p191"/>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573" name="Google Shape;2573;p191"/>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574" name="Google Shape;2574;p191"/>
          <p:cNvGrpSpPr/>
          <p:nvPr/>
        </p:nvGrpSpPr>
        <p:grpSpPr>
          <a:xfrm>
            <a:off x="150" y="2779250"/>
            <a:ext cx="10103250" cy="2785475"/>
            <a:chOff x="150" y="2779250"/>
            <a:chExt cx="10103250" cy="2785475"/>
          </a:xfrm>
        </p:grpSpPr>
        <p:sp>
          <p:nvSpPr>
            <p:cNvPr id="2575" name="Google Shape;2575;p19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76" name="Google Shape;2576;p191"/>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77" name="Google Shape;2577;p191"/>
          <p:cNvGrpSpPr/>
          <p:nvPr/>
        </p:nvGrpSpPr>
        <p:grpSpPr>
          <a:xfrm>
            <a:off x="2" y="156617"/>
            <a:ext cx="10103400" cy="4994633"/>
            <a:chOff x="2" y="156617"/>
            <a:chExt cx="10103400" cy="4994633"/>
          </a:xfrm>
        </p:grpSpPr>
        <p:grpSp>
          <p:nvGrpSpPr>
            <p:cNvPr id="2578" name="Google Shape;2578;p191"/>
            <p:cNvGrpSpPr/>
            <p:nvPr/>
          </p:nvGrpSpPr>
          <p:grpSpPr>
            <a:xfrm>
              <a:off x="2" y="156617"/>
              <a:ext cx="719987" cy="944360"/>
              <a:chOff x="2" y="156617"/>
              <a:chExt cx="719987" cy="944360"/>
            </a:xfrm>
          </p:grpSpPr>
          <p:pic>
            <p:nvPicPr>
              <p:cNvPr id="2579" name="Google Shape;2579;p191"/>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580" name="Google Shape;2580;p191"/>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2581" name="Google Shape;2581;p191"/>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582" name="Google Shape;2582;p191"/>
            <p:cNvGrpSpPr/>
            <p:nvPr/>
          </p:nvGrpSpPr>
          <p:grpSpPr>
            <a:xfrm>
              <a:off x="359837" y="4401391"/>
              <a:ext cx="1102438" cy="577167"/>
              <a:chOff x="359837" y="4401391"/>
              <a:chExt cx="1102438" cy="577167"/>
            </a:xfrm>
          </p:grpSpPr>
          <p:pic>
            <p:nvPicPr>
              <p:cNvPr id="2583" name="Google Shape;2583;p191"/>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584" name="Google Shape;2584;p19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85" name="Shape 2585"/>
        <p:cNvGrpSpPr/>
        <p:nvPr/>
      </p:nvGrpSpPr>
      <p:grpSpPr>
        <a:xfrm>
          <a:off x="0" y="0"/>
          <a:ext cx="0" cy="0"/>
          <a:chOff x="0" y="0"/>
          <a:chExt cx="0" cy="0"/>
        </a:xfrm>
      </p:grpSpPr>
      <p:pic>
        <p:nvPicPr>
          <p:cNvPr id="2586" name="Google Shape;2586;p19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587" name="Google Shape;2587;p1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588" name="Google Shape;2588;p192"/>
          <p:cNvGrpSpPr/>
          <p:nvPr/>
        </p:nvGrpSpPr>
        <p:grpSpPr>
          <a:xfrm>
            <a:off x="5129400" y="4543750"/>
            <a:ext cx="4014600" cy="1205100"/>
            <a:chOff x="5129400" y="4543750"/>
            <a:chExt cx="4014600" cy="1205100"/>
          </a:xfrm>
        </p:grpSpPr>
        <p:sp>
          <p:nvSpPr>
            <p:cNvPr id="2589" name="Google Shape;2589;p192"/>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90" name="Google Shape;2590;p192"/>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91" name="Google Shape;2591;p192"/>
          <p:cNvGrpSpPr/>
          <p:nvPr/>
        </p:nvGrpSpPr>
        <p:grpSpPr>
          <a:xfrm>
            <a:off x="2" y="156617"/>
            <a:ext cx="9296400" cy="4986881"/>
            <a:chOff x="2" y="156617"/>
            <a:chExt cx="9296400" cy="4986881"/>
          </a:xfrm>
        </p:grpSpPr>
        <p:grpSp>
          <p:nvGrpSpPr>
            <p:cNvPr id="2592" name="Google Shape;2592;p192"/>
            <p:cNvGrpSpPr/>
            <p:nvPr/>
          </p:nvGrpSpPr>
          <p:grpSpPr>
            <a:xfrm>
              <a:off x="2" y="156617"/>
              <a:ext cx="719987" cy="944360"/>
              <a:chOff x="2" y="156617"/>
              <a:chExt cx="719987" cy="944360"/>
            </a:xfrm>
          </p:grpSpPr>
          <p:pic>
            <p:nvPicPr>
              <p:cNvPr id="2593" name="Google Shape;2593;p19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594" name="Google Shape;2594;p19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2595" name="Google Shape;2595;p192"/>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96" name="Shape 2596"/>
        <p:cNvGrpSpPr/>
        <p:nvPr/>
      </p:nvGrpSpPr>
      <p:grpSpPr>
        <a:xfrm>
          <a:off x="0" y="0"/>
          <a:ext cx="0" cy="0"/>
          <a:chOff x="0" y="0"/>
          <a:chExt cx="0" cy="0"/>
        </a:xfrm>
      </p:grpSpPr>
      <p:pic>
        <p:nvPicPr>
          <p:cNvPr id="2597" name="Google Shape;2597;p19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98" name="Google Shape;2598;p193"/>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99" name="Google Shape;2599;p193"/>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2600" name="Google Shape;2600;p19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01" name="Google Shape;2601;p193"/>
          <p:cNvGrpSpPr/>
          <p:nvPr/>
        </p:nvGrpSpPr>
        <p:grpSpPr>
          <a:xfrm>
            <a:off x="2" y="156617"/>
            <a:ext cx="1462273" cy="4821940"/>
            <a:chOff x="2" y="156617"/>
            <a:chExt cx="1462273" cy="4821940"/>
          </a:xfrm>
        </p:grpSpPr>
        <p:grpSp>
          <p:nvGrpSpPr>
            <p:cNvPr id="2602" name="Google Shape;2602;p193"/>
            <p:cNvGrpSpPr/>
            <p:nvPr/>
          </p:nvGrpSpPr>
          <p:grpSpPr>
            <a:xfrm>
              <a:off x="2" y="156617"/>
              <a:ext cx="719987" cy="944360"/>
              <a:chOff x="2" y="156617"/>
              <a:chExt cx="719987" cy="944360"/>
            </a:xfrm>
          </p:grpSpPr>
          <p:pic>
            <p:nvPicPr>
              <p:cNvPr id="2603" name="Google Shape;2603;p19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604" name="Google Shape;2604;p19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605" name="Google Shape;2605;p193"/>
            <p:cNvGrpSpPr/>
            <p:nvPr/>
          </p:nvGrpSpPr>
          <p:grpSpPr>
            <a:xfrm>
              <a:off x="359837" y="4401391"/>
              <a:ext cx="1102438" cy="577167"/>
              <a:chOff x="359837" y="4401391"/>
              <a:chExt cx="1102438" cy="577167"/>
            </a:xfrm>
          </p:grpSpPr>
          <p:pic>
            <p:nvPicPr>
              <p:cNvPr id="2606" name="Google Shape;2606;p19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607" name="Google Shape;2607;p19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08" name="Shape 2608"/>
        <p:cNvGrpSpPr/>
        <p:nvPr/>
      </p:nvGrpSpPr>
      <p:grpSpPr>
        <a:xfrm>
          <a:off x="0" y="0"/>
          <a:ext cx="0" cy="0"/>
          <a:chOff x="0" y="0"/>
          <a:chExt cx="0" cy="0"/>
        </a:xfrm>
      </p:grpSpPr>
      <p:pic>
        <p:nvPicPr>
          <p:cNvPr id="2609" name="Google Shape;2609;p19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610" name="Google Shape;2610;p194"/>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611" name="Google Shape;2611;p194"/>
          <p:cNvGrpSpPr/>
          <p:nvPr/>
        </p:nvGrpSpPr>
        <p:grpSpPr>
          <a:xfrm>
            <a:off x="-421050" y="0"/>
            <a:ext cx="10524450" cy="5564725"/>
            <a:chOff x="-421050" y="0"/>
            <a:chExt cx="10524450" cy="5564725"/>
          </a:xfrm>
        </p:grpSpPr>
        <p:sp>
          <p:nvSpPr>
            <p:cNvPr id="2612" name="Google Shape;2612;p194"/>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13" name="Google Shape;2613;p19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14" name="Google Shape;2614;p19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615" name="Google Shape;2615;p194"/>
          <p:cNvGrpSpPr/>
          <p:nvPr/>
        </p:nvGrpSpPr>
        <p:grpSpPr>
          <a:xfrm>
            <a:off x="-148218" y="81904"/>
            <a:ext cx="10251619" cy="5069347"/>
            <a:chOff x="-148218" y="81904"/>
            <a:chExt cx="10251619" cy="5069347"/>
          </a:xfrm>
        </p:grpSpPr>
        <p:pic>
          <p:nvPicPr>
            <p:cNvPr id="2616" name="Google Shape;2616;p194"/>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617" name="Google Shape;2617;p194"/>
            <p:cNvGrpSpPr/>
            <p:nvPr/>
          </p:nvGrpSpPr>
          <p:grpSpPr>
            <a:xfrm>
              <a:off x="359837" y="4401391"/>
              <a:ext cx="1102438" cy="577167"/>
              <a:chOff x="359837" y="4401391"/>
              <a:chExt cx="1102438" cy="577167"/>
            </a:xfrm>
          </p:grpSpPr>
          <p:pic>
            <p:nvPicPr>
              <p:cNvPr id="2618" name="Google Shape;2618;p194"/>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619" name="Google Shape;2619;p194"/>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620" name="Google Shape;2620;p194"/>
            <p:cNvGrpSpPr/>
            <p:nvPr/>
          </p:nvGrpSpPr>
          <p:grpSpPr>
            <a:xfrm>
              <a:off x="-148218" y="81904"/>
              <a:ext cx="1188426" cy="1227668"/>
              <a:chOff x="-7843" y="83454"/>
              <a:chExt cx="1188426" cy="1227668"/>
            </a:xfrm>
          </p:grpSpPr>
          <p:pic>
            <p:nvPicPr>
              <p:cNvPr id="2621" name="Google Shape;2621;p194"/>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622" name="Google Shape;2622;p194"/>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623" name="Google Shape;2623;p194"/>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24" name="Shape 2624"/>
        <p:cNvGrpSpPr/>
        <p:nvPr/>
      </p:nvGrpSpPr>
      <p:grpSpPr>
        <a:xfrm>
          <a:off x="0" y="0"/>
          <a:ext cx="0" cy="0"/>
          <a:chOff x="0" y="0"/>
          <a:chExt cx="0" cy="0"/>
        </a:xfrm>
      </p:grpSpPr>
      <p:pic>
        <p:nvPicPr>
          <p:cNvPr id="2625" name="Google Shape;2625;p19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626" name="Google Shape;2626;p195"/>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627" name="Google Shape;2627;p195"/>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628" name="Google Shape;2628;p195"/>
          <p:cNvGrpSpPr/>
          <p:nvPr/>
        </p:nvGrpSpPr>
        <p:grpSpPr>
          <a:xfrm>
            <a:off x="0" y="-859375"/>
            <a:ext cx="9504775" cy="6608225"/>
            <a:chOff x="0" y="-859375"/>
            <a:chExt cx="9504775" cy="6608225"/>
          </a:xfrm>
        </p:grpSpPr>
        <p:grpSp>
          <p:nvGrpSpPr>
            <p:cNvPr id="2629" name="Google Shape;2629;p195"/>
            <p:cNvGrpSpPr/>
            <p:nvPr/>
          </p:nvGrpSpPr>
          <p:grpSpPr>
            <a:xfrm flipH="1">
              <a:off x="5129400" y="4543750"/>
              <a:ext cx="4014600" cy="1205100"/>
              <a:chOff x="150" y="4543750"/>
              <a:chExt cx="4014600" cy="1205100"/>
            </a:xfrm>
          </p:grpSpPr>
          <p:sp>
            <p:nvSpPr>
              <p:cNvPr id="2630" name="Google Shape;2630;p195"/>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31" name="Google Shape;2631;p195"/>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632" name="Google Shape;2632;p195"/>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33" name="Google Shape;2633;p195"/>
            <p:cNvGrpSpPr/>
            <p:nvPr/>
          </p:nvGrpSpPr>
          <p:grpSpPr>
            <a:xfrm flipH="1">
              <a:off x="0" y="-859375"/>
              <a:ext cx="2489300" cy="1740000"/>
              <a:chOff x="6148925" y="-872075"/>
              <a:chExt cx="2489300" cy="1740000"/>
            </a:xfrm>
          </p:grpSpPr>
          <p:sp>
            <p:nvSpPr>
              <p:cNvPr id="2634" name="Google Shape;2634;p19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35" name="Google Shape;2635;p19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636" name="Google Shape;2636;p195"/>
          <p:cNvGrpSpPr/>
          <p:nvPr/>
        </p:nvGrpSpPr>
        <p:grpSpPr>
          <a:xfrm>
            <a:off x="-736999" y="-445900"/>
            <a:ext cx="10033401" cy="5589398"/>
            <a:chOff x="-736999" y="-445900"/>
            <a:chExt cx="10033401" cy="5589398"/>
          </a:xfrm>
        </p:grpSpPr>
        <p:pic>
          <p:nvPicPr>
            <p:cNvPr id="2637" name="Google Shape;2637;p195"/>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2638" name="Google Shape;2638;p195"/>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39" name="Shape 2639"/>
        <p:cNvGrpSpPr/>
        <p:nvPr/>
      </p:nvGrpSpPr>
      <p:grpSpPr>
        <a:xfrm>
          <a:off x="0" y="0"/>
          <a:ext cx="0" cy="0"/>
          <a:chOff x="0" y="0"/>
          <a:chExt cx="0" cy="0"/>
        </a:xfrm>
      </p:grpSpPr>
      <p:sp>
        <p:nvSpPr>
          <p:cNvPr id="2640" name="Google Shape;2640;p196"/>
          <p:cNvSpPr/>
          <p:nvPr>
            <p:ph idx="2" type="pic"/>
          </p:nvPr>
        </p:nvSpPr>
        <p:spPr>
          <a:xfrm>
            <a:off x="-25" y="-13725"/>
            <a:ext cx="9144000" cy="5157300"/>
          </a:xfrm>
          <a:prstGeom prst="rect">
            <a:avLst/>
          </a:prstGeom>
          <a:noFill/>
          <a:ln>
            <a:noFill/>
          </a:ln>
        </p:spPr>
      </p:sp>
      <p:sp>
        <p:nvSpPr>
          <p:cNvPr id="2641" name="Google Shape;2641;p196"/>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42" name="Shape 2642"/>
        <p:cNvGrpSpPr/>
        <p:nvPr/>
      </p:nvGrpSpPr>
      <p:grpSpPr>
        <a:xfrm>
          <a:off x="0" y="0"/>
          <a:ext cx="0" cy="0"/>
          <a:chOff x="0" y="0"/>
          <a:chExt cx="0" cy="0"/>
        </a:xfrm>
      </p:grpSpPr>
      <p:pic>
        <p:nvPicPr>
          <p:cNvPr id="2643" name="Google Shape;2643;p19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644" name="Google Shape;2644;p197"/>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645" name="Google Shape;2645;p197"/>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2646" name="Google Shape;2646;p197"/>
          <p:cNvGrpSpPr/>
          <p:nvPr/>
        </p:nvGrpSpPr>
        <p:grpSpPr>
          <a:xfrm>
            <a:off x="-601700" y="-872075"/>
            <a:ext cx="10705100" cy="5548225"/>
            <a:chOff x="-601700" y="-872075"/>
            <a:chExt cx="10705100" cy="5548225"/>
          </a:xfrm>
        </p:grpSpPr>
        <p:sp>
          <p:nvSpPr>
            <p:cNvPr id="2647" name="Google Shape;2647;p19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48" name="Google Shape;2648;p197"/>
            <p:cNvGrpSpPr/>
            <p:nvPr/>
          </p:nvGrpSpPr>
          <p:grpSpPr>
            <a:xfrm rot="5400000">
              <a:off x="-2006450" y="1404750"/>
              <a:ext cx="4014600" cy="1205100"/>
              <a:chOff x="150" y="4543750"/>
              <a:chExt cx="4014600" cy="1205100"/>
            </a:xfrm>
          </p:grpSpPr>
          <p:sp>
            <p:nvSpPr>
              <p:cNvPr id="2649" name="Google Shape;2649;p19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50" name="Google Shape;2650;p197"/>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651" name="Google Shape;2651;p197"/>
            <p:cNvGrpSpPr/>
            <p:nvPr/>
          </p:nvGrpSpPr>
          <p:grpSpPr>
            <a:xfrm>
              <a:off x="6148925" y="-872075"/>
              <a:ext cx="2489300" cy="1740000"/>
              <a:chOff x="6148925" y="-872075"/>
              <a:chExt cx="2489300" cy="1740000"/>
            </a:xfrm>
          </p:grpSpPr>
          <p:sp>
            <p:nvSpPr>
              <p:cNvPr id="2652" name="Google Shape;2652;p19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53" name="Google Shape;2653;p19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654" name="Google Shape;2654;p197"/>
          <p:cNvGrpSpPr/>
          <p:nvPr/>
        </p:nvGrpSpPr>
        <p:grpSpPr>
          <a:xfrm>
            <a:off x="-100888" y="2838714"/>
            <a:ext cx="9155766" cy="2341969"/>
            <a:chOff x="-100888" y="2838714"/>
            <a:chExt cx="9155766" cy="2341969"/>
          </a:xfrm>
        </p:grpSpPr>
        <p:grpSp>
          <p:nvGrpSpPr>
            <p:cNvPr id="2655" name="Google Shape;2655;p197"/>
            <p:cNvGrpSpPr/>
            <p:nvPr/>
          </p:nvGrpSpPr>
          <p:grpSpPr>
            <a:xfrm>
              <a:off x="8206512" y="4230524"/>
              <a:ext cx="848365" cy="950159"/>
              <a:chOff x="41662" y="277999"/>
              <a:chExt cx="848365" cy="950159"/>
            </a:xfrm>
          </p:grpSpPr>
          <p:pic>
            <p:nvPicPr>
              <p:cNvPr id="2656" name="Google Shape;2656;p19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657" name="Google Shape;2657;p19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658" name="Google Shape;2658;p19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659" name="Google Shape;2659;p197"/>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660" name="Shape 2660"/>
        <p:cNvGrpSpPr/>
        <p:nvPr/>
      </p:nvGrpSpPr>
      <p:grpSpPr>
        <a:xfrm>
          <a:off x="0" y="0"/>
          <a:ext cx="0" cy="0"/>
          <a:chOff x="0" y="0"/>
          <a:chExt cx="0" cy="0"/>
        </a:xfrm>
      </p:grpSpPr>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661" name="Shape 2661"/>
        <p:cNvGrpSpPr/>
        <p:nvPr/>
      </p:nvGrpSpPr>
      <p:grpSpPr>
        <a:xfrm>
          <a:off x="0" y="0"/>
          <a:ext cx="0" cy="0"/>
          <a:chOff x="0" y="0"/>
          <a:chExt cx="0" cy="0"/>
        </a:xfrm>
      </p:grpSpPr>
      <p:pic>
        <p:nvPicPr>
          <p:cNvPr id="2662" name="Google Shape;2662;p19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663" name="Google Shape;2663;p199"/>
          <p:cNvGrpSpPr/>
          <p:nvPr/>
        </p:nvGrpSpPr>
        <p:grpSpPr>
          <a:xfrm>
            <a:off x="7033266" y="-738725"/>
            <a:ext cx="2110732" cy="1475400"/>
            <a:chOff x="7033266" y="-738725"/>
            <a:chExt cx="2110732" cy="1475400"/>
          </a:xfrm>
        </p:grpSpPr>
        <p:sp>
          <p:nvSpPr>
            <p:cNvPr id="2664" name="Google Shape;2664;p199"/>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65" name="Google Shape;2665;p199"/>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666" name="Google Shape;2666;p19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67" name="Google Shape;2667;p199"/>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68" name="Google Shape;2668;p199"/>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69" name="Google Shape;2669;p199"/>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670" name="Google Shape;2670;p199"/>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71" name="Google Shape;2671;p199"/>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72" name="Google Shape;2672;p199"/>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673" name="Google Shape;2673;p199"/>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74" name="Google Shape;2674;p199"/>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75" name="Google Shape;2675;p199"/>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676" name="Google Shape;2676;p199"/>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77" name="Google Shape;2677;p199"/>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78" name="Google Shape;2678;p199"/>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2679" name="Google Shape;2679;p199"/>
          <p:cNvGrpSpPr/>
          <p:nvPr/>
        </p:nvGrpSpPr>
        <p:grpSpPr>
          <a:xfrm>
            <a:off x="2" y="156617"/>
            <a:ext cx="9096298" cy="4929890"/>
            <a:chOff x="2" y="156617"/>
            <a:chExt cx="9096298" cy="4929890"/>
          </a:xfrm>
        </p:grpSpPr>
        <p:grpSp>
          <p:nvGrpSpPr>
            <p:cNvPr id="2680" name="Google Shape;2680;p199"/>
            <p:cNvGrpSpPr/>
            <p:nvPr/>
          </p:nvGrpSpPr>
          <p:grpSpPr>
            <a:xfrm>
              <a:off x="2" y="156617"/>
              <a:ext cx="719987" cy="944360"/>
              <a:chOff x="2" y="156617"/>
              <a:chExt cx="719987" cy="944360"/>
            </a:xfrm>
          </p:grpSpPr>
          <p:pic>
            <p:nvPicPr>
              <p:cNvPr id="2681" name="Google Shape;2681;p19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682" name="Google Shape;2682;p19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683" name="Google Shape;2683;p199"/>
            <p:cNvGrpSpPr/>
            <p:nvPr/>
          </p:nvGrpSpPr>
          <p:grpSpPr>
            <a:xfrm>
              <a:off x="7993862" y="4509341"/>
              <a:ext cx="1102438" cy="577167"/>
              <a:chOff x="7993862" y="4509341"/>
              <a:chExt cx="1102438" cy="577167"/>
            </a:xfrm>
          </p:grpSpPr>
          <p:pic>
            <p:nvPicPr>
              <p:cNvPr id="2684" name="Google Shape;2684;p199"/>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2685" name="Google Shape;2685;p199"/>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686" name="Shape 2686"/>
        <p:cNvGrpSpPr/>
        <p:nvPr/>
      </p:nvGrpSpPr>
      <p:grpSpPr>
        <a:xfrm>
          <a:off x="0" y="0"/>
          <a:ext cx="0" cy="0"/>
          <a:chOff x="0" y="0"/>
          <a:chExt cx="0" cy="0"/>
        </a:xfrm>
      </p:grpSpPr>
      <p:pic>
        <p:nvPicPr>
          <p:cNvPr id="2687" name="Google Shape;2687;p20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688" name="Google Shape;2688;p200"/>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689" name="Google Shape;2689;p200"/>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2690" name="Google Shape;2690;p200"/>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2691" name="Google Shape;2691;p200"/>
          <p:cNvGrpSpPr/>
          <p:nvPr/>
        </p:nvGrpSpPr>
        <p:grpSpPr>
          <a:xfrm>
            <a:off x="0" y="-859375"/>
            <a:ext cx="9755475" cy="6421100"/>
            <a:chOff x="0" y="-859375"/>
            <a:chExt cx="9755475" cy="6421100"/>
          </a:xfrm>
        </p:grpSpPr>
        <p:sp>
          <p:nvSpPr>
            <p:cNvPr id="2692" name="Google Shape;2692;p200"/>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93" name="Google Shape;2693;p200"/>
            <p:cNvGrpSpPr/>
            <p:nvPr/>
          </p:nvGrpSpPr>
          <p:grpSpPr>
            <a:xfrm flipH="1">
              <a:off x="0" y="-859375"/>
              <a:ext cx="2489300" cy="1740000"/>
              <a:chOff x="6148925" y="-872075"/>
              <a:chExt cx="2489300" cy="1740000"/>
            </a:xfrm>
          </p:grpSpPr>
          <p:sp>
            <p:nvSpPr>
              <p:cNvPr id="2694" name="Google Shape;2694;p20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95" name="Google Shape;2695;p20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696" name="Google Shape;2696;p200"/>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697" name="Shape 2697"/>
        <p:cNvGrpSpPr/>
        <p:nvPr/>
      </p:nvGrpSpPr>
      <p:grpSpPr>
        <a:xfrm>
          <a:off x="0" y="0"/>
          <a:ext cx="0" cy="0"/>
          <a:chOff x="0" y="0"/>
          <a:chExt cx="0" cy="0"/>
        </a:xfrm>
      </p:grpSpPr>
      <p:pic>
        <p:nvPicPr>
          <p:cNvPr id="2698" name="Google Shape;2698;p20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699" name="Google Shape;2699;p201"/>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00" name="Google Shape;2700;p201"/>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01" name="Google Shape;2701;p201"/>
          <p:cNvSpPr/>
          <p:nvPr>
            <p:ph idx="2" type="pic"/>
          </p:nvPr>
        </p:nvSpPr>
        <p:spPr>
          <a:xfrm>
            <a:off x="4898950" y="533875"/>
            <a:ext cx="3489000" cy="4075800"/>
          </a:xfrm>
          <a:prstGeom prst="roundRect">
            <a:avLst>
              <a:gd fmla="val 18268" name="adj"/>
            </a:avLst>
          </a:prstGeom>
          <a:noFill/>
          <a:ln>
            <a:noFill/>
          </a:ln>
        </p:spPr>
      </p:sp>
      <p:grpSp>
        <p:nvGrpSpPr>
          <p:cNvPr id="2702" name="Google Shape;2702;p201"/>
          <p:cNvGrpSpPr/>
          <p:nvPr/>
        </p:nvGrpSpPr>
        <p:grpSpPr>
          <a:xfrm rot="5400000">
            <a:off x="-2006450" y="1404750"/>
            <a:ext cx="4014600" cy="1205100"/>
            <a:chOff x="150" y="4543750"/>
            <a:chExt cx="4014600" cy="1205100"/>
          </a:xfrm>
        </p:grpSpPr>
        <p:sp>
          <p:nvSpPr>
            <p:cNvPr id="2703" name="Google Shape;2703;p20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04" name="Google Shape;2704;p20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705" name="Shape 2705"/>
        <p:cNvGrpSpPr/>
        <p:nvPr/>
      </p:nvGrpSpPr>
      <p:grpSpPr>
        <a:xfrm>
          <a:off x="0" y="0"/>
          <a:ext cx="0" cy="0"/>
          <a:chOff x="0" y="0"/>
          <a:chExt cx="0" cy="0"/>
        </a:xfrm>
      </p:grpSpPr>
      <p:pic>
        <p:nvPicPr>
          <p:cNvPr id="2706" name="Google Shape;2706;p20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707" name="Google Shape;2707;p202"/>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08" name="Google Shape;2708;p202"/>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09" name="Google Shape;2709;p202"/>
          <p:cNvGrpSpPr/>
          <p:nvPr/>
        </p:nvGrpSpPr>
        <p:grpSpPr>
          <a:xfrm>
            <a:off x="0" y="-859375"/>
            <a:ext cx="9755475" cy="6421100"/>
            <a:chOff x="0" y="-859375"/>
            <a:chExt cx="9755475" cy="6421100"/>
          </a:xfrm>
        </p:grpSpPr>
        <p:sp>
          <p:nvSpPr>
            <p:cNvPr id="2710" name="Google Shape;2710;p202"/>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711" name="Google Shape;2711;p202"/>
            <p:cNvGrpSpPr/>
            <p:nvPr/>
          </p:nvGrpSpPr>
          <p:grpSpPr>
            <a:xfrm flipH="1">
              <a:off x="0" y="-859375"/>
              <a:ext cx="2489300" cy="1740000"/>
              <a:chOff x="6148925" y="-872075"/>
              <a:chExt cx="2489300" cy="1740000"/>
            </a:xfrm>
          </p:grpSpPr>
          <p:sp>
            <p:nvSpPr>
              <p:cNvPr id="2712" name="Google Shape;2712;p20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13" name="Google Shape;2713;p20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714" name="Google Shape;2714;p202"/>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715" name="Shape 2715"/>
        <p:cNvGrpSpPr/>
        <p:nvPr/>
      </p:nvGrpSpPr>
      <p:grpSpPr>
        <a:xfrm>
          <a:off x="0" y="0"/>
          <a:ext cx="0" cy="0"/>
          <a:chOff x="0" y="0"/>
          <a:chExt cx="0" cy="0"/>
        </a:xfrm>
      </p:grpSpPr>
      <p:pic>
        <p:nvPicPr>
          <p:cNvPr id="2716" name="Google Shape;2716;p20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17" name="Google Shape;2717;p203"/>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18" name="Google Shape;2718;p203"/>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19" name="Google Shape;2719;p203"/>
          <p:cNvGrpSpPr/>
          <p:nvPr/>
        </p:nvGrpSpPr>
        <p:grpSpPr>
          <a:xfrm>
            <a:off x="-601700" y="0"/>
            <a:ext cx="10705100" cy="4676150"/>
            <a:chOff x="-601700" y="0"/>
            <a:chExt cx="10705100" cy="4676150"/>
          </a:xfrm>
        </p:grpSpPr>
        <p:sp>
          <p:nvSpPr>
            <p:cNvPr id="2720" name="Google Shape;2720;p20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721" name="Google Shape;2721;p203"/>
            <p:cNvGrpSpPr/>
            <p:nvPr/>
          </p:nvGrpSpPr>
          <p:grpSpPr>
            <a:xfrm rot="5400000">
              <a:off x="-2006450" y="1404750"/>
              <a:ext cx="4014600" cy="1205100"/>
              <a:chOff x="150" y="4543750"/>
              <a:chExt cx="4014600" cy="1205100"/>
            </a:xfrm>
          </p:grpSpPr>
          <p:sp>
            <p:nvSpPr>
              <p:cNvPr id="2722" name="Google Shape;2722;p20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23" name="Google Shape;2723;p20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724" name="Google Shape;2724;p203"/>
          <p:cNvGrpSpPr/>
          <p:nvPr/>
        </p:nvGrpSpPr>
        <p:grpSpPr>
          <a:xfrm>
            <a:off x="8206512" y="4230524"/>
            <a:ext cx="848365" cy="950159"/>
            <a:chOff x="41662" y="277999"/>
            <a:chExt cx="848365" cy="950159"/>
          </a:xfrm>
        </p:grpSpPr>
        <p:pic>
          <p:nvPicPr>
            <p:cNvPr id="2725" name="Google Shape;2725;p20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726" name="Google Shape;2726;p20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727" name="Google Shape;2727;p20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728" name="Shape 2728"/>
        <p:cNvGrpSpPr/>
        <p:nvPr/>
      </p:nvGrpSpPr>
      <p:grpSpPr>
        <a:xfrm>
          <a:off x="0" y="0"/>
          <a:ext cx="0" cy="0"/>
          <a:chOff x="0" y="0"/>
          <a:chExt cx="0" cy="0"/>
        </a:xfrm>
      </p:grpSpPr>
      <p:pic>
        <p:nvPicPr>
          <p:cNvPr id="2729" name="Google Shape;2729;p20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30" name="Google Shape;2730;p2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31" name="Google Shape;2731;p204"/>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2" name="Google Shape;2732;p204"/>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3" name="Google Shape;2733;p204"/>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34" name="Google Shape;2734;p204"/>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735" name="Google Shape;2735;p204"/>
          <p:cNvGrpSpPr/>
          <p:nvPr/>
        </p:nvGrpSpPr>
        <p:grpSpPr>
          <a:xfrm>
            <a:off x="-501600" y="128825"/>
            <a:ext cx="10252550" cy="5418500"/>
            <a:chOff x="-501600" y="128825"/>
            <a:chExt cx="10252550" cy="5418500"/>
          </a:xfrm>
        </p:grpSpPr>
        <p:sp>
          <p:nvSpPr>
            <p:cNvPr id="2736" name="Google Shape;2736;p204"/>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37" name="Google Shape;2737;p204"/>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38" name="Google Shape;2738;p204"/>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39" name="Google Shape;2739;p204"/>
          <p:cNvGrpSpPr/>
          <p:nvPr/>
        </p:nvGrpSpPr>
        <p:grpSpPr>
          <a:xfrm>
            <a:off x="2" y="156617"/>
            <a:ext cx="9088698" cy="4882915"/>
            <a:chOff x="2" y="156617"/>
            <a:chExt cx="9088698" cy="4882915"/>
          </a:xfrm>
        </p:grpSpPr>
        <p:grpSp>
          <p:nvGrpSpPr>
            <p:cNvPr id="2740" name="Google Shape;2740;p204"/>
            <p:cNvGrpSpPr/>
            <p:nvPr/>
          </p:nvGrpSpPr>
          <p:grpSpPr>
            <a:xfrm>
              <a:off x="2" y="156617"/>
              <a:ext cx="719987" cy="944360"/>
              <a:chOff x="2" y="156617"/>
              <a:chExt cx="719987" cy="944360"/>
            </a:xfrm>
          </p:grpSpPr>
          <p:pic>
            <p:nvPicPr>
              <p:cNvPr id="2741" name="Google Shape;2741;p20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42" name="Google Shape;2742;p20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743" name="Google Shape;2743;p204"/>
            <p:cNvGrpSpPr/>
            <p:nvPr/>
          </p:nvGrpSpPr>
          <p:grpSpPr>
            <a:xfrm>
              <a:off x="7986262" y="4462366"/>
              <a:ext cx="1102438" cy="577167"/>
              <a:chOff x="359837" y="4401391"/>
              <a:chExt cx="1102438" cy="577167"/>
            </a:xfrm>
          </p:grpSpPr>
          <p:pic>
            <p:nvPicPr>
              <p:cNvPr id="2744" name="Google Shape;2744;p20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745" name="Google Shape;2745;p20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746" name="Shape 2746"/>
        <p:cNvGrpSpPr/>
        <p:nvPr/>
      </p:nvGrpSpPr>
      <p:grpSpPr>
        <a:xfrm>
          <a:off x="0" y="0"/>
          <a:ext cx="0" cy="0"/>
          <a:chOff x="0" y="0"/>
          <a:chExt cx="0" cy="0"/>
        </a:xfrm>
      </p:grpSpPr>
      <p:pic>
        <p:nvPicPr>
          <p:cNvPr id="2747" name="Google Shape;2747;p20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48" name="Google Shape;2748;p2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49" name="Google Shape;2749;p205"/>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50" name="Google Shape;2750;p205"/>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51" name="Google Shape;2751;p205"/>
          <p:cNvGrpSpPr/>
          <p:nvPr/>
        </p:nvGrpSpPr>
        <p:grpSpPr>
          <a:xfrm>
            <a:off x="275000" y="0"/>
            <a:ext cx="9374500" cy="5748850"/>
            <a:chOff x="275000" y="0"/>
            <a:chExt cx="9374500" cy="5748850"/>
          </a:xfrm>
        </p:grpSpPr>
        <p:sp>
          <p:nvSpPr>
            <p:cNvPr id="2752" name="Google Shape;2752;p205"/>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53" name="Google Shape;2753;p205"/>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54" name="Google Shape;2754;p205"/>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55" name="Google Shape;2755;p205"/>
          <p:cNvGrpSpPr/>
          <p:nvPr/>
        </p:nvGrpSpPr>
        <p:grpSpPr>
          <a:xfrm>
            <a:off x="2" y="156617"/>
            <a:ext cx="9088698" cy="4882915"/>
            <a:chOff x="2" y="156617"/>
            <a:chExt cx="9088698" cy="4882915"/>
          </a:xfrm>
        </p:grpSpPr>
        <p:grpSp>
          <p:nvGrpSpPr>
            <p:cNvPr id="2756" name="Google Shape;2756;p205"/>
            <p:cNvGrpSpPr/>
            <p:nvPr/>
          </p:nvGrpSpPr>
          <p:grpSpPr>
            <a:xfrm>
              <a:off x="2" y="156617"/>
              <a:ext cx="719987" cy="944360"/>
              <a:chOff x="2" y="156617"/>
              <a:chExt cx="719987" cy="944360"/>
            </a:xfrm>
          </p:grpSpPr>
          <p:pic>
            <p:nvPicPr>
              <p:cNvPr id="2757" name="Google Shape;2757;p20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58" name="Google Shape;2758;p20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759" name="Google Shape;2759;p205"/>
            <p:cNvGrpSpPr/>
            <p:nvPr/>
          </p:nvGrpSpPr>
          <p:grpSpPr>
            <a:xfrm>
              <a:off x="7986262" y="4462366"/>
              <a:ext cx="1102438" cy="577167"/>
              <a:chOff x="359837" y="4401391"/>
              <a:chExt cx="1102438" cy="577167"/>
            </a:xfrm>
          </p:grpSpPr>
          <p:pic>
            <p:nvPicPr>
              <p:cNvPr id="2760" name="Google Shape;2760;p20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761" name="Google Shape;2761;p20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762" name="Shape 2762"/>
        <p:cNvGrpSpPr/>
        <p:nvPr/>
      </p:nvGrpSpPr>
      <p:grpSpPr>
        <a:xfrm>
          <a:off x="0" y="0"/>
          <a:ext cx="0" cy="0"/>
          <a:chOff x="0" y="0"/>
          <a:chExt cx="0" cy="0"/>
        </a:xfrm>
      </p:grpSpPr>
      <p:pic>
        <p:nvPicPr>
          <p:cNvPr id="2763" name="Google Shape;2763;p20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764" name="Google Shape;2764;p2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65" name="Google Shape;2765;p206"/>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66" name="Google Shape;2766;p206"/>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67" name="Google Shape;2767;p206"/>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68" name="Google Shape;2768;p206"/>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69" name="Google Shape;2769;p206"/>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70" name="Google Shape;2770;p206"/>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771" name="Google Shape;2771;p206"/>
          <p:cNvGrpSpPr/>
          <p:nvPr/>
        </p:nvGrpSpPr>
        <p:grpSpPr>
          <a:xfrm>
            <a:off x="-601700" y="0"/>
            <a:ext cx="10705100" cy="4676150"/>
            <a:chOff x="-601700" y="0"/>
            <a:chExt cx="10705100" cy="4676150"/>
          </a:xfrm>
        </p:grpSpPr>
        <p:sp>
          <p:nvSpPr>
            <p:cNvPr id="2772" name="Google Shape;2772;p20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773" name="Google Shape;2773;p206"/>
            <p:cNvGrpSpPr/>
            <p:nvPr/>
          </p:nvGrpSpPr>
          <p:grpSpPr>
            <a:xfrm rot="5400000">
              <a:off x="-2006450" y="1404750"/>
              <a:ext cx="4014600" cy="1205100"/>
              <a:chOff x="150" y="4543750"/>
              <a:chExt cx="4014600" cy="1205100"/>
            </a:xfrm>
          </p:grpSpPr>
          <p:sp>
            <p:nvSpPr>
              <p:cNvPr id="2774" name="Google Shape;2774;p20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75" name="Google Shape;2775;p20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776" name="Google Shape;2776;p206"/>
          <p:cNvGrpSpPr/>
          <p:nvPr/>
        </p:nvGrpSpPr>
        <p:grpSpPr>
          <a:xfrm>
            <a:off x="2" y="156617"/>
            <a:ext cx="9054876" cy="5024066"/>
            <a:chOff x="2" y="156617"/>
            <a:chExt cx="9054876" cy="5024066"/>
          </a:xfrm>
        </p:grpSpPr>
        <p:grpSp>
          <p:nvGrpSpPr>
            <p:cNvPr id="2777" name="Google Shape;2777;p206"/>
            <p:cNvGrpSpPr/>
            <p:nvPr/>
          </p:nvGrpSpPr>
          <p:grpSpPr>
            <a:xfrm>
              <a:off x="8206512" y="4230524"/>
              <a:ext cx="848365" cy="950159"/>
              <a:chOff x="41662" y="277999"/>
              <a:chExt cx="848365" cy="950159"/>
            </a:xfrm>
          </p:grpSpPr>
          <p:pic>
            <p:nvPicPr>
              <p:cNvPr id="2778" name="Google Shape;2778;p20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779" name="Google Shape;2779;p20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780" name="Google Shape;2780;p20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2781" name="Google Shape;2781;p206"/>
            <p:cNvGrpSpPr/>
            <p:nvPr/>
          </p:nvGrpSpPr>
          <p:grpSpPr>
            <a:xfrm>
              <a:off x="2" y="156617"/>
              <a:ext cx="719987" cy="944360"/>
              <a:chOff x="2" y="156617"/>
              <a:chExt cx="719987" cy="944360"/>
            </a:xfrm>
          </p:grpSpPr>
          <p:pic>
            <p:nvPicPr>
              <p:cNvPr id="2782" name="Google Shape;2782;p20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83" name="Google Shape;2783;p20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784" name="Shape 2784"/>
        <p:cNvGrpSpPr/>
        <p:nvPr/>
      </p:nvGrpSpPr>
      <p:grpSpPr>
        <a:xfrm>
          <a:off x="0" y="0"/>
          <a:ext cx="0" cy="0"/>
          <a:chOff x="0" y="0"/>
          <a:chExt cx="0" cy="0"/>
        </a:xfrm>
      </p:grpSpPr>
      <p:pic>
        <p:nvPicPr>
          <p:cNvPr id="2785" name="Google Shape;2785;p207"/>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786" name="Google Shape;2786;p207"/>
          <p:cNvGrpSpPr/>
          <p:nvPr/>
        </p:nvGrpSpPr>
        <p:grpSpPr>
          <a:xfrm>
            <a:off x="5129400" y="0"/>
            <a:ext cx="4520100" cy="5547325"/>
            <a:chOff x="5129400" y="0"/>
            <a:chExt cx="4520100" cy="5547325"/>
          </a:xfrm>
        </p:grpSpPr>
        <p:sp>
          <p:nvSpPr>
            <p:cNvPr id="2787" name="Google Shape;2787;p207"/>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88" name="Google Shape;2788;p207"/>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89" name="Google Shape;2789;p207"/>
          <p:cNvGrpSpPr/>
          <p:nvPr/>
        </p:nvGrpSpPr>
        <p:grpSpPr>
          <a:xfrm>
            <a:off x="2" y="156617"/>
            <a:ext cx="9088698" cy="4882915"/>
            <a:chOff x="2" y="156617"/>
            <a:chExt cx="9088698" cy="4882915"/>
          </a:xfrm>
        </p:grpSpPr>
        <p:grpSp>
          <p:nvGrpSpPr>
            <p:cNvPr id="2790" name="Google Shape;2790;p207"/>
            <p:cNvGrpSpPr/>
            <p:nvPr/>
          </p:nvGrpSpPr>
          <p:grpSpPr>
            <a:xfrm>
              <a:off x="2" y="156617"/>
              <a:ext cx="719987" cy="944360"/>
              <a:chOff x="2" y="156617"/>
              <a:chExt cx="719987" cy="944360"/>
            </a:xfrm>
          </p:grpSpPr>
          <p:pic>
            <p:nvPicPr>
              <p:cNvPr id="2791" name="Google Shape;2791;p20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92" name="Google Shape;2792;p20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793" name="Google Shape;2793;p207"/>
            <p:cNvGrpSpPr/>
            <p:nvPr/>
          </p:nvGrpSpPr>
          <p:grpSpPr>
            <a:xfrm>
              <a:off x="7986262" y="4462366"/>
              <a:ext cx="1102438" cy="577167"/>
              <a:chOff x="359837" y="4401391"/>
              <a:chExt cx="1102438" cy="577167"/>
            </a:xfrm>
          </p:grpSpPr>
          <p:pic>
            <p:nvPicPr>
              <p:cNvPr id="2794" name="Google Shape;2794;p20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795" name="Google Shape;2795;p20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2796" name="Google Shape;2796;p2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97" name="Google Shape;2797;p207"/>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798" name="Google Shape;2798;p207"/>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799" name="Google Shape;2799;p207"/>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00" name="Google Shape;2800;p207"/>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01" name="Google Shape;2801;p207"/>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02" name="Google Shape;2802;p207"/>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03" name="Google Shape;2803;p207"/>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04" name="Google Shape;2804;p207"/>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2805" name="Shape 2805"/>
        <p:cNvGrpSpPr/>
        <p:nvPr/>
      </p:nvGrpSpPr>
      <p:grpSpPr>
        <a:xfrm>
          <a:off x="0" y="0"/>
          <a:ext cx="0" cy="0"/>
          <a:chOff x="0" y="0"/>
          <a:chExt cx="0" cy="0"/>
        </a:xfrm>
      </p:grpSpPr>
      <p:pic>
        <p:nvPicPr>
          <p:cNvPr id="2806" name="Google Shape;2806;p20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807" name="Google Shape;2807;p20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08" name="Google Shape;2808;p208"/>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09" name="Google Shape;2809;p208"/>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0" name="Google Shape;2810;p208"/>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1" name="Google Shape;2811;p208"/>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2" name="Google Shape;2812;p208"/>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3" name="Google Shape;2813;p208"/>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4" name="Google Shape;2814;p208"/>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5" name="Google Shape;2815;p208"/>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6" name="Google Shape;2816;p208"/>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7" name="Google Shape;2817;p208"/>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818" name="Google Shape;2818;p208"/>
          <p:cNvGrpSpPr/>
          <p:nvPr/>
        </p:nvGrpSpPr>
        <p:grpSpPr>
          <a:xfrm>
            <a:off x="2" y="156617"/>
            <a:ext cx="719987" cy="944360"/>
            <a:chOff x="2" y="156617"/>
            <a:chExt cx="719987" cy="944360"/>
          </a:xfrm>
        </p:grpSpPr>
        <p:pic>
          <p:nvPicPr>
            <p:cNvPr id="2819" name="Google Shape;2819;p20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20" name="Google Shape;2820;p20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21" name="Google Shape;2821;p208"/>
          <p:cNvGrpSpPr/>
          <p:nvPr/>
        </p:nvGrpSpPr>
        <p:grpSpPr>
          <a:xfrm>
            <a:off x="0" y="2817900"/>
            <a:ext cx="9640900" cy="2932900"/>
            <a:chOff x="0" y="2817900"/>
            <a:chExt cx="9640900" cy="2932900"/>
          </a:xfrm>
        </p:grpSpPr>
        <p:sp>
          <p:nvSpPr>
            <p:cNvPr id="2822" name="Google Shape;2822;p208"/>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23" name="Google Shape;2823;p208"/>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24" name="Google Shape;2824;p208"/>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825" name="Shape 2825"/>
        <p:cNvGrpSpPr/>
        <p:nvPr/>
      </p:nvGrpSpPr>
      <p:grpSpPr>
        <a:xfrm>
          <a:off x="0" y="0"/>
          <a:ext cx="0" cy="0"/>
          <a:chOff x="0" y="0"/>
          <a:chExt cx="0" cy="0"/>
        </a:xfrm>
      </p:grpSpPr>
      <p:pic>
        <p:nvPicPr>
          <p:cNvPr id="2826" name="Google Shape;2826;p20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827" name="Google Shape;2827;p20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28" name="Google Shape;2828;p209"/>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29" name="Google Shape;2829;p209"/>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0" name="Google Shape;2830;p209"/>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1" name="Google Shape;2831;p209"/>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2" name="Google Shape;2832;p209"/>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3" name="Google Shape;2833;p209"/>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4" name="Google Shape;2834;p209"/>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5" name="Google Shape;2835;p209"/>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6" name="Google Shape;2836;p209"/>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7" name="Google Shape;2837;p209"/>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8" name="Google Shape;2838;p209"/>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9" name="Google Shape;2839;p209"/>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840" name="Google Shape;2840;p209"/>
          <p:cNvGrpSpPr/>
          <p:nvPr/>
        </p:nvGrpSpPr>
        <p:grpSpPr>
          <a:xfrm>
            <a:off x="-501600" y="128825"/>
            <a:ext cx="10252550" cy="5418500"/>
            <a:chOff x="-501600" y="128825"/>
            <a:chExt cx="10252550" cy="5418500"/>
          </a:xfrm>
        </p:grpSpPr>
        <p:sp>
          <p:nvSpPr>
            <p:cNvPr id="2841" name="Google Shape;2841;p20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42" name="Google Shape;2842;p209"/>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43" name="Google Shape;2843;p209"/>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844" name="Google Shape;2844;p209"/>
          <p:cNvGrpSpPr/>
          <p:nvPr/>
        </p:nvGrpSpPr>
        <p:grpSpPr>
          <a:xfrm>
            <a:off x="2" y="156617"/>
            <a:ext cx="9088698" cy="4882915"/>
            <a:chOff x="2" y="156617"/>
            <a:chExt cx="9088698" cy="4882915"/>
          </a:xfrm>
        </p:grpSpPr>
        <p:grpSp>
          <p:nvGrpSpPr>
            <p:cNvPr id="2845" name="Google Shape;2845;p209"/>
            <p:cNvGrpSpPr/>
            <p:nvPr/>
          </p:nvGrpSpPr>
          <p:grpSpPr>
            <a:xfrm>
              <a:off x="2" y="156617"/>
              <a:ext cx="719987" cy="944360"/>
              <a:chOff x="2" y="156617"/>
              <a:chExt cx="719987" cy="944360"/>
            </a:xfrm>
          </p:grpSpPr>
          <p:pic>
            <p:nvPicPr>
              <p:cNvPr id="2846" name="Google Shape;2846;p20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47" name="Google Shape;2847;p20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48" name="Google Shape;2848;p209"/>
            <p:cNvGrpSpPr/>
            <p:nvPr/>
          </p:nvGrpSpPr>
          <p:grpSpPr>
            <a:xfrm>
              <a:off x="7986262" y="4462366"/>
              <a:ext cx="1102438" cy="577167"/>
              <a:chOff x="359837" y="4401391"/>
              <a:chExt cx="1102438" cy="577167"/>
            </a:xfrm>
          </p:grpSpPr>
          <p:pic>
            <p:nvPicPr>
              <p:cNvPr id="2849" name="Google Shape;2849;p20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850" name="Google Shape;2850;p20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851" name="Shape 2851"/>
        <p:cNvGrpSpPr/>
        <p:nvPr/>
      </p:nvGrpSpPr>
      <p:grpSpPr>
        <a:xfrm>
          <a:off x="0" y="0"/>
          <a:ext cx="0" cy="0"/>
          <a:chOff x="0" y="0"/>
          <a:chExt cx="0" cy="0"/>
        </a:xfrm>
      </p:grpSpPr>
      <p:pic>
        <p:nvPicPr>
          <p:cNvPr id="2852" name="Google Shape;2852;p21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853" name="Google Shape;2853;p21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854" name="Google Shape;2854;p210"/>
          <p:cNvGrpSpPr/>
          <p:nvPr/>
        </p:nvGrpSpPr>
        <p:grpSpPr>
          <a:xfrm>
            <a:off x="2" y="156617"/>
            <a:ext cx="719987" cy="944360"/>
            <a:chOff x="2" y="156617"/>
            <a:chExt cx="719987" cy="944360"/>
          </a:xfrm>
        </p:grpSpPr>
        <p:pic>
          <p:nvPicPr>
            <p:cNvPr id="2855" name="Google Shape;2855;p21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56" name="Google Shape;2856;p21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57" name="Google Shape;2857;p210"/>
          <p:cNvGrpSpPr/>
          <p:nvPr/>
        </p:nvGrpSpPr>
        <p:grpSpPr>
          <a:xfrm>
            <a:off x="0" y="0"/>
            <a:ext cx="9569050" cy="5569647"/>
            <a:chOff x="0" y="0"/>
            <a:chExt cx="9569050" cy="5569647"/>
          </a:xfrm>
        </p:grpSpPr>
        <p:sp>
          <p:nvSpPr>
            <p:cNvPr id="2858" name="Google Shape;2858;p210"/>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59" name="Google Shape;2859;p210"/>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860" name="Shape 2860"/>
        <p:cNvGrpSpPr/>
        <p:nvPr/>
      </p:nvGrpSpPr>
      <p:grpSpPr>
        <a:xfrm>
          <a:off x="0" y="0"/>
          <a:ext cx="0" cy="0"/>
          <a:chOff x="0" y="0"/>
          <a:chExt cx="0" cy="0"/>
        </a:xfrm>
      </p:grpSpPr>
      <p:pic>
        <p:nvPicPr>
          <p:cNvPr id="2861" name="Google Shape;2861;p21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862" name="Google Shape;2862;p21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863" name="Google Shape;2863;p211"/>
          <p:cNvGrpSpPr/>
          <p:nvPr/>
        </p:nvGrpSpPr>
        <p:grpSpPr>
          <a:xfrm>
            <a:off x="2" y="156617"/>
            <a:ext cx="719987" cy="944360"/>
            <a:chOff x="2" y="156617"/>
            <a:chExt cx="719987" cy="944360"/>
          </a:xfrm>
        </p:grpSpPr>
        <p:pic>
          <p:nvPicPr>
            <p:cNvPr id="2864" name="Google Shape;2864;p21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65" name="Google Shape;2865;p21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66" name="Google Shape;2866;p211"/>
          <p:cNvGrpSpPr/>
          <p:nvPr/>
        </p:nvGrpSpPr>
        <p:grpSpPr>
          <a:xfrm>
            <a:off x="0" y="0"/>
            <a:ext cx="9569050" cy="5569647"/>
            <a:chOff x="0" y="0"/>
            <a:chExt cx="9569050" cy="5569647"/>
          </a:xfrm>
        </p:grpSpPr>
        <p:sp>
          <p:nvSpPr>
            <p:cNvPr id="2867" name="Google Shape;2867;p211"/>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68" name="Google Shape;2868;p211"/>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869" name="Shape 2869"/>
        <p:cNvGrpSpPr/>
        <p:nvPr/>
      </p:nvGrpSpPr>
      <p:grpSpPr>
        <a:xfrm>
          <a:off x="0" y="0"/>
          <a:ext cx="0" cy="0"/>
          <a:chOff x="0" y="0"/>
          <a:chExt cx="0" cy="0"/>
        </a:xfrm>
      </p:grpSpPr>
      <p:pic>
        <p:nvPicPr>
          <p:cNvPr id="2870" name="Google Shape;2870;p21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871" name="Google Shape;2871;p212"/>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872" name="Google Shape;2872;p212"/>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873" name="Google Shape;2873;p212"/>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874" name="Google Shape;2874;p212"/>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875" name="Google Shape;2875;p212"/>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876" name="Google Shape;2876;p212"/>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2877" name="Google Shape;2877;p212"/>
          <p:cNvGrpSpPr/>
          <p:nvPr/>
        </p:nvGrpSpPr>
        <p:grpSpPr>
          <a:xfrm>
            <a:off x="-601700" y="0"/>
            <a:ext cx="10705100" cy="4676150"/>
            <a:chOff x="-601700" y="0"/>
            <a:chExt cx="10705100" cy="4676150"/>
          </a:xfrm>
        </p:grpSpPr>
        <p:sp>
          <p:nvSpPr>
            <p:cNvPr id="2878" name="Google Shape;2878;p21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879" name="Google Shape;2879;p212"/>
            <p:cNvGrpSpPr/>
            <p:nvPr/>
          </p:nvGrpSpPr>
          <p:grpSpPr>
            <a:xfrm rot="5400000">
              <a:off x="-2006450" y="1404750"/>
              <a:ext cx="4014600" cy="1205100"/>
              <a:chOff x="150" y="4543750"/>
              <a:chExt cx="4014600" cy="1205100"/>
            </a:xfrm>
          </p:grpSpPr>
          <p:sp>
            <p:nvSpPr>
              <p:cNvPr id="2880" name="Google Shape;2880;p21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81" name="Google Shape;2881;p21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882" name="Google Shape;2882;p212"/>
          <p:cNvGrpSpPr/>
          <p:nvPr/>
        </p:nvGrpSpPr>
        <p:grpSpPr>
          <a:xfrm>
            <a:off x="8206512" y="4230524"/>
            <a:ext cx="848365" cy="950159"/>
            <a:chOff x="41662" y="277999"/>
            <a:chExt cx="848365" cy="950159"/>
          </a:xfrm>
        </p:grpSpPr>
        <p:pic>
          <p:nvPicPr>
            <p:cNvPr id="2883" name="Google Shape;2883;p21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884" name="Google Shape;2884;p21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885" name="Google Shape;2885;p21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886" name="Shape 2886"/>
        <p:cNvGrpSpPr/>
        <p:nvPr/>
      </p:nvGrpSpPr>
      <p:grpSpPr>
        <a:xfrm>
          <a:off x="0" y="0"/>
          <a:ext cx="0" cy="0"/>
          <a:chOff x="0" y="0"/>
          <a:chExt cx="0" cy="0"/>
        </a:xfrm>
      </p:grpSpPr>
      <p:pic>
        <p:nvPicPr>
          <p:cNvPr id="2887" name="Google Shape;2887;p213"/>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888" name="Google Shape;2888;p213"/>
          <p:cNvGrpSpPr/>
          <p:nvPr/>
        </p:nvGrpSpPr>
        <p:grpSpPr>
          <a:xfrm>
            <a:off x="-962824" y="-872075"/>
            <a:ext cx="10524450" cy="6436800"/>
            <a:chOff x="-962824" y="-872075"/>
            <a:chExt cx="10524450" cy="6436800"/>
          </a:xfrm>
        </p:grpSpPr>
        <p:sp>
          <p:nvSpPr>
            <p:cNvPr id="2889" name="Google Shape;2889;p213"/>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890" name="Google Shape;2890;p213"/>
            <p:cNvGrpSpPr/>
            <p:nvPr/>
          </p:nvGrpSpPr>
          <p:grpSpPr>
            <a:xfrm flipH="1">
              <a:off x="502351" y="-872075"/>
              <a:ext cx="2489300" cy="1740000"/>
              <a:chOff x="6148925" y="-872075"/>
              <a:chExt cx="2489300" cy="1740000"/>
            </a:xfrm>
          </p:grpSpPr>
          <p:sp>
            <p:nvSpPr>
              <p:cNvPr id="2891" name="Google Shape;2891;p21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92" name="Google Shape;2892;p21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893" name="Google Shape;2893;p213"/>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94" name="Google Shape;2894;p213"/>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895" name="Google Shape;2895;p213"/>
          <p:cNvGrpSpPr/>
          <p:nvPr/>
        </p:nvGrpSpPr>
        <p:grpSpPr>
          <a:xfrm>
            <a:off x="-962825" y="81904"/>
            <a:ext cx="10251619" cy="5069347"/>
            <a:chOff x="-962825" y="81904"/>
            <a:chExt cx="10251619" cy="5069347"/>
          </a:xfrm>
        </p:grpSpPr>
        <p:pic>
          <p:nvPicPr>
            <p:cNvPr id="2896" name="Google Shape;2896;p213"/>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897" name="Google Shape;2897;p213"/>
            <p:cNvGrpSpPr/>
            <p:nvPr/>
          </p:nvGrpSpPr>
          <p:grpSpPr>
            <a:xfrm flipH="1">
              <a:off x="7678302" y="4401391"/>
              <a:ext cx="1102438" cy="577167"/>
              <a:chOff x="359837" y="4401391"/>
              <a:chExt cx="1102438" cy="577167"/>
            </a:xfrm>
          </p:grpSpPr>
          <p:pic>
            <p:nvPicPr>
              <p:cNvPr id="2898" name="Google Shape;2898;p213"/>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899" name="Google Shape;2899;p213"/>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900" name="Google Shape;2900;p213"/>
            <p:cNvGrpSpPr/>
            <p:nvPr/>
          </p:nvGrpSpPr>
          <p:grpSpPr>
            <a:xfrm flipH="1">
              <a:off x="8100369" y="81904"/>
              <a:ext cx="1188426" cy="1227668"/>
              <a:chOff x="-7843" y="83454"/>
              <a:chExt cx="1188426" cy="1227668"/>
            </a:xfrm>
          </p:grpSpPr>
          <p:pic>
            <p:nvPicPr>
              <p:cNvPr id="2901" name="Google Shape;2901;p213"/>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902" name="Google Shape;2902;p213"/>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903" name="Google Shape;2903;p213"/>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2904" name="Google Shape;2904;p213"/>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05" name="Google Shape;2905;p213"/>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6" name="Google Shape;2906;p213"/>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907" name="Shape 2907"/>
        <p:cNvGrpSpPr/>
        <p:nvPr/>
      </p:nvGrpSpPr>
      <p:grpSpPr>
        <a:xfrm>
          <a:off x="0" y="0"/>
          <a:ext cx="0" cy="0"/>
          <a:chOff x="0" y="0"/>
          <a:chExt cx="0" cy="0"/>
        </a:xfrm>
      </p:grpSpPr>
      <p:pic>
        <p:nvPicPr>
          <p:cNvPr id="2908" name="Google Shape;2908;p214"/>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909" name="Google Shape;2909;p214"/>
          <p:cNvGrpSpPr/>
          <p:nvPr/>
        </p:nvGrpSpPr>
        <p:grpSpPr>
          <a:xfrm>
            <a:off x="0" y="-613825"/>
            <a:ext cx="9564675" cy="6140950"/>
            <a:chOff x="0" y="-613825"/>
            <a:chExt cx="9564675" cy="6140950"/>
          </a:xfrm>
        </p:grpSpPr>
        <p:sp>
          <p:nvSpPr>
            <p:cNvPr id="2910" name="Google Shape;2910;p214"/>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11" name="Google Shape;2911;p214"/>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12" name="Google Shape;2912;p214"/>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913" name="Shape 2913"/>
        <p:cNvGrpSpPr/>
        <p:nvPr/>
      </p:nvGrpSpPr>
      <p:grpSpPr>
        <a:xfrm>
          <a:off x="0" y="0"/>
          <a:ext cx="0" cy="0"/>
          <a:chOff x="0" y="0"/>
          <a:chExt cx="0" cy="0"/>
        </a:xfrm>
      </p:grpSpPr>
      <p:pic>
        <p:nvPicPr>
          <p:cNvPr id="2914" name="Google Shape;2914;p215"/>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915" name="Google Shape;2915;p215"/>
          <p:cNvGrpSpPr/>
          <p:nvPr/>
        </p:nvGrpSpPr>
        <p:grpSpPr>
          <a:xfrm>
            <a:off x="-601700" y="0"/>
            <a:ext cx="10358225" cy="5143500"/>
            <a:chOff x="-601700" y="0"/>
            <a:chExt cx="10358225" cy="5143500"/>
          </a:xfrm>
        </p:grpSpPr>
        <p:grpSp>
          <p:nvGrpSpPr>
            <p:cNvPr id="2916" name="Google Shape;2916;p215"/>
            <p:cNvGrpSpPr/>
            <p:nvPr/>
          </p:nvGrpSpPr>
          <p:grpSpPr>
            <a:xfrm rot="5400000">
              <a:off x="-2006450" y="1404750"/>
              <a:ext cx="4014600" cy="1205100"/>
              <a:chOff x="150" y="4543750"/>
              <a:chExt cx="4014600" cy="1205100"/>
            </a:xfrm>
          </p:grpSpPr>
          <p:sp>
            <p:nvSpPr>
              <p:cNvPr id="2917" name="Google Shape;2917;p21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18" name="Google Shape;2918;p21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19" name="Google Shape;2919;p215"/>
            <p:cNvGrpSpPr/>
            <p:nvPr/>
          </p:nvGrpSpPr>
          <p:grpSpPr>
            <a:xfrm rot="-5400000">
              <a:off x="7146675" y="2533650"/>
              <a:ext cx="4014600" cy="1205100"/>
              <a:chOff x="150" y="4543750"/>
              <a:chExt cx="4014600" cy="1205100"/>
            </a:xfrm>
          </p:grpSpPr>
          <p:sp>
            <p:nvSpPr>
              <p:cNvPr id="2920" name="Google Shape;2920;p215"/>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21" name="Google Shape;2921;p215"/>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25" name="Shape 2925"/>
        <p:cNvGrpSpPr/>
        <p:nvPr/>
      </p:nvGrpSpPr>
      <p:grpSpPr>
        <a:xfrm>
          <a:off x="0" y="0"/>
          <a:ext cx="0" cy="0"/>
          <a:chOff x="0" y="0"/>
          <a:chExt cx="0" cy="0"/>
        </a:xfrm>
      </p:grpSpPr>
      <p:pic>
        <p:nvPicPr>
          <p:cNvPr id="2926" name="Google Shape;2926;p21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927" name="Google Shape;2927;p217"/>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928" name="Google Shape;2928;p217"/>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929" name="Google Shape;2929;p217"/>
          <p:cNvGrpSpPr/>
          <p:nvPr/>
        </p:nvGrpSpPr>
        <p:grpSpPr>
          <a:xfrm>
            <a:off x="-421050" y="-872075"/>
            <a:ext cx="10524450" cy="6436800"/>
            <a:chOff x="-421050" y="-872075"/>
            <a:chExt cx="10524450" cy="6436800"/>
          </a:xfrm>
        </p:grpSpPr>
        <p:sp>
          <p:nvSpPr>
            <p:cNvPr id="2930" name="Google Shape;2930;p217"/>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931" name="Google Shape;2931;p217"/>
            <p:cNvGrpSpPr/>
            <p:nvPr/>
          </p:nvGrpSpPr>
          <p:grpSpPr>
            <a:xfrm>
              <a:off x="6148925" y="-872075"/>
              <a:ext cx="2489300" cy="1740000"/>
              <a:chOff x="6148925" y="-872075"/>
              <a:chExt cx="2489300" cy="1740000"/>
            </a:xfrm>
          </p:grpSpPr>
          <p:sp>
            <p:nvSpPr>
              <p:cNvPr id="2932" name="Google Shape;2932;p21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33" name="Google Shape;2933;p21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934" name="Google Shape;2934;p21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35" name="Google Shape;2935;p217"/>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36" name="Google Shape;2936;p217"/>
          <p:cNvGrpSpPr/>
          <p:nvPr/>
        </p:nvGrpSpPr>
        <p:grpSpPr>
          <a:xfrm>
            <a:off x="-148218" y="81904"/>
            <a:ext cx="10251619" cy="5069347"/>
            <a:chOff x="-148218" y="81904"/>
            <a:chExt cx="10251619" cy="5069347"/>
          </a:xfrm>
        </p:grpSpPr>
        <p:pic>
          <p:nvPicPr>
            <p:cNvPr id="2937" name="Google Shape;2937;p217"/>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938" name="Google Shape;2938;p217"/>
            <p:cNvGrpSpPr/>
            <p:nvPr/>
          </p:nvGrpSpPr>
          <p:grpSpPr>
            <a:xfrm>
              <a:off x="359837" y="4401391"/>
              <a:ext cx="1102438" cy="577167"/>
              <a:chOff x="359837" y="4401391"/>
              <a:chExt cx="1102438" cy="577167"/>
            </a:xfrm>
          </p:grpSpPr>
          <p:pic>
            <p:nvPicPr>
              <p:cNvPr id="2939" name="Google Shape;2939;p217"/>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940" name="Google Shape;2940;p217"/>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941" name="Google Shape;2941;p217"/>
            <p:cNvGrpSpPr/>
            <p:nvPr/>
          </p:nvGrpSpPr>
          <p:grpSpPr>
            <a:xfrm>
              <a:off x="-148218" y="81904"/>
              <a:ext cx="1188426" cy="1227668"/>
              <a:chOff x="-7843" y="83454"/>
              <a:chExt cx="1188426" cy="1227668"/>
            </a:xfrm>
          </p:grpSpPr>
          <p:pic>
            <p:nvPicPr>
              <p:cNvPr id="2942" name="Google Shape;2942;p217"/>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943" name="Google Shape;2943;p217"/>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944" name="Google Shape;2944;p217"/>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45" name="Shape 2945"/>
        <p:cNvGrpSpPr/>
        <p:nvPr/>
      </p:nvGrpSpPr>
      <p:grpSpPr>
        <a:xfrm>
          <a:off x="0" y="0"/>
          <a:ext cx="0" cy="0"/>
          <a:chOff x="0" y="0"/>
          <a:chExt cx="0" cy="0"/>
        </a:xfrm>
      </p:grpSpPr>
      <p:pic>
        <p:nvPicPr>
          <p:cNvPr id="2946" name="Google Shape;2946;p21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947" name="Google Shape;2947;p218"/>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948" name="Google Shape;2948;p218"/>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2949" name="Google Shape;2949;p218"/>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950" name="Google Shape;2950;p218"/>
          <p:cNvGrpSpPr/>
          <p:nvPr/>
        </p:nvGrpSpPr>
        <p:grpSpPr>
          <a:xfrm>
            <a:off x="8206512" y="4230524"/>
            <a:ext cx="848365" cy="950159"/>
            <a:chOff x="41662" y="277999"/>
            <a:chExt cx="848365" cy="950159"/>
          </a:xfrm>
        </p:grpSpPr>
        <p:pic>
          <p:nvPicPr>
            <p:cNvPr id="2951" name="Google Shape;2951;p21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952" name="Google Shape;2952;p21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953" name="Google Shape;2953;p21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954" name="Google Shape;2954;p218"/>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2955" name="Google Shape;2955;p218"/>
          <p:cNvGrpSpPr/>
          <p:nvPr/>
        </p:nvGrpSpPr>
        <p:grpSpPr>
          <a:xfrm>
            <a:off x="-601700" y="-872075"/>
            <a:ext cx="10705100" cy="5548225"/>
            <a:chOff x="-601700" y="-872075"/>
            <a:chExt cx="10705100" cy="5548225"/>
          </a:xfrm>
        </p:grpSpPr>
        <p:sp>
          <p:nvSpPr>
            <p:cNvPr id="2956" name="Google Shape;2956;p21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957" name="Google Shape;2957;p218"/>
            <p:cNvGrpSpPr/>
            <p:nvPr/>
          </p:nvGrpSpPr>
          <p:grpSpPr>
            <a:xfrm rot="5400000">
              <a:off x="-2006450" y="1404750"/>
              <a:ext cx="4014600" cy="1205100"/>
              <a:chOff x="150" y="4543750"/>
              <a:chExt cx="4014600" cy="1205100"/>
            </a:xfrm>
          </p:grpSpPr>
          <p:sp>
            <p:nvSpPr>
              <p:cNvPr id="2958" name="Google Shape;2958;p21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59" name="Google Shape;2959;p218"/>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60" name="Google Shape;2960;p218"/>
            <p:cNvGrpSpPr/>
            <p:nvPr/>
          </p:nvGrpSpPr>
          <p:grpSpPr>
            <a:xfrm>
              <a:off x="6148925" y="-872075"/>
              <a:ext cx="2489300" cy="1740000"/>
              <a:chOff x="6148925" y="-872075"/>
              <a:chExt cx="2489300" cy="1740000"/>
            </a:xfrm>
          </p:grpSpPr>
          <p:sp>
            <p:nvSpPr>
              <p:cNvPr id="2961" name="Google Shape;2961;p21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62" name="Google Shape;2962;p21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63" name="Shape 2963"/>
        <p:cNvGrpSpPr/>
        <p:nvPr/>
      </p:nvGrpSpPr>
      <p:grpSpPr>
        <a:xfrm>
          <a:off x="0" y="0"/>
          <a:ext cx="0" cy="0"/>
          <a:chOff x="0" y="0"/>
          <a:chExt cx="0" cy="0"/>
        </a:xfrm>
      </p:grpSpPr>
      <p:pic>
        <p:nvPicPr>
          <p:cNvPr id="2964" name="Google Shape;2964;p21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965" name="Google Shape;2965;p2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66" name="Google Shape;2966;p219"/>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2967" name="Google Shape;2967;p219"/>
          <p:cNvGrpSpPr/>
          <p:nvPr/>
        </p:nvGrpSpPr>
        <p:grpSpPr>
          <a:xfrm>
            <a:off x="150" y="2779250"/>
            <a:ext cx="10103250" cy="2785475"/>
            <a:chOff x="150" y="2779250"/>
            <a:chExt cx="10103250" cy="2785475"/>
          </a:xfrm>
        </p:grpSpPr>
        <p:sp>
          <p:nvSpPr>
            <p:cNvPr id="2968" name="Google Shape;2968;p21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69" name="Google Shape;2969;p219"/>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70" name="Google Shape;2970;p219"/>
          <p:cNvGrpSpPr/>
          <p:nvPr/>
        </p:nvGrpSpPr>
        <p:grpSpPr>
          <a:xfrm>
            <a:off x="2" y="156617"/>
            <a:ext cx="1462273" cy="4821940"/>
            <a:chOff x="2" y="156617"/>
            <a:chExt cx="1462273" cy="4821940"/>
          </a:xfrm>
        </p:grpSpPr>
        <p:grpSp>
          <p:nvGrpSpPr>
            <p:cNvPr id="2971" name="Google Shape;2971;p219"/>
            <p:cNvGrpSpPr/>
            <p:nvPr/>
          </p:nvGrpSpPr>
          <p:grpSpPr>
            <a:xfrm>
              <a:off x="2" y="156617"/>
              <a:ext cx="719987" cy="944360"/>
              <a:chOff x="2" y="156617"/>
              <a:chExt cx="719987" cy="944360"/>
            </a:xfrm>
          </p:grpSpPr>
          <p:pic>
            <p:nvPicPr>
              <p:cNvPr id="2972" name="Google Shape;2972;p219"/>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973" name="Google Shape;2973;p219"/>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2974" name="Google Shape;2974;p219"/>
            <p:cNvGrpSpPr/>
            <p:nvPr/>
          </p:nvGrpSpPr>
          <p:grpSpPr>
            <a:xfrm>
              <a:off x="359837" y="4401391"/>
              <a:ext cx="1102438" cy="577167"/>
              <a:chOff x="359837" y="4401391"/>
              <a:chExt cx="1102438" cy="577167"/>
            </a:xfrm>
          </p:grpSpPr>
          <p:pic>
            <p:nvPicPr>
              <p:cNvPr id="2975" name="Google Shape;2975;p21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976" name="Google Shape;2976;p21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77" name="Shape 2977"/>
        <p:cNvGrpSpPr/>
        <p:nvPr/>
      </p:nvGrpSpPr>
      <p:grpSpPr>
        <a:xfrm>
          <a:off x="0" y="0"/>
          <a:ext cx="0" cy="0"/>
          <a:chOff x="0" y="0"/>
          <a:chExt cx="0" cy="0"/>
        </a:xfrm>
      </p:grpSpPr>
      <p:pic>
        <p:nvPicPr>
          <p:cNvPr id="2978" name="Google Shape;2978;p22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979" name="Google Shape;2979;p2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80" name="Google Shape;2980;p220"/>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981" name="Google Shape;2981;p220"/>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982" name="Google Shape;2982;p220"/>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983" name="Google Shape;2983;p220"/>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984" name="Google Shape;2984;p220"/>
          <p:cNvGrpSpPr/>
          <p:nvPr/>
        </p:nvGrpSpPr>
        <p:grpSpPr>
          <a:xfrm>
            <a:off x="150" y="2779250"/>
            <a:ext cx="10103250" cy="2785475"/>
            <a:chOff x="150" y="2779250"/>
            <a:chExt cx="10103250" cy="2785475"/>
          </a:xfrm>
        </p:grpSpPr>
        <p:sp>
          <p:nvSpPr>
            <p:cNvPr id="2985" name="Google Shape;2985;p22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86" name="Google Shape;2986;p22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87" name="Google Shape;2987;p220"/>
          <p:cNvGrpSpPr/>
          <p:nvPr/>
        </p:nvGrpSpPr>
        <p:grpSpPr>
          <a:xfrm>
            <a:off x="2" y="156617"/>
            <a:ext cx="10103400" cy="4994633"/>
            <a:chOff x="2" y="156617"/>
            <a:chExt cx="10103400" cy="4994633"/>
          </a:xfrm>
        </p:grpSpPr>
        <p:grpSp>
          <p:nvGrpSpPr>
            <p:cNvPr id="2988" name="Google Shape;2988;p220"/>
            <p:cNvGrpSpPr/>
            <p:nvPr/>
          </p:nvGrpSpPr>
          <p:grpSpPr>
            <a:xfrm>
              <a:off x="2" y="156617"/>
              <a:ext cx="719987" cy="944360"/>
              <a:chOff x="2" y="156617"/>
              <a:chExt cx="719987" cy="944360"/>
            </a:xfrm>
          </p:grpSpPr>
          <p:pic>
            <p:nvPicPr>
              <p:cNvPr id="2989" name="Google Shape;2989;p220"/>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990" name="Google Shape;2990;p220"/>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2991" name="Google Shape;2991;p220"/>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992" name="Google Shape;2992;p220"/>
            <p:cNvGrpSpPr/>
            <p:nvPr/>
          </p:nvGrpSpPr>
          <p:grpSpPr>
            <a:xfrm>
              <a:off x="359837" y="4401391"/>
              <a:ext cx="1102438" cy="577167"/>
              <a:chOff x="359837" y="4401391"/>
              <a:chExt cx="1102438" cy="577167"/>
            </a:xfrm>
          </p:grpSpPr>
          <p:pic>
            <p:nvPicPr>
              <p:cNvPr id="2993" name="Google Shape;2993;p220"/>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994" name="Google Shape;2994;p22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95" name="Shape 2995"/>
        <p:cNvGrpSpPr/>
        <p:nvPr/>
      </p:nvGrpSpPr>
      <p:grpSpPr>
        <a:xfrm>
          <a:off x="0" y="0"/>
          <a:ext cx="0" cy="0"/>
          <a:chOff x="0" y="0"/>
          <a:chExt cx="0" cy="0"/>
        </a:xfrm>
      </p:grpSpPr>
      <p:pic>
        <p:nvPicPr>
          <p:cNvPr id="2996" name="Google Shape;2996;p22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997" name="Google Shape;2997;p2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998" name="Google Shape;2998;p221"/>
          <p:cNvGrpSpPr/>
          <p:nvPr/>
        </p:nvGrpSpPr>
        <p:grpSpPr>
          <a:xfrm>
            <a:off x="5129400" y="4543750"/>
            <a:ext cx="4014600" cy="1205100"/>
            <a:chOff x="5129400" y="4543750"/>
            <a:chExt cx="4014600" cy="1205100"/>
          </a:xfrm>
        </p:grpSpPr>
        <p:sp>
          <p:nvSpPr>
            <p:cNvPr id="2999" name="Google Shape;2999;p221"/>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00" name="Google Shape;3000;p221"/>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001" name="Google Shape;3001;p221"/>
          <p:cNvGrpSpPr/>
          <p:nvPr/>
        </p:nvGrpSpPr>
        <p:grpSpPr>
          <a:xfrm>
            <a:off x="2" y="156617"/>
            <a:ext cx="9296400" cy="4986881"/>
            <a:chOff x="2" y="156617"/>
            <a:chExt cx="9296400" cy="4986881"/>
          </a:xfrm>
        </p:grpSpPr>
        <p:grpSp>
          <p:nvGrpSpPr>
            <p:cNvPr id="3002" name="Google Shape;3002;p221"/>
            <p:cNvGrpSpPr/>
            <p:nvPr/>
          </p:nvGrpSpPr>
          <p:grpSpPr>
            <a:xfrm>
              <a:off x="2" y="156617"/>
              <a:ext cx="719987" cy="944360"/>
              <a:chOff x="2" y="156617"/>
              <a:chExt cx="719987" cy="944360"/>
            </a:xfrm>
          </p:grpSpPr>
          <p:pic>
            <p:nvPicPr>
              <p:cNvPr id="3003" name="Google Shape;3003;p22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004" name="Google Shape;3004;p22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3005" name="Google Shape;3005;p221"/>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06" name="Shape 3006"/>
        <p:cNvGrpSpPr/>
        <p:nvPr/>
      </p:nvGrpSpPr>
      <p:grpSpPr>
        <a:xfrm>
          <a:off x="0" y="0"/>
          <a:ext cx="0" cy="0"/>
          <a:chOff x="0" y="0"/>
          <a:chExt cx="0" cy="0"/>
        </a:xfrm>
      </p:grpSpPr>
      <p:pic>
        <p:nvPicPr>
          <p:cNvPr id="3007" name="Google Shape;3007;p22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08" name="Google Shape;3008;p222"/>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09" name="Google Shape;3009;p222"/>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3010" name="Google Shape;3010;p22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011" name="Google Shape;3011;p222"/>
          <p:cNvGrpSpPr/>
          <p:nvPr/>
        </p:nvGrpSpPr>
        <p:grpSpPr>
          <a:xfrm>
            <a:off x="2" y="156617"/>
            <a:ext cx="1462273" cy="4821940"/>
            <a:chOff x="2" y="156617"/>
            <a:chExt cx="1462273" cy="4821940"/>
          </a:xfrm>
        </p:grpSpPr>
        <p:grpSp>
          <p:nvGrpSpPr>
            <p:cNvPr id="3012" name="Google Shape;3012;p222"/>
            <p:cNvGrpSpPr/>
            <p:nvPr/>
          </p:nvGrpSpPr>
          <p:grpSpPr>
            <a:xfrm>
              <a:off x="2" y="156617"/>
              <a:ext cx="719987" cy="944360"/>
              <a:chOff x="2" y="156617"/>
              <a:chExt cx="719987" cy="944360"/>
            </a:xfrm>
          </p:grpSpPr>
          <p:pic>
            <p:nvPicPr>
              <p:cNvPr id="3013" name="Google Shape;3013;p22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014" name="Google Shape;3014;p22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015" name="Google Shape;3015;p222"/>
            <p:cNvGrpSpPr/>
            <p:nvPr/>
          </p:nvGrpSpPr>
          <p:grpSpPr>
            <a:xfrm>
              <a:off x="359837" y="4401391"/>
              <a:ext cx="1102438" cy="577167"/>
              <a:chOff x="359837" y="4401391"/>
              <a:chExt cx="1102438" cy="577167"/>
            </a:xfrm>
          </p:grpSpPr>
          <p:pic>
            <p:nvPicPr>
              <p:cNvPr id="3016" name="Google Shape;3016;p22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017" name="Google Shape;3017;p22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18" name="Shape 3018"/>
        <p:cNvGrpSpPr/>
        <p:nvPr/>
      </p:nvGrpSpPr>
      <p:grpSpPr>
        <a:xfrm>
          <a:off x="0" y="0"/>
          <a:ext cx="0" cy="0"/>
          <a:chOff x="0" y="0"/>
          <a:chExt cx="0" cy="0"/>
        </a:xfrm>
      </p:grpSpPr>
      <p:pic>
        <p:nvPicPr>
          <p:cNvPr id="3019" name="Google Shape;3019;p22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20" name="Google Shape;3020;p223"/>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021" name="Google Shape;3021;p223"/>
          <p:cNvGrpSpPr/>
          <p:nvPr/>
        </p:nvGrpSpPr>
        <p:grpSpPr>
          <a:xfrm>
            <a:off x="-421050" y="0"/>
            <a:ext cx="10524450" cy="5564725"/>
            <a:chOff x="-421050" y="0"/>
            <a:chExt cx="10524450" cy="5564725"/>
          </a:xfrm>
        </p:grpSpPr>
        <p:sp>
          <p:nvSpPr>
            <p:cNvPr id="3022" name="Google Shape;3022;p223"/>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23" name="Google Shape;3023;p22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24" name="Google Shape;3024;p22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025" name="Google Shape;3025;p223"/>
          <p:cNvGrpSpPr/>
          <p:nvPr/>
        </p:nvGrpSpPr>
        <p:grpSpPr>
          <a:xfrm>
            <a:off x="-148218" y="81904"/>
            <a:ext cx="10251619" cy="5069347"/>
            <a:chOff x="-148218" y="81904"/>
            <a:chExt cx="10251619" cy="5069347"/>
          </a:xfrm>
        </p:grpSpPr>
        <p:pic>
          <p:nvPicPr>
            <p:cNvPr id="3026" name="Google Shape;3026;p223"/>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027" name="Google Shape;3027;p223"/>
            <p:cNvGrpSpPr/>
            <p:nvPr/>
          </p:nvGrpSpPr>
          <p:grpSpPr>
            <a:xfrm>
              <a:off x="359837" y="4401391"/>
              <a:ext cx="1102438" cy="577167"/>
              <a:chOff x="359837" y="4401391"/>
              <a:chExt cx="1102438" cy="577167"/>
            </a:xfrm>
          </p:grpSpPr>
          <p:pic>
            <p:nvPicPr>
              <p:cNvPr id="3028" name="Google Shape;3028;p223"/>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029" name="Google Shape;3029;p223"/>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030" name="Google Shape;3030;p223"/>
            <p:cNvGrpSpPr/>
            <p:nvPr/>
          </p:nvGrpSpPr>
          <p:grpSpPr>
            <a:xfrm>
              <a:off x="-148218" y="81904"/>
              <a:ext cx="1188426" cy="1227668"/>
              <a:chOff x="-7843" y="83454"/>
              <a:chExt cx="1188426" cy="1227668"/>
            </a:xfrm>
          </p:grpSpPr>
          <p:pic>
            <p:nvPicPr>
              <p:cNvPr id="3031" name="Google Shape;3031;p223"/>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032" name="Google Shape;3032;p223"/>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033" name="Google Shape;3033;p223"/>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34" name="Shape 3034"/>
        <p:cNvGrpSpPr/>
        <p:nvPr/>
      </p:nvGrpSpPr>
      <p:grpSpPr>
        <a:xfrm>
          <a:off x="0" y="0"/>
          <a:ext cx="0" cy="0"/>
          <a:chOff x="0" y="0"/>
          <a:chExt cx="0" cy="0"/>
        </a:xfrm>
      </p:grpSpPr>
      <p:pic>
        <p:nvPicPr>
          <p:cNvPr id="3035" name="Google Shape;3035;p22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036" name="Google Shape;3036;p224"/>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3037" name="Google Shape;3037;p224"/>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038" name="Google Shape;3038;p224"/>
          <p:cNvGrpSpPr/>
          <p:nvPr/>
        </p:nvGrpSpPr>
        <p:grpSpPr>
          <a:xfrm>
            <a:off x="0" y="-859375"/>
            <a:ext cx="9504775" cy="6608225"/>
            <a:chOff x="0" y="-859375"/>
            <a:chExt cx="9504775" cy="6608225"/>
          </a:xfrm>
        </p:grpSpPr>
        <p:grpSp>
          <p:nvGrpSpPr>
            <p:cNvPr id="3039" name="Google Shape;3039;p224"/>
            <p:cNvGrpSpPr/>
            <p:nvPr/>
          </p:nvGrpSpPr>
          <p:grpSpPr>
            <a:xfrm flipH="1">
              <a:off x="5129400" y="4543750"/>
              <a:ext cx="4014600" cy="1205100"/>
              <a:chOff x="150" y="4543750"/>
              <a:chExt cx="4014600" cy="1205100"/>
            </a:xfrm>
          </p:grpSpPr>
          <p:sp>
            <p:nvSpPr>
              <p:cNvPr id="3040" name="Google Shape;3040;p224"/>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41" name="Google Shape;3041;p224"/>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042" name="Google Shape;3042;p224"/>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043" name="Google Shape;3043;p224"/>
            <p:cNvGrpSpPr/>
            <p:nvPr/>
          </p:nvGrpSpPr>
          <p:grpSpPr>
            <a:xfrm flipH="1">
              <a:off x="0" y="-859375"/>
              <a:ext cx="2489300" cy="1740000"/>
              <a:chOff x="6148925" y="-872075"/>
              <a:chExt cx="2489300" cy="1740000"/>
            </a:xfrm>
          </p:grpSpPr>
          <p:sp>
            <p:nvSpPr>
              <p:cNvPr id="3044" name="Google Shape;3044;p22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45" name="Google Shape;3045;p22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046" name="Google Shape;3046;p224"/>
          <p:cNvGrpSpPr/>
          <p:nvPr/>
        </p:nvGrpSpPr>
        <p:grpSpPr>
          <a:xfrm>
            <a:off x="-736999" y="-445900"/>
            <a:ext cx="10033401" cy="5589398"/>
            <a:chOff x="-736999" y="-445900"/>
            <a:chExt cx="10033401" cy="5589398"/>
          </a:xfrm>
        </p:grpSpPr>
        <p:pic>
          <p:nvPicPr>
            <p:cNvPr id="3047" name="Google Shape;3047;p224"/>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3048" name="Google Shape;3048;p224"/>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049" name="Shape 3049"/>
        <p:cNvGrpSpPr/>
        <p:nvPr/>
      </p:nvGrpSpPr>
      <p:grpSpPr>
        <a:xfrm>
          <a:off x="0" y="0"/>
          <a:ext cx="0" cy="0"/>
          <a:chOff x="0" y="0"/>
          <a:chExt cx="0" cy="0"/>
        </a:xfrm>
      </p:grpSpPr>
      <p:sp>
        <p:nvSpPr>
          <p:cNvPr id="3050" name="Google Shape;3050;p225"/>
          <p:cNvSpPr/>
          <p:nvPr>
            <p:ph idx="2" type="pic"/>
          </p:nvPr>
        </p:nvSpPr>
        <p:spPr>
          <a:xfrm>
            <a:off x="-25" y="-13725"/>
            <a:ext cx="9144000" cy="5157300"/>
          </a:xfrm>
          <a:prstGeom prst="rect">
            <a:avLst/>
          </a:prstGeom>
          <a:noFill/>
          <a:ln>
            <a:noFill/>
          </a:ln>
        </p:spPr>
      </p:sp>
      <p:sp>
        <p:nvSpPr>
          <p:cNvPr id="3051" name="Google Shape;3051;p225"/>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52" name="Shape 3052"/>
        <p:cNvGrpSpPr/>
        <p:nvPr/>
      </p:nvGrpSpPr>
      <p:grpSpPr>
        <a:xfrm>
          <a:off x="0" y="0"/>
          <a:ext cx="0" cy="0"/>
          <a:chOff x="0" y="0"/>
          <a:chExt cx="0" cy="0"/>
        </a:xfrm>
      </p:grpSpPr>
      <p:pic>
        <p:nvPicPr>
          <p:cNvPr id="3053" name="Google Shape;3053;p22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054" name="Google Shape;3054;p226"/>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055" name="Google Shape;3055;p226"/>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3056" name="Google Shape;3056;p226"/>
          <p:cNvGrpSpPr/>
          <p:nvPr/>
        </p:nvGrpSpPr>
        <p:grpSpPr>
          <a:xfrm>
            <a:off x="-601700" y="-872075"/>
            <a:ext cx="10705100" cy="5548225"/>
            <a:chOff x="-601700" y="-872075"/>
            <a:chExt cx="10705100" cy="5548225"/>
          </a:xfrm>
        </p:grpSpPr>
        <p:sp>
          <p:nvSpPr>
            <p:cNvPr id="3057" name="Google Shape;3057;p22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058" name="Google Shape;3058;p226"/>
            <p:cNvGrpSpPr/>
            <p:nvPr/>
          </p:nvGrpSpPr>
          <p:grpSpPr>
            <a:xfrm rot="5400000">
              <a:off x="-2006450" y="1404750"/>
              <a:ext cx="4014600" cy="1205100"/>
              <a:chOff x="150" y="4543750"/>
              <a:chExt cx="4014600" cy="1205100"/>
            </a:xfrm>
          </p:grpSpPr>
          <p:sp>
            <p:nvSpPr>
              <p:cNvPr id="3059" name="Google Shape;3059;p22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60" name="Google Shape;3060;p226"/>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061" name="Google Shape;3061;p226"/>
            <p:cNvGrpSpPr/>
            <p:nvPr/>
          </p:nvGrpSpPr>
          <p:grpSpPr>
            <a:xfrm>
              <a:off x="6148925" y="-872075"/>
              <a:ext cx="2489300" cy="1740000"/>
              <a:chOff x="6148925" y="-872075"/>
              <a:chExt cx="2489300" cy="1740000"/>
            </a:xfrm>
          </p:grpSpPr>
          <p:sp>
            <p:nvSpPr>
              <p:cNvPr id="3062" name="Google Shape;3062;p22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63" name="Google Shape;3063;p22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064" name="Google Shape;3064;p226"/>
          <p:cNvGrpSpPr/>
          <p:nvPr/>
        </p:nvGrpSpPr>
        <p:grpSpPr>
          <a:xfrm>
            <a:off x="-100888" y="2838714"/>
            <a:ext cx="9155766" cy="2341969"/>
            <a:chOff x="-100888" y="2838714"/>
            <a:chExt cx="9155766" cy="2341969"/>
          </a:xfrm>
        </p:grpSpPr>
        <p:grpSp>
          <p:nvGrpSpPr>
            <p:cNvPr id="3065" name="Google Shape;3065;p226"/>
            <p:cNvGrpSpPr/>
            <p:nvPr/>
          </p:nvGrpSpPr>
          <p:grpSpPr>
            <a:xfrm>
              <a:off x="8206512" y="4230524"/>
              <a:ext cx="848365" cy="950159"/>
              <a:chOff x="41662" y="277999"/>
              <a:chExt cx="848365" cy="950159"/>
            </a:xfrm>
          </p:grpSpPr>
          <p:pic>
            <p:nvPicPr>
              <p:cNvPr id="3066" name="Google Shape;3066;p22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067" name="Google Shape;3067;p22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068" name="Google Shape;3068;p22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3069" name="Google Shape;3069;p226"/>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070" name="Shape 3070"/>
        <p:cNvGrpSpPr/>
        <p:nvPr/>
      </p:nvGrpSpPr>
      <p:grpSpPr>
        <a:xfrm>
          <a:off x="0" y="0"/>
          <a:ext cx="0" cy="0"/>
          <a:chOff x="0" y="0"/>
          <a:chExt cx="0" cy="0"/>
        </a:xfrm>
      </p:grpSpPr>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071" name="Shape 3071"/>
        <p:cNvGrpSpPr/>
        <p:nvPr/>
      </p:nvGrpSpPr>
      <p:grpSpPr>
        <a:xfrm>
          <a:off x="0" y="0"/>
          <a:ext cx="0" cy="0"/>
          <a:chOff x="0" y="0"/>
          <a:chExt cx="0" cy="0"/>
        </a:xfrm>
      </p:grpSpPr>
      <p:pic>
        <p:nvPicPr>
          <p:cNvPr id="3072" name="Google Shape;3072;p228"/>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073" name="Google Shape;3073;p228"/>
          <p:cNvGrpSpPr/>
          <p:nvPr/>
        </p:nvGrpSpPr>
        <p:grpSpPr>
          <a:xfrm>
            <a:off x="7033266" y="-738725"/>
            <a:ext cx="2110732" cy="1475400"/>
            <a:chOff x="7033266" y="-738725"/>
            <a:chExt cx="2110732" cy="1475400"/>
          </a:xfrm>
        </p:grpSpPr>
        <p:sp>
          <p:nvSpPr>
            <p:cNvPr id="3074" name="Google Shape;3074;p228"/>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75" name="Google Shape;3075;p228"/>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076" name="Google Shape;3076;p2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77" name="Google Shape;3077;p228"/>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78" name="Google Shape;3078;p228"/>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79" name="Google Shape;3079;p228"/>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080" name="Google Shape;3080;p228"/>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81" name="Google Shape;3081;p228"/>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82" name="Google Shape;3082;p228"/>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083" name="Google Shape;3083;p228"/>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84" name="Google Shape;3084;p228"/>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85" name="Google Shape;3085;p228"/>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086" name="Google Shape;3086;p228"/>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87" name="Google Shape;3087;p228"/>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88" name="Google Shape;3088;p228"/>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3089" name="Google Shape;3089;p228"/>
          <p:cNvGrpSpPr/>
          <p:nvPr/>
        </p:nvGrpSpPr>
        <p:grpSpPr>
          <a:xfrm>
            <a:off x="2" y="156617"/>
            <a:ext cx="9096298" cy="4929890"/>
            <a:chOff x="2" y="156617"/>
            <a:chExt cx="9096298" cy="4929890"/>
          </a:xfrm>
        </p:grpSpPr>
        <p:grpSp>
          <p:nvGrpSpPr>
            <p:cNvPr id="3090" name="Google Shape;3090;p228"/>
            <p:cNvGrpSpPr/>
            <p:nvPr/>
          </p:nvGrpSpPr>
          <p:grpSpPr>
            <a:xfrm>
              <a:off x="2" y="156617"/>
              <a:ext cx="719987" cy="944360"/>
              <a:chOff x="2" y="156617"/>
              <a:chExt cx="719987" cy="944360"/>
            </a:xfrm>
          </p:grpSpPr>
          <p:pic>
            <p:nvPicPr>
              <p:cNvPr id="3091" name="Google Shape;3091;p22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092" name="Google Shape;3092;p22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093" name="Google Shape;3093;p228"/>
            <p:cNvGrpSpPr/>
            <p:nvPr/>
          </p:nvGrpSpPr>
          <p:grpSpPr>
            <a:xfrm>
              <a:off x="7993862" y="4509341"/>
              <a:ext cx="1102438" cy="577167"/>
              <a:chOff x="7993862" y="4509341"/>
              <a:chExt cx="1102438" cy="577167"/>
            </a:xfrm>
          </p:grpSpPr>
          <p:pic>
            <p:nvPicPr>
              <p:cNvPr id="3094" name="Google Shape;3094;p228"/>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3095" name="Google Shape;3095;p228"/>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096" name="Shape 3096"/>
        <p:cNvGrpSpPr/>
        <p:nvPr/>
      </p:nvGrpSpPr>
      <p:grpSpPr>
        <a:xfrm>
          <a:off x="0" y="0"/>
          <a:ext cx="0" cy="0"/>
          <a:chOff x="0" y="0"/>
          <a:chExt cx="0" cy="0"/>
        </a:xfrm>
      </p:grpSpPr>
      <p:pic>
        <p:nvPicPr>
          <p:cNvPr id="3097" name="Google Shape;3097;p22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098" name="Google Shape;3098;p229"/>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3099" name="Google Shape;3099;p229"/>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3100" name="Google Shape;3100;p229"/>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3101" name="Google Shape;3101;p229"/>
          <p:cNvGrpSpPr/>
          <p:nvPr/>
        </p:nvGrpSpPr>
        <p:grpSpPr>
          <a:xfrm>
            <a:off x="0" y="-859375"/>
            <a:ext cx="9755475" cy="6421100"/>
            <a:chOff x="0" y="-859375"/>
            <a:chExt cx="9755475" cy="6421100"/>
          </a:xfrm>
        </p:grpSpPr>
        <p:sp>
          <p:nvSpPr>
            <p:cNvPr id="3102" name="Google Shape;3102;p229"/>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03" name="Google Shape;3103;p229"/>
            <p:cNvGrpSpPr/>
            <p:nvPr/>
          </p:nvGrpSpPr>
          <p:grpSpPr>
            <a:xfrm flipH="1">
              <a:off x="0" y="-859375"/>
              <a:ext cx="2489300" cy="1740000"/>
              <a:chOff x="6148925" y="-872075"/>
              <a:chExt cx="2489300" cy="1740000"/>
            </a:xfrm>
          </p:grpSpPr>
          <p:sp>
            <p:nvSpPr>
              <p:cNvPr id="3104" name="Google Shape;3104;p22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05" name="Google Shape;3105;p22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106" name="Google Shape;3106;p229"/>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107" name="Shape 3107"/>
        <p:cNvGrpSpPr/>
        <p:nvPr/>
      </p:nvGrpSpPr>
      <p:grpSpPr>
        <a:xfrm>
          <a:off x="0" y="0"/>
          <a:ext cx="0" cy="0"/>
          <a:chOff x="0" y="0"/>
          <a:chExt cx="0" cy="0"/>
        </a:xfrm>
      </p:grpSpPr>
      <p:pic>
        <p:nvPicPr>
          <p:cNvPr id="3108" name="Google Shape;3108;p23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109" name="Google Shape;3109;p230"/>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10" name="Google Shape;3110;p230"/>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11" name="Google Shape;3111;p230"/>
          <p:cNvSpPr/>
          <p:nvPr>
            <p:ph idx="2" type="pic"/>
          </p:nvPr>
        </p:nvSpPr>
        <p:spPr>
          <a:xfrm>
            <a:off x="4898950" y="533875"/>
            <a:ext cx="3489000" cy="4075800"/>
          </a:xfrm>
          <a:prstGeom prst="roundRect">
            <a:avLst>
              <a:gd fmla="val 18268" name="adj"/>
            </a:avLst>
          </a:prstGeom>
          <a:noFill/>
          <a:ln>
            <a:noFill/>
          </a:ln>
        </p:spPr>
      </p:sp>
      <p:grpSp>
        <p:nvGrpSpPr>
          <p:cNvPr id="3112" name="Google Shape;3112;p230"/>
          <p:cNvGrpSpPr/>
          <p:nvPr/>
        </p:nvGrpSpPr>
        <p:grpSpPr>
          <a:xfrm rot="5400000">
            <a:off x="-2006450" y="1404750"/>
            <a:ext cx="4014600" cy="1205100"/>
            <a:chOff x="150" y="4543750"/>
            <a:chExt cx="4014600" cy="1205100"/>
          </a:xfrm>
        </p:grpSpPr>
        <p:sp>
          <p:nvSpPr>
            <p:cNvPr id="3113" name="Google Shape;3113;p23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14" name="Google Shape;3114;p23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115" name="Shape 3115"/>
        <p:cNvGrpSpPr/>
        <p:nvPr/>
      </p:nvGrpSpPr>
      <p:grpSpPr>
        <a:xfrm>
          <a:off x="0" y="0"/>
          <a:ext cx="0" cy="0"/>
          <a:chOff x="0" y="0"/>
          <a:chExt cx="0" cy="0"/>
        </a:xfrm>
      </p:grpSpPr>
      <p:pic>
        <p:nvPicPr>
          <p:cNvPr id="3116" name="Google Shape;3116;p23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117" name="Google Shape;3117;p231"/>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18" name="Google Shape;3118;p231"/>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119" name="Google Shape;3119;p231"/>
          <p:cNvGrpSpPr/>
          <p:nvPr/>
        </p:nvGrpSpPr>
        <p:grpSpPr>
          <a:xfrm>
            <a:off x="0" y="-859375"/>
            <a:ext cx="9755475" cy="6421100"/>
            <a:chOff x="0" y="-859375"/>
            <a:chExt cx="9755475" cy="6421100"/>
          </a:xfrm>
        </p:grpSpPr>
        <p:sp>
          <p:nvSpPr>
            <p:cNvPr id="3120" name="Google Shape;3120;p231"/>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21" name="Google Shape;3121;p231"/>
            <p:cNvGrpSpPr/>
            <p:nvPr/>
          </p:nvGrpSpPr>
          <p:grpSpPr>
            <a:xfrm flipH="1">
              <a:off x="0" y="-859375"/>
              <a:ext cx="2489300" cy="1740000"/>
              <a:chOff x="6148925" y="-872075"/>
              <a:chExt cx="2489300" cy="1740000"/>
            </a:xfrm>
          </p:grpSpPr>
          <p:sp>
            <p:nvSpPr>
              <p:cNvPr id="3122" name="Google Shape;3122;p23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23" name="Google Shape;3123;p23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124" name="Google Shape;3124;p231"/>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125" name="Shape 3125"/>
        <p:cNvGrpSpPr/>
        <p:nvPr/>
      </p:nvGrpSpPr>
      <p:grpSpPr>
        <a:xfrm>
          <a:off x="0" y="0"/>
          <a:ext cx="0" cy="0"/>
          <a:chOff x="0" y="0"/>
          <a:chExt cx="0" cy="0"/>
        </a:xfrm>
      </p:grpSpPr>
      <p:pic>
        <p:nvPicPr>
          <p:cNvPr id="3126" name="Google Shape;3126;p23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127" name="Google Shape;3127;p232"/>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28" name="Google Shape;3128;p232"/>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129" name="Google Shape;3129;p232"/>
          <p:cNvGrpSpPr/>
          <p:nvPr/>
        </p:nvGrpSpPr>
        <p:grpSpPr>
          <a:xfrm>
            <a:off x="-601700" y="0"/>
            <a:ext cx="10705100" cy="4676150"/>
            <a:chOff x="-601700" y="0"/>
            <a:chExt cx="10705100" cy="4676150"/>
          </a:xfrm>
        </p:grpSpPr>
        <p:sp>
          <p:nvSpPr>
            <p:cNvPr id="3130" name="Google Shape;3130;p23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31" name="Google Shape;3131;p232"/>
            <p:cNvGrpSpPr/>
            <p:nvPr/>
          </p:nvGrpSpPr>
          <p:grpSpPr>
            <a:xfrm rot="5400000">
              <a:off x="-2006450" y="1404750"/>
              <a:ext cx="4014600" cy="1205100"/>
              <a:chOff x="150" y="4543750"/>
              <a:chExt cx="4014600" cy="1205100"/>
            </a:xfrm>
          </p:grpSpPr>
          <p:sp>
            <p:nvSpPr>
              <p:cNvPr id="3132" name="Google Shape;3132;p23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33" name="Google Shape;3133;p23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134" name="Google Shape;3134;p232"/>
          <p:cNvGrpSpPr/>
          <p:nvPr/>
        </p:nvGrpSpPr>
        <p:grpSpPr>
          <a:xfrm>
            <a:off x="8206512" y="4230524"/>
            <a:ext cx="848365" cy="950159"/>
            <a:chOff x="41662" y="277999"/>
            <a:chExt cx="848365" cy="950159"/>
          </a:xfrm>
        </p:grpSpPr>
        <p:pic>
          <p:nvPicPr>
            <p:cNvPr id="3135" name="Google Shape;3135;p23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136" name="Google Shape;3136;p23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137" name="Google Shape;3137;p23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138" name="Shape 3138"/>
        <p:cNvGrpSpPr/>
        <p:nvPr/>
      </p:nvGrpSpPr>
      <p:grpSpPr>
        <a:xfrm>
          <a:off x="0" y="0"/>
          <a:ext cx="0" cy="0"/>
          <a:chOff x="0" y="0"/>
          <a:chExt cx="0" cy="0"/>
        </a:xfrm>
      </p:grpSpPr>
      <p:pic>
        <p:nvPicPr>
          <p:cNvPr id="3139" name="Google Shape;3139;p23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140" name="Google Shape;3140;p2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41" name="Google Shape;3141;p233"/>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42" name="Google Shape;3142;p233"/>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43" name="Google Shape;3143;p233"/>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44" name="Google Shape;3144;p233"/>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145" name="Google Shape;3145;p233"/>
          <p:cNvGrpSpPr/>
          <p:nvPr/>
        </p:nvGrpSpPr>
        <p:grpSpPr>
          <a:xfrm>
            <a:off x="-501600" y="128825"/>
            <a:ext cx="10252550" cy="5418500"/>
            <a:chOff x="-501600" y="128825"/>
            <a:chExt cx="10252550" cy="5418500"/>
          </a:xfrm>
        </p:grpSpPr>
        <p:sp>
          <p:nvSpPr>
            <p:cNvPr id="3146" name="Google Shape;3146;p23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47" name="Google Shape;3147;p233"/>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48" name="Google Shape;3148;p233"/>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149" name="Google Shape;3149;p233"/>
          <p:cNvGrpSpPr/>
          <p:nvPr/>
        </p:nvGrpSpPr>
        <p:grpSpPr>
          <a:xfrm>
            <a:off x="2" y="156617"/>
            <a:ext cx="9088698" cy="4882915"/>
            <a:chOff x="2" y="156617"/>
            <a:chExt cx="9088698" cy="4882915"/>
          </a:xfrm>
        </p:grpSpPr>
        <p:grpSp>
          <p:nvGrpSpPr>
            <p:cNvPr id="3150" name="Google Shape;3150;p233"/>
            <p:cNvGrpSpPr/>
            <p:nvPr/>
          </p:nvGrpSpPr>
          <p:grpSpPr>
            <a:xfrm>
              <a:off x="2" y="156617"/>
              <a:ext cx="719987" cy="944360"/>
              <a:chOff x="2" y="156617"/>
              <a:chExt cx="719987" cy="944360"/>
            </a:xfrm>
          </p:grpSpPr>
          <p:pic>
            <p:nvPicPr>
              <p:cNvPr id="3151" name="Google Shape;3151;p23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152" name="Google Shape;3152;p23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153" name="Google Shape;3153;p233"/>
            <p:cNvGrpSpPr/>
            <p:nvPr/>
          </p:nvGrpSpPr>
          <p:grpSpPr>
            <a:xfrm>
              <a:off x="7986262" y="4462366"/>
              <a:ext cx="1102438" cy="577167"/>
              <a:chOff x="359837" y="4401391"/>
              <a:chExt cx="1102438" cy="577167"/>
            </a:xfrm>
          </p:grpSpPr>
          <p:pic>
            <p:nvPicPr>
              <p:cNvPr id="3154" name="Google Shape;3154;p23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155" name="Google Shape;3155;p23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156" name="Shape 3156"/>
        <p:cNvGrpSpPr/>
        <p:nvPr/>
      </p:nvGrpSpPr>
      <p:grpSpPr>
        <a:xfrm>
          <a:off x="0" y="0"/>
          <a:ext cx="0" cy="0"/>
          <a:chOff x="0" y="0"/>
          <a:chExt cx="0" cy="0"/>
        </a:xfrm>
      </p:grpSpPr>
      <p:pic>
        <p:nvPicPr>
          <p:cNvPr id="3157" name="Google Shape;3157;p23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158" name="Google Shape;3158;p2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59" name="Google Shape;3159;p234"/>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60" name="Google Shape;3160;p234"/>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161" name="Google Shape;3161;p234"/>
          <p:cNvGrpSpPr/>
          <p:nvPr/>
        </p:nvGrpSpPr>
        <p:grpSpPr>
          <a:xfrm>
            <a:off x="275000" y="0"/>
            <a:ext cx="9374500" cy="5748850"/>
            <a:chOff x="275000" y="0"/>
            <a:chExt cx="9374500" cy="5748850"/>
          </a:xfrm>
        </p:grpSpPr>
        <p:sp>
          <p:nvSpPr>
            <p:cNvPr id="3162" name="Google Shape;3162;p234"/>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63" name="Google Shape;3163;p234"/>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64" name="Google Shape;3164;p234"/>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165" name="Google Shape;3165;p234"/>
          <p:cNvGrpSpPr/>
          <p:nvPr/>
        </p:nvGrpSpPr>
        <p:grpSpPr>
          <a:xfrm>
            <a:off x="2" y="156617"/>
            <a:ext cx="9088698" cy="4882915"/>
            <a:chOff x="2" y="156617"/>
            <a:chExt cx="9088698" cy="4882915"/>
          </a:xfrm>
        </p:grpSpPr>
        <p:grpSp>
          <p:nvGrpSpPr>
            <p:cNvPr id="3166" name="Google Shape;3166;p234"/>
            <p:cNvGrpSpPr/>
            <p:nvPr/>
          </p:nvGrpSpPr>
          <p:grpSpPr>
            <a:xfrm>
              <a:off x="2" y="156617"/>
              <a:ext cx="719987" cy="944360"/>
              <a:chOff x="2" y="156617"/>
              <a:chExt cx="719987" cy="944360"/>
            </a:xfrm>
          </p:grpSpPr>
          <p:pic>
            <p:nvPicPr>
              <p:cNvPr id="3167" name="Google Shape;3167;p23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168" name="Google Shape;3168;p23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169" name="Google Shape;3169;p234"/>
            <p:cNvGrpSpPr/>
            <p:nvPr/>
          </p:nvGrpSpPr>
          <p:grpSpPr>
            <a:xfrm>
              <a:off x="7986262" y="4462366"/>
              <a:ext cx="1102438" cy="577167"/>
              <a:chOff x="359837" y="4401391"/>
              <a:chExt cx="1102438" cy="577167"/>
            </a:xfrm>
          </p:grpSpPr>
          <p:pic>
            <p:nvPicPr>
              <p:cNvPr id="3170" name="Google Shape;3170;p23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171" name="Google Shape;3171;p23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172" name="Shape 3172"/>
        <p:cNvGrpSpPr/>
        <p:nvPr/>
      </p:nvGrpSpPr>
      <p:grpSpPr>
        <a:xfrm>
          <a:off x="0" y="0"/>
          <a:ext cx="0" cy="0"/>
          <a:chOff x="0" y="0"/>
          <a:chExt cx="0" cy="0"/>
        </a:xfrm>
      </p:grpSpPr>
      <p:pic>
        <p:nvPicPr>
          <p:cNvPr id="3173" name="Google Shape;3173;p23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174" name="Google Shape;3174;p2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75" name="Google Shape;3175;p235"/>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6" name="Google Shape;3176;p235"/>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7" name="Google Shape;3177;p235"/>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8" name="Google Shape;3178;p235"/>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79" name="Google Shape;3179;p235"/>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80" name="Google Shape;3180;p235"/>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181" name="Google Shape;3181;p235"/>
          <p:cNvGrpSpPr/>
          <p:nvPr/>
        </p:nvGrpSpPr>
        <p:grpSpPr>
          <a:xfrm>
            <a:off x="-601700" y="0"/>
            <a:ext cx="10705100" cy="4676150"/>
            <a:chOff x="-601700" y="0"/>
            <a:chExt cx="10705100" cy="4676150"/>
          </a:xfrm>
        </p:grpSpPr>
        <p:sp>
          <p:nvSpPr>
            <p:cNvPr id="3182" name="Google Shape;3182;p23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83" name="Google Shape;3183;p235"/>
            <p:cNvGrpSpPr/>
            <p:nvPr/>
          </p:nvGrpSpPr>
          <p:grpSpPr>
            <a:xfrm rot="5400000">
              <a:off x="-2006450" y="1404750"/>
              <a:ext cx="4014600" cy="1205100"/>
              <a:chOff x="150" y="4543750"/>
              <a:chExt cx="4014600" cy="1205100"/>
            </a:xfrm>
          </p:grpSpPr>
          <p:sp>
            <p:nvSpPr>
              <p:cNvPr id="3184" name="Google Shape;3184;p23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85" name="Google Shape;3185;p23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186" name="Google Shape;3186;p235"/>
          <p:cNvGrpSpPr/>
          <p:nvPr/>
        </p:nvGrpSpPr>
        <p:grpSpPr>
          <a:xfrm>
            <a:off x="2" y="156617"/>
            <a:ext cx="9054876" cy="5024066"/>
            <a:chOff x="2" y="156617"/>
            <a:chExt cx="9054876" cy="5024066"/>
          </a:xfrm>
        </p:grpSpPr>
        <p:grpSp>
          <p:nvGrpSpPr>
            <p:cNvPr id="3187" name="Google Shape;3187;p235"/>
            <p:cNvGrpSpPr/>
            <p:nvPr/>
          </p:nvGrpSpPr>
          <p:grpSpPr>
            <a:xfrm>
              <a:off x="8206512" y="4230524"/>
              <a:ext cx="848365" cy="950159"/>
              <a:chOff x="41662" y="277999"/>
              <a:chExt cx="848365" cy="950159"/>
            </a:xfrm>
          </p:grpSpPr>
          <p:pic>
            <p:nvPicPr>
              <p:cNvPr id="3188" name="Google Shape;3188;p23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189" name="Google Shape;3189;p23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190" name="Google Shape;3190;p23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3191" name="Google Shape;3191;p235"/>
            <p:cNvGrpSpPr/>
            <p:nvPr/>
          </p:nvGrpSpPr>
          <p:grpSpPr>
            <a:xfrm>
              <a:off x="2" y="156617"/>
              <a:ext cx="719987" cy="944360"/>
              <a:chOff x="2" y="156617"/>
              <a:chExt cx="719987" cy="944360"/>
            </a:xfrm>
          </p:grpSpPr>
          <p:pic>
            <p:nvPicPr>
              <p:cNvPr id="3192" name="Google Shape;3192;p23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193" name="Google Shape;3193;p23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194" name="Shape 3194"/>
        <p:cNvGrpSpPr/>
        <p:nvPr/>
      </p:nvGrpSpPr>
      <p:grpSpPr>
        <a:xfrm>
          <a:off x="0" y="0"/>
          <a:ext cx="0" cy="0"/>
          <a:chOff x="0" y="0"/>
          <a:chExt cx="0" cy="0"/>
        </a:xfrm>
      </p:grpSpPr>
      <p:pic>
        <p:nvPicPr>
          <p:cNvPr id="3195" name="Google Shape;3195;p236"/>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196" name="Google Shape;3196;p236"/>
          <p:cNvGrpSpPr/>
          <p:nvPr/>
        </p:nvGrpSpPr>
        <p:grpSpPr>
          <a:xfrm>
            <a:off x="5129400" y="0"/>
            <a:ext cx="4520100" cy="5547325"/>
            <a:chOff x="5129400" y="0"/>
            <a:chExt cx="4520100" cy="5547325"/>
          </a:xfrm>
        </p:grpSpPr>
        <p:sp>
          <p:nvSpPr>
            <p:cNvPr id="3197" name="Google Shape;3197;p236"/>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98" name="Google Shape;3198;p236"/>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199" name="Google Shape;3199;p236"/>
          <p:cNvGrpSpPr/>
          <p:nvPr/>
        </p:nvGrpSpPr>
        <p:grpSpPr>
          <a:xfrm>
            <a:off x="2" y="156617"/>
            <a:ext cx="9088698" cy="4882915"/>
            <a:chOff x="2" y="156617"/>
            <a:chExt cx="9088698" cy="4882915"/>
          </a:xfrm>
        </p:grpSpPr>
        <p:grpSp>
          <p:nvGrpSpPr>
            <p:cNvPr id="3200" name="Google Shape;3200;p236"/>
            <p:cNvGrpSpPr/>
            <p:nvPr/>
          </p:nvGrpSpPr>
          <p:grpSpPr>
            <a:xfrm>
              <a:off x="2" y="156617"/>
              <a:ext cx="719987" cy="944360"/>
              <a:chOff x="2" y="156617"/>
              <a:chExt cx="719987" cy="944360"/>
            </a:xfrm>
          </p:grpSpPr>
          <p:pic>
            <p:nvPicPr>
              <p:cNvPr id="3201" name="Google Shape;3201;p23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02" name="Google Shape;3202;p23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03" name="Google Shape;3203;p236"/>
            <p:cNvGrpSpPr/>
            <p:nvPr/>
          </p:nvGrpSpPr>
          <p:grpSpPr>
            <a:xfrm>
              <a:off x="7986262" y="4462366"/>
              <a:ext cx="1102438" cy="577167"/>
              <a:chOff x="359837" y="4401391"/>
              <a:chExt cx="1102438" cy="577167"/>
            </a:xfrm>
          </p:grpSpPr>
          <p:pic>
            <p:nvPicPr>
              <p:cNvPr id="3204" name="Google Shape;3204;p23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205" name="Google Shape;3205;p23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3206" name="Google Shape;3206;p2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07" name="Google Shape;3207;p236"/>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08" name="Google Shape;3208;p236"/>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09" name="Google Shape;3209;p236"/>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10" name="Google Shape;3210;p236"/>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11" name="Google Shape;3211;p236"/>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12" name="Google Shape;3212;p236"/>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13" name="Google Shape;3213;p236"/>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14" name="Google Shape;3214;p236"/>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3215" name="Shape 3215"/>
        <p:cNvGrpSpPr/>
        <p:nvPr/>
      </p:nvGrpSpPr>
      <p:grpSpPr>
        <a:xfrm>
          <a:off x="0" y="0"/>
          <a:ext cx="0" cy="0"/>
          <a:chOff x="0" y="0"/>
          <a:chExt cx="0" cy="0"/>
        </a:xfrm>
      </p:grpSpPr>
      <p:pic>
        <p:nvPicPr>
          <p:cNvPr id="3216" name="Google Shape;3216;p23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217" name="Google Shape;3217;p2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18" name="Google Shape;3218;p237"/>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19" name="Google Shape;3219;p237"/>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0" name="Google Shape;3220;p237"/>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1" name="Google Shape;3221;p237"/>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2" name="Google Shape;3222;p237"/>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3" name="Google Shape;3223;p237"/>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4" name="Google Shape;3224;p237"/>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5" name="Google Shape;3225;p237"/>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6" name="Google Shape;3226;p237"/>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7" name="Google Shape;3227;p237"/>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228" name="Google Shape;3228;p237"/>
          <p:cNvGrpSpPr/>
          <p:nvPr/>
        </p:nvGrpSpPr>
        <p:grpSpPr>
          <a:xfrm>
            <a:off x="2" y="156617"/>
            <a:ext cx="719987" cy="944360"/>
            <a:chOff x="2" y="156617"/>
            <a:chExt cx="719987" cy="944360"/>
          </a:xfrm>
        </p:grpSpPr>
        <p:pic>
          <p:nvPicPr>
            <p:cNvPr id="3229" name="Google Shape;3229;p23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30" name="Google Shape;3230;p23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31" name="Google Shape;3231;p237"/>
          <p:cNvGrpSpPr/>
          <p:nvPr/>
        </p:nvGrpSpPr>
        <p:grpSpPr>
          <a:xfrm>
            <a:off x="0" y="2817900"/>
            <a:ext cx="9640900" cy="2932900"/>
            <a:chOff x="0" y="2817900"/>
            <a:chExt cx="9640900" cy="2932900"/>
          </a:xfrm>
        </p:grpSpPr>
        <p:sp>
          <p:nvSpPr>
            <p:cNvPr id="3232" name="Google Shape;3232;p237"/>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33" name="Google Shape;3233;p237"/>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34" name="Google Shape;3234;p237"/>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235" name="Shape 3235"/>
        <p:cNvGrpSpPr/>
        <p:nvPr/>
      </p:nvGrpSpPr>
      <p:grpSpPr>
        <a:xfrm>
          <a:off x="0" y="0"/>
          <a:ext cx="0" cy="0"/>
          <a:chOff x="0" y="0"/>
          <a:chExt cx="0" cy="0"/>
        </a:xfrm>
      </p:grpSpPr>
      <p:pic>
        <p:nvPicPr>
          <p:cNvPr id="3236" name="Google Shape;3236;p23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237" name="Google Shape;3237;p2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38" name="Google Shape;3238;p238"/>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39" name="Google Shape;3239;p238"/>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0" name="Google Shape;3240;p238"/>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1" name="Google Shape;3241;p238"/>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2" name="Google Shape;3242;p238"/>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3" name="Google Shape;3243;p238"/>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4" name="Google Shape;3244;p238"/>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5" name="Google Shape;3245;p238"/>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6" name="Google Shape;3246;p238"/>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7" name="Google Shape;3247;p238"/>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8" name="Google Shape;3248;p238"/>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9" name="Google Shape;3249;p238"/>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250" name="Google Shape;3250;p238"/>
          <p:cNvGrpSpPr/>
          <p:nvPr/>
        </p:nvGrpSpPr>
        <p:grpSpPr>
          <a:xfrm>
            <a:off x="-501600" y="128825"/>
            <a:ext cx="10252550" cy="5418500"/>
            <a:chOff x="-501600" y="128825"/>
            <a:chExt cx="10252550" cy="5418500"/>
          </a:xfrm>
        </p:grpSpPr>
        <p:sp>
          <p:nvSpPr>
            <p:cNvPr id="3251" name="Google Shape;3251;p23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52" name="Google Shape;3252;p238"/>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53" name="Google Shape;3253;p238"/>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254" name="Google Shape;3254;p238"/>
          <p:cNvGrpSpPr/>
          <p:nvPr/>
        </p:nvGrpSpPr>
        <p:grpSpPr>
          <a:xfrm>
            <a:off x="2" y="156617"/>
            <a:ext cx="9088698" cy="4882915"/>
            <a:chOff x="2" y="156617"/>
            <a:chExt cx="9088698" cy="4882915"/>
          </a:xfrm>
        </p:grpSpPr>
        <p:grpSp>
          <p:nvGrpSpPr>
            <p:cNvPr id="3255" name="Google Shape;3255;p238"/>
            <p:cNvGrpSpPr/>
            <p:nvPr/>
          </p:nvGrpSpPr>
          <p:grpSpPr>
            <a:xfrm>
              <a:off x="2" y="156617"/>
              <a:ext cx="719987" cy="944360"/>
              <a:chOff x="2" y="156617"/>
              <a:chExt cx="719987" cy="944360"/>
            </a:xfrm>
          </p:grpSpPr>
          <p:pic>
            <p:nvPicPr>
              <p:cNvPr id="3256" name="Google Shape;3256;p23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57" name="Google Shape;3257;p23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58" name="Google Shape;3258;p238"/>
            <p:cNvGrpSpPr/>
            <p:nvPr/>
          </p:nvGrpSpPr>
          <p:grpSpPr>
            <a:xfrm>
              <a:off x="7986262" y="4462366"/>
              <a:ext cx="1102438" cy="577167"/>
              <a:chOff x="359837" y="4401391"/>
              <a:chExt cx="1102438" cy="577167"/>
            </a:xfrm>
          </p:grpSpPr>
          <p:pic>
            <p:nvPicPr>
              <p:cNvPr id="3259" name="Google Shape;3259;p23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260" name="Google Shape;3260;p23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261" name="Shape 3261"/>
        <p:cNvGrpSpPr/>
        <p:nvPr/>
      </p:nvGrpSpPr>
      <p:grpSpPr>
        <a:xfrm>
          <a:off x="0" y="0"/>
          <a:ext cx="0" cy="0"/>
          <a:chOff x="0" y="0"/>
          <a:chExt cx="0" cy="0"/>
        </a:xfrm>
      </p:grpSpPr>
      <p:pic>
        <p:nvPicPr>
          <p:cNvPr id="3262" name="Google Shape;3262;p23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263" name="Google Shape;3263;p2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264" name="Google Shape;3264;p239"/>
          <p:cNvGrpSpPr/>
          <p:nvPr/>
        </p:nvGrpSpPr>
        <p:grpSpPr>
          <a:xfrm>
            <a:off x="2" y="156617"/>
            <a:ext cx="719987" cy="944360"/>
            <a:chOff x="2" y="156617"/>
            <a:chExt cx="719987" cy="944360"/>
          </a:xfrm>
        </p:grpSpPr>
        <p:pic>
          <p:nvPicPr>
            <p:cNvPr id="3265" name="Google Shape;3265;p23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66" name="Google Shape;3266;p23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67" name="Google Shape;3267;p239"/>
          <p:cNvGrpSpPr/>
          <p:nvPr/>
        </p:nvGrpSpPr>
        <p:grpSpPr>
          <a:xfrm>
            <a:off x="0" y="0"/>
            <a:ext cx="9569050" cy="5569647"/>
            <a:chOff x="0" y="0"/>
            <a:chExt cx="9569050" cy="5569647"/>
          </a:xfrm>
        </p:grpSpPr>
        <p:sp>
          <p:nvSpPr>
            <p:cNvPr id="3268" name="Google Shape;3268;p239"/>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69" name="Google Shape;3269;p239"/>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3270" name="Shape 3270"/>
        <p:cNvGrpSpPr/>
        <p:nvPr/>
      </p:nvGrpSpPr>
      <p:grpSpPr>
        <a:xfrm>
          <a:off x="0" y="0"/>
          <a:ext cx="0" cy="0"/>
          <a:chOff x="0" y="0"/>
          <a:chExt cx="0" cy="0"/>
        </a:xfrm>
      </p:grpSpPr>
      <p:pic>
        <p:nvPicPr>
          <p:cNvPr id="3271" name="Google Shape;3271;p24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272" name="Google Shape;3272;p2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273" name="Google Shape;3273;p240"/>
          <p:cNvGrpSpPr/>
          <p:nvPr/>
        </p:nvGrpSpPr>
        <p:grpSpPr>
          <a:xfrm>
            <a:off x="2" y="156617"/>
            <a:ext cx="719987" cy="944360"/>
            <a:chOff x="2" y="156617"/>
            <a:chExt cx="719987" cy="944360"/>
          </a:xfrm>
        </p:grpSpPr>
        <p:pic>
          <p:nvPicPr>
            <p:cNvPr id="3274" name="Google Shape;3274;p24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75" name="Google Shape;3275;p24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76" name="Google Shape;3276;p240"/>
          <p:cNvGrpSpPr/>
          <p:nvPr/>
        </p:nvGrpSpPr>
        <p:grpSpPr>
          <a:xfrm>
            <a:off x="0" y="0"/>
            <a:ext cx="9569050" cy="5569647"/>
            <a:chOff x="0" y="0"/>
            <a:chExt cx="9569050" cy="5569647"/>
          </a:xfrm>
        </p:grpSpPr>
        <p:sp>
          <p:nvSpPr>
            <p:cNvPr id="3277" name="Google Shape;3277;p240"/>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78" name="Google Shape;3278;p240"/>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279" name="Shape 3279"/>
        <p:cNvGrpSpPr/>
        <p:nvPr/>
      </p:nvGrpSpPr>
      <p:grpSpPr>
        <a:xfrm>
          <a:off x="0" y="0"/>
          <a:ext cx="0" cy="0"/>
          <a:chOff x="0" y="0"/>
          <a:chExt cx="0" cy="0"/>
        </a:xfrm>
      </p:grpSpPr>
      <p:pic>
        <p:nvPicPr>
          <p:cNvPr id="3280" name="Google Shape;3280;p24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281" name="Google Shape;3281;p241"/>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282" name="Google Shape;3282;p241"/>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283" name="Google Shape;3283;p241"/>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284" name="Google Shape;3284;p241"/>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285" name="Google Shape;3285;p241"/>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286" name="Google Shape;3286;p241"/>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3287" name="Google Shape;3287;p241"/>
          <p:cNvGrpSpPr/>
          <p:nvPr/>
        </p:nvGrpSpPr>
        <p:grpSpPr>
          <a:xfrm>
            <a:off x="-601700" y="0"/>
            <a:ext cx="10705100" cy="4676150"/>
            <a:chOff x="-601700" y="0"/>
            <a:chExt cx="10705100" cy="4676150"/>
          </a:xfrm>
        </p:grpSpPr>
        <p:sp>
          <p:nvSpPr>
            <p:cNvPr id="3288" name="Google Shape;3288;p24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289" name="Google Shape;3289;p241"/>
            <p:cNvGrpSpPr/>
            <p:nvPr/>
          </p:nvGrpSpPr>
          <p:grpSpPr>
            <a:xfrm rot="5400000">
              <a:off x="-2006450" y="1404750"/>
              <a:ext cx="4014600" cy="1205100"/>
              <a:chOff x="150" y="4543750"/>
              <a:chExt cx="4014600" cy="1205100"/>
            </a:xfrm>
          </p:grpSpPr>
          <p:sp>
            <p:nvSpPr>
              <p:cNvPr id="3290" name="Google Shape;3290;p24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91" name="Google Shape;3291;p24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292" name="Google Shape;3292;p241"/>
          <p:cNvGrpSpPr/>
          <p:nvPr/>
        </p:nvGrpSpPr>
        <p:grpSpPr>
          <a:xfrm>
            <a:off x="8206512" y="4230524"/>
            <a:ext cx="848365" cy="950159"/>
            <a:chOff x="41662" y="277999"/>
            <a:chExt cx="848365" cy="950159"/>
          </a:xfrm>
        </p:grpSpPr>
        <p:pic>
          <p:nvPicPr>
            <p:cNvPr id="3293" name="Google Shape;3293;p24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294" name="Google Shape;3294;p24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295" name="Google Shape;3295;p24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296" name="Shape 3296"/>
        <p:cNvGrpSpPr/>
        <p:nvPr/>
      </p:nvGrpSpPr>
      <p:grpSpPr>
        <a:xfrm>
          <a:off x="0" y="0"/>
          <a:ext cx="0" cy="0"/>
          <a:chOff x="0" y="0"/>
          <a:chExt cx="0" cy="0"/>
        </a:xfrm>
      </p:grpSpPr>
      <p:pic>
        <p:nvPicPr>
          <p:cNvPr id="3297" name="Google Shape;3297;p242"/>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298" name="Google Shape;3298;p242"/>
          <p:cNvGrpSpPr/>
          <p:nvPr/>
        </p:nvGrpSpPr>
        <p:grpSpPr>
          <a:xfrm>
            <a:off x="-962824" y="-872075"/>
            <a:ext cx="10524450" cy="6436800"/>
            <a:chOff x="-962824" y="-872075"/>
            <a:chExt cx="10524450" cy="6436800"/>
          </a:xfrm>
        </p:grpSpPr>
        <p:sp>
          <p:nvSpPr>
            <p:cNvPr id="3299" name="Google Shape;3299;p242"/>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300" name="Google Shape;3300;p242"/>
            <p:cNvGrpSpPr/>
            <p:nvPr/>
          </p:nvGrpSpPr>
          <p:grpSpPr>
            <a:xfrm flipH="1">
              <a:off x="502351" y="-872075"/>
              <a:ext cx="2489300" cy="1740000"/>
              <a:chOff x="6148925" y="-872075"/>
              <a:chExt cx="2489300" cy="1740000"/>
            </a:xfrm>
          </p:grpSpPr>
          <p:sp>
            <p:nvSpPr>
              <p:cNvPr id="3301" name="Google Shape;3301;p24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02" name="Google Shape;3302;p24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303" name="Google Shape;3303;p242"/>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04" name="Google Shape;3304;p242"/>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05" name="Google Shape;3305;p242"/>
          <p:cNvGrpSpPr/>
          <p:nvPr/>
        </p:nvGrpSpPr>
        <p:grpSpPr>
          <a:xfrm>
            <a:off x="-962825" y="81904"/>
            <a:ext cx="10251619" cy="5069347"/>
            <a:chOff x="-962825" y="81904"/>
            <a:chExt cx="10251619" cy="5069347"/>
          </a:xfrm>
        </p:grpSpPr>
        <p:pic>
          <p:nvPicPr>
            <p:cNvPr id="3306" name="Google Shape;3306;p242"/>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307" name="Google Shape;3307;p242"/>
            <p:cNvGrpSpPr/>
            <p:nvPr/>
          </p:nvGrpSpPr>
          <p:grpSpPr>
            <a:xfrm flipH="1">
              <a:off x="7678302" y="4401391"/>
              <a:ext cx="1102438" cy="577167"/>
              <a:chOff x="359837" y="4401391"/>
              <a:chExt cx="1102438" cy="577167"/>
            </a:xfrm>
          </p:grpSpPr>
          <p:pic>
            <p:nvPicPr>
              <p:cNvPr id="3308" name="Google Shape;3308;p242"/>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309" name="Google Shape;3309;p242"/>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310" name="Google Shape;3310;p242"/>
            <p:cNvGrpSpPr/>
            <p:nvPr/>
          </p:nvGrpSpPr>
          <p:grpSpPr>
            <a:xfrm flipH="1">
              <a:off x="8100369" y="81904"/>
              <a:ext cx="1188426" cy="1227668"/>
              <a:chOff x="-7843" y="83454"/>
              <a:chExt cx="1188426" cy="1227668"/>
            </a:xfrm>
          </p:grpSpPr>
          <p:pic>
            <p:nvPicPr>
              <p:cNvPr id="3311" name="Google Shape;3311;p242"/>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312" name="Google Shape;3312;p242"/>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313" name="Google Shape;3313;p242"/>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3314" name="Google Shape;3314;p242"/>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315" name="Google Shape;3315;p242"/>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16" name="Google Shape;3316;p242"/>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317" name="Shape 3317"/>
        <p:cNvGrpSpPr/>
        <p:nvPr/>
      </p:nvGrpSpPr>
      <p:grpSpPr>
        <a:xfrm>
          <a:off x="0" y="0"/>
          <a:ext cx="0" cy="0"/>
          <a:chOff x="0" y="0"/>
          <a:chExt cx="0" cy="0"/>
        </a:xfrm>
      </p:grpSpPr>
      <p:pic>
        <p:nvPicPr>
          <p:cNvPr id="3318" name="Google Shape;3318;p243"/>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319" name="Google Shape;3319;p243"/>
          <p:cNvGrpSpPr/>
          <p:nvPr/>
        </p:nvGrpSpPr>
        <p:grpSpPr>
          <a:xfrm>
            <a:off x="0" y="-613825"/>
            <a:ext cx="9564675" cy="6140950"/>
            <a:chOff x="0" y="-613825"/>
            <a:chExt cx="9564675" cy="6140950"/>
          </a:xfrm>
        </p:grpSpPr>
        <p:sp>
          <p:nvSpPr>
            <p:cNvPr id="3320" name="Google Shape;3320;p243"/>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21" name="Google Shape;3321;p243"/>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22" name="Google Shape;3322;p243"/>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323" name="Shape 3323"/>
        <p:cNvGrpSpPr/>
        <p:nvPr/>
      </p:nvGrpSpPr>
      <p:grpSpPr>
        <a:xfrm>
          <a:off x="0" y="0"/>
          <a:ext cx="0" cy="0"/>
          <a:chOff x="0" y="0"/>
          <a:chExt cx="0" cy="0"/>
        </a:xfrm>
      </p:grpSpPr>
      <p:pic>
        <p:nvPicPr>
          <p:cNvPr id="3324" name="Google Shape;3324;p244"/>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325" name="Google Shape;3325;p244"/>
          <p:cNvGrpSpPr/>
          <p:nvPr/>
        </p:nvGrpSpPr>
        <p:grpSpPr>
          <a:xfrm>
            <a:off x="-601700" y="0"/>
            <a:ext cx="10358225" cy="5143500"/>
            <a:chOff x="-601700" y="0"/>
            <a:chExt cx="10358225" cy="5143500"/>
          </a:xfrm>
        </p:grpSpPr>
        <p:grpSp>
          <p:nvGrpSpPr>
            <p:cNvPr id="3326" name="Google Shape;3326;p244"/>
            <p:cNvGrpSpPr/>
            <p:nvPr/>
          </p:nvGrpSpPr>
          <p:grpSpPr>
            <a:xfrm rot="5400000">
              <a:off x="-2006450" y="1404750"/>
              <a:ext cx="4014600" cy="1205100"/>
              <a:chOff x="150" y="4543750"/>
              <a:chExt cx="4014600" cy="1205100"/>
            </a:xfrm>
          </p:grpSpPr>
          <p:sp>
            <p:nvSpPr>
              <p:cNvPr id="3327" name="Google Shape;3327;p24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28" name="Google Shape;3328;p24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29" name="Google Shape;3329;p244"/>
            <p:cNvGrpSpPr/>
            <p:nvPr/>
          </p:nvGrpSpPr>
          <p:grpSpPr>
            <a:xfrm rot="-5400000">
              <a:off x="7146675" y="2533650"/>
              <a:ext cx="4014600" cy="1205100"/>
              <a:chOff x="150" y="4543750"/>
              <a:chExt cx="4014600" cy="1205100"/>
            </a:xfrm>
          </p:grpSpPr>
          <p:sp>
            <p:nvSpPr>
              <p:cNvPr id="3330" name="Google Shape;3330;p244"/>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31" name="Google Shape;3331;p244"/>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35" name="Shape 3335"/>
        <p:cNvGrpSpPr/>
        <p:nvPr/>
      </p:nvGrpSpPr>
      <p:grpSpPr>
        <a:xfrm>
          <a:off x="0" y="0"/>
          <a:ext cx="0" cy="0"/>
          <a:chOff x="0" y="0"/>
          <a:chExt cx="0" cy="0"/>
        </a:xfrm>
      </p:grpSpPr>
      <p:pic>
        <p:nvPicPr>
          <p:cNvPr id="3336" name="Google Shape;3336;p24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337" name="Google Shape;3337;p246"/>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3338" name="Google Shape;3338;p246"/>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3339" name="Google Shape;3339;p246"/>
          <p:cNvGrpSpPr/>
          <p:nvPr/>
        </p:nvGrpSpPr>
        <p:grpSpPr>
          <a:xfrm>
            <a:off x="-421050" y="-872075"/>
            <a:ext cx="10524450" cy="6436800"/>
            <a:chOff x="-421050" y="-872075"/>
            <a:chExt cx="10524450" cy="6436800"/>
          </a:xfrm>
        </p:grpSpPr>
        <p:sp>
          <p:nvSpPr>
            <p:cNvPr id="3340" name="Google Shape;3340;p246"/>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341" name="Google Shape;3341;p246"/>
            <p:cNvGrpSpPr/>
            <p:nvPr/>
          </p:nvGrpSpPr>
          <p:grpSpPr>
            <a:xfrm>
              <a:off x="6148925" y="-872075"/>
              <a:ext cx="2489300" cy="1740000"/>
              <a:chOff x="6148925" y="-872075"/>
              <a:chExt cx="2489300" cy="1740000"/>
            </a:xfrm>
          </p:grpSpPr>
          <p:sp>
            <p:nvSpPr>
              <p:cNvPr id="3342" name="Google Shape;3342;p24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43" name="Google Shape;3343;p24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344" name="Google Shape;3344;p24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45" name="Google Shape;3345;p246"/>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46" name="Google Shape;3346;p246"/>
          <p:cNvGrpSpPr/>
          <p:nvPr/>
        </p:nvGrpSpPr>
        <p:grpSpPr>
          <a:xfrm>
            <a:off x="-148218" y="81904"/>
            <a:ext cx="10251619" cy="5069347"/>
            <a:chOff x="-148218" y="81904"/>
            <a:chExt cx="10251619" cy="5069347"/>
          </a:xfrm>
        </p:grpSpPr>
        <p:pic>
          <p:nvPicPr>
            <p:cNvPr id="3347" name="Google Shape;3347;p246"/>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348" name="Google Shape;3348;p246"/>
            <p:cNvGrpSpPr/>
            <p:nvPr/>
          </p:nvGrpSpPr>
          <p:grpSpPr>
            <a:xfrm>
              <a:off x="359837" y="4401391"/>
              <a:ext cx="1102438" cy="577167"/>
              <a:chOff x="359837" y="4401391"/>
              <a:chExt cx="1102438" cy="577167"/>
            </a:xfrm>
          </p:grpSpPr>
          <p:pic>
            <p:nvPicPr>
              <p:cNvPr id="3349" name="Google Shape;3349;p246"/>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350" name="Google Shape;3350;p246"/>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351" name="Google Shape;3351;p246"/>
            <p:cNvGrpSpPr/>
            <p:nvPr/>
          </p:nvGrpSpPr>
          <p:grpSpPr>
            <a:xfrm>
              <a:off x="-148218" y="81904"/>
              <a:ext cx="1188426" cy="1227668"/>
              <a:chOff x="-7843" y="83454"/>
              <a:chExt cx="1188426" cy="1227668"/>
            </a:xfrm>
          </p:grpSpPr>
          <p:pic>
            <p:nvPicPr>
              <p:cNvPr id="3352" name="Google Shape;3352;p246"/>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353" name="Google Shape;3353;p246"/>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354" name="Google Shape;3354;p246"/>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55" name="Shape 3355"/>
        <p:cNvGrpSpPr/>
        <p:nvPr/>
      </p:nvGrpSpPr>
      <p:grpSpPr>
        <a:xfrm>
          <a:off x="0" y="0"/>
          <a:ext cx="0" cy="0"/>
          <a:chOff x="0" y="0"/>
          <a:chExt cx="0" cy="0"/>
        </a:xfrm>
      </p:grpSpPr>
      <p:pic>
        <p:nvPicPr>
          <p:cNvPr id="3356" name="Google Shape;3356;p24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357" name="Google Shape;3357;p247"/>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358" name="Google Shape;3358;p247"/>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3359" name="Google Shape;3359;p247"/>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360" name="Google Shape;3360;p247"/>
          <p:cNvGrpSpPr/>
          <p:nvPr/>
        </p:nvGrpSpPr>
        <p:grpSpPr>
          <a:xfrm>
            <a:off x="8206512" y="4230524"/>
            <a:ext cx="848365" cy="950159"/>
            <a:chOff x="41662" y="277999"/>
            <a:chExt cx="848365" cy="950159"/>
          </a:xfrm>
        </p:grpSpPr>
        <p:pic>
          <p:nvPicPr>
            <p:cNvPr id="3361" name="Google Shape;3361;p24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362" name="Google Shape;3362;p24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363" name="Google Shape;3363;p24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3364" name="Google Shape;3364;p247"/>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3365" name="Google Shape;3365;p247"/>
          <p:cNvGrpSpPr/>
          <p:nvPr/>
        </p:nvGrpSpPr>
        <p:grpSpPr>
          <a:xfrm>
            <a:off x="-601700" y="-872075"/>
            <a:ext cx="10705100" cy="5548225"/>
            <a:chOff x="-601700" y="-872075"/>
            <a:chExt cx="10705100" cy="5548225"/>
          </a:xfrm>
        </p:grpSpPr>
        <p:sp>
          <p:nvSpPr>
            <p:cNvPr id="3366" name="Google Shape;3366;p24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367" name="Google Shape;3367;p247"/>
            <p:cNvGrpSpPr/>
            <p:nvPr/>
          </p:nvGrpSpPr>
          <p:grpSpPr>
            <a:xfrm rot="5400000">
              <a:off x="-2006450" y="1404750"/>
              <a:ext cx="4014600" cy="1205100"/>
              <a:chOff x="150" y="4543750"/>
              <a:chExt cx="4014600" cy="1205100"/>
            </a:xfrm>
          </p:grpSpPr>
          <p:sp>
            <p:nvSpPr>
              <p:cNvPr id="3368" name="Google Shape;3368;p24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69" name="Google Shape;3369;p247"/>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70" name="Google Shape;3370;p247"/>
            <p:cNvGrpSpPr/>
            <p:nvPr/>
          </p:nvGrpSpPr>
          <p:grpSpPr>
            <a:xfrm>
              <a:off x="6148925" y="-872075"/>
              <a:ext cx="2489300" cy="1740000"/>
              <a:chOff x="6148925" y="-872075"/>
              <a:chExt cx="2489300" cy="1740000"/>
            </a:xfrm>
          </p:grpSpPr>
          <p:sp>
            <p:nvSpPr>
              <p:cNvPr id="3371" name="Google Shape;3371;p24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72" name="Google Shape;3372;p24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73" name="Shape 3373"/>
        <p:cNvGrpSpPr/>
        <p:nvPr/>
      </p:nvGrpSpPr>
      <p:grpSpPr>
        <a:xfrm>
          <a:off x="0" y="0"/>
          <a:ext cx="0" cy="0"/>
          <a:chOff x="0" y="0"/>
          <a:chExt cx="0" cy="0"/>
        </a:xfrm>
      </p:grpSpPr>
      <p:pic>
        <p:nvPicPr>
          <p:cNvPr id="3374" name="Google Shape;3374;p24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375" name="Google Shape;3375;p2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376" name="Google Shape;3376;p248"/>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3377" name="Google Shape;3377;p248"/>
          <p:cNvGrpSpPr/>
          <p:nvPr/>
        </p:nvGrpSpPr>
        <p:grpSpPr>
          <a:xfrm>
            <a:off x="150" y="2779250"/>
            <a:ext cx="10103250" cy="2785475"/>
            <a:chOff x="150" y="2779250"/>
            <a:chExt cx="10103250" cy="2785475"/>
          </a:xfrm>
        </p:grpSpPr>
        <p:sp>
          <p:nvSpPr>
            <p:cNvPr id="3378" name="Google Shape;3378;p24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79" name="Google Shape;3379;p248"/>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80" name="Google Shape;3380;p248"/>
          <p:cNvGrpSpPr/>
          <p:nvPr/>
        </p:nvGrpSpPr>
        <p:grpSpPr>
          <a:xfrm>
            <a:off x="2" y="156617"/>
            <a:ext cx="1462273" cy="4821940"/>
            <a:chOff x="2" y="156617"/>
            <a:chExt cx="1462273" cy="4821940"/>
          </a:xfrm>
        </p:grpSpPr>
        <p:grpSp>
          <p:nvGrpSpPr>
            <p:cNvPr id="3381" name="Google Shape;3381;p248"/>
            <p:cNvGrpSpPr/>
            <p:nvPr/>
          </p:nvGrpSpPr>
          <p:grpSpPr>
            <a:xfrm>
              <a:off x="2" y="156617"/>
              <a:ext cx="719987" cy="944360"/>
              <a:chOff x="2" y="156617"/>
              <a:chExt cx="719987" cy="944360"/>
            </a:xfrm>
          </p:grpSpPr>
          <p:pic>
            <p:nvPicPr>
              <p:cNvPr id="3382" name="Google Shape;3382;p248"/>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3383" name="Google Shape;3383;p248"/>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3384" name="Google Shape;3384;p248"/>
            <p:cNvGrpSpPr/>
            <p:nvPr/>
          </p:nvGrpSpPr>
          <p:grpSpPr>
            <a:xfrm>
              <a:off x="359837" y="4401391"/>
              <a:ext cx="1102438" cy="577167"/>
              <a:chOff x="359837" y="4401391"/>
              <a:chExt cx="1102438" cy="577167"/>
            </a:xfrm>
          </p:grpSpPr>
          <p:pic>
            <p:nvPicPr>
              <p:cNvPr id="3385" name="Google Shape;3385;p24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386" name="Google Shape;3386;p24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87" name="Shape 3387"/>
        <p:cNvGrpSpPr/>
        <p:nvPr/>
      </p:nvGrpSpPr>
      <p:grpSpPr>
        <a:xfrm>
          <a:off x="0" y="0"/>
          <a:ext cx="0" cy="0"/>
          <a:chOff x="0" y="0"/>
          <a:chExt cx="0" cy="0"/>
        </a:xfrm>
      </p:grpSpPr>
      <p:pic>
        <p:nvPicPr>
          <p:cNvPr id="3388" name="Google Shape;3388;p24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389" name="Google Shape;3389;p2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390" name="Google Shape;3390;p249"/>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91" name="Google Shape;3391;p249"/>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92" name="Google Shape;3392;p249"/>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393" name="Google Shape;3393;p249"/>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394" name="Google Shape;3394;p249"/>
          <p:cNvGrpSpPr/>
          <p:nvPr/>
        </p:nvGrpSpPr>
        <p:grpSpPr>
          <a:xfrm>
            <a:off x="150" y="2779250"/>
            <a:ext cx="10103250" cy="2785475"/>
            <a:chOff x="150" y="2779250"/>
            <a:chExt cx="10103250" cy="2785475"/>
          </a:xfrm>
        </p:grpSpPr>
        <p:sp>
          <p:nvSpPr>
            <p:cNvPr id="3395" name="Google Shape;3395;p24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96" name="Google Shape;3396;p249"/>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97" name="Google Shape;3397;p249"/>
          <p:cNvGrpSpPr/>
          <p:nvPr/>
        </p:nvGrpSpPr>
        <p:grpSpPr>
          <a:xfrm>
            <a:off x="2" y="156617"/>
            <a:ext cx="10103400" cy="4994633"/>
            <a:chOff x="2" y="156617"/>
            <a:chExt cx="10103400" cy="4994633"/>
          </a:xfrm>
        </p:grpSpPr>
        <p:grpSp>
          <p:nvGrpSpPr>
            <p:cNvPr id="3398" name="Google Shape;3398;p249"/>
            <p:cNvGrpSpPr/>
            <p:nvPr/>
          </p:nvGrpSpPr>
          <p:grpSpPr>
            <a:xfrm>
              <a:off x="2" y="156617"/>
              <a:ext cx="719987" cy="944360"/>
              <a:chOff x="2" y="156617"/>
              <a:chExt cx="719987" cy="944360"/>
            </a:xfrm>
          </p:grpSpPr>
          <p:pic>
            <p:nvPicPr>
              <p:cNvPr id="3399" name="Google Shape;3399;p249"/>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3400" name="Google Shape;3400;p249"/>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3401" name="Google Shape;3401;p249"/>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402" name="Google Shape;3402;p249"/>
            <p:cNvGrpSpPr/>
            <p:nvPr/>
          </p:nvGrpSpPr>
          <p:grpSpPr>
            <a:xfrm>
              <a:off x="359837" y="4401391"/>
              <a:ext cx="1102438" cy="577167"/>
              <a:chOff x="359837" y="4401391"/>
              <a:chExt cx="1102438" cy="577167"/>
            </a:xfrm>
          </p:grpSpPr>
          <p:pic>
            <p:nvPicPr>
              <p:cNvPr id="3403" name="Google Shape;3403;p249"/>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404" name="Google Shape;3404;p24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05" name="Shape 3405"/>
        <p:cNvGrpSpPr/>
        <p:nvPr/>
      </p:nvGrpSpPr>
      <p:grpSpPr>
        <a:xfrm>
          <a:off x="0" y="0"/>
          <a:ext cx="0" cy="0"/>
          <a:chOff x="0" y="0"/>
          <a:chExt cx="0" cy="0"/>
        </a:xfrm>
      </p:grpSpPr>
      <p:pic>
        <p:nvPicPr>
          <p:cNvPr id="3406" name="Google Shape;3406;p25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407" name="Google Shape;3407;p2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408" name="Google Shape;3408;p250"/>
          <p:cNvGrpSpPr/>
          <p:nvPr/>
        </p:nvGrpSpPr>
        <p:grpSpPr>
          <a:xfrm>
            <a:off x="5129400" y="4543750"/>
            <a:ext cx="4014600" cy="1205100"/>
            <a:chOff x="5129400" y="4543750"/>
            <a:chExt cx="4014600" cy="1205100"/>
          </a:xfrm>
        </p:grpSpPr>
        <p:sp>
          <p:nvSpPr>
            <p:cNvPr id="3409" name="Google Shape;3409;p250"/>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410" name="Google Shape;3410;p250"/>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411" name="Google Shape;3411;p250"/>
          <p:cNvGrpSpPr/>
          <p:nvPr/>
        </p:nvGrpSpPr>
        <p:grpSpPr>
          <a:xfrm>
            <a:off x="2" y="156617"/>
            <a:ext cx="9296400" cy="4986881"/>
            <a:chOff x="2" y="156617"/>
            <a:chExt cx="9296400" cy="4986881"/>
          </a:xfrm>
        </p:grpSpPr>
        <p:grpSp>
          <p:nvGrpSpPr>
            <p:cNvPr id="3412" name="Google Shape;3412;p250"/>
            <p:cNvGrpSpPr/>
            <p:nvPr/>
          </p:nvGrpSpPr>
          <p:grpSpPr>
            <a:xfrm>
              <a:off x="2" y="156617"/>
              <a:ext cx="719987" cy="944360"/>
              <a:chOff x="2" y="156617"/>
              <a:chExt cx="719987" cy="944360"/>
            </a:xfrm>
          </p:grpSpPr>
          <p:pic>
            <p:nvPicPr>
              <p:cNvPr id="3413" name="Google Shape;3413;p25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414" name="Google Shape;3414;p25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3415" name="Google Shape;3415;p250"/>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16" name="Shape 3416"/>
        <p:cNvGrpSpPr/>
        <p:nvPr/>
      </p:nvGrpSpPr>
      <p:grpSpPr>
        <a:xfrm>
          <a:off x="0" y="0"/>
          <a:ext cx="0" cy="0"/>
          <a:chOff x="0" y="0"/>
          <a:chExt cx="0" cy="0"/>
        </a:xfrm>
      </p:grpSpPr>
      <p:pic>
        <p:nvPicPr>
          <p:cNvPr id="3417" name="Google Shape;3417;p25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418" name="Google Shape;3418;p251"/>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419" name="Google Shape;3419;p251"/>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3420" name="Google Shape;3420;p25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421" name="Google Shape;3421;p251"/>
          <p:cNvGrpSpPr/>
          <p:nvPr/>
        </p:nvGrpSpPr>
        <p:grpSpPr>
          <a:xfrm>
            <a:off x="2" y="156617"/>
            <a:ext cx="1462273" cy="4821940"/>
            <a:chOff x="2" y="156617"/>
            <a:chExt cx="1462273" cy="4821940"/>
          </a:xfrm>
        </p:grpSpPr>
        <p:grpSp>
          <p:nvGrpSpPr>
            <p:cNvPr id="3422" name="Google Shape;3422;p251"/>
            <p:cNvGrpSpPr/>
            <p:nvPr/>
          </p:nvGrpSpPr>
          <p:grpSpPr>
            <a:xfrm>
              <a:off x="2" y="156617"/>
              <a:ext cx="719987" cy="944360"/>
              <a:chOff x="2" y="156617"/>
              <a:chExt cx="719987" cy="944360"/>
            </a:xfrm>
          </p:grpSpPr>
          <p:pic>
            <p:nvPicPr>
              <p:cNvPr id="3423" name="Google Shape;3423;p25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424" name="Google Shape;3424;p25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425" name="Google Shape;3425;p251"/>
            <p:cNvGrpSpPr/>
            <p:nvPr/>
          </p:nvGrpSpPr>
          <p:grpSpPr>
            <a:xfrm>
              <a:off x="359837" y="4401391"/>
              <a:ext cx="1102438" cy="577167"/>
              <a:chOff x="359837" y="4401391"/>
              <a:chExt cx="1102438" cy="577167"/>
            </a:xfrm>
          </p:grpSpPr>
          <p:pic>
            <p:nvPicPr>
              <p:cNvPr id="3426" name="Google Shape;3426;p25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427" name="Google Shape;3427;p25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28" name="Shape 3428"/>
        <p:cNvGrpSpPr/>
        <p:nvPr/>
      </p:nvGrpSpPr>
      <p:grpSpPr>
        <a:xfrm>
          <a:off x="0" y="0"/>
          <a:ext cx="0" cy="0"/>
          <a:chOff x="0" y="0"/>
          <a:chExt cx="0" cy="0"/>
        </a:xfrm>
      </p:grpSpPr>
      <p:pic>
        <p:nvPicPr>
          <p:cNvPr id="3429" name="Google Shape;3429;p25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430" name="Google Shape;3430;p252"/>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431" name="Google Shape;3431;p252"/>
          <p:cNvGrpSpPr/>
          <p:nvPr/>
        </p:nvGrpSpPr>
        <p:grpSpPr>
          <a:xfrm>
            <a:off x="-421050" y="0"/>
            <a:ext cx="10524450" cy="5564725"/>
            <a:chOff x="-421050" y="0"/>
            <a:chExt cx="10524450" cy="5564725"/>
          </a:xfrm>
        </p:grpSpPr>
        <p:sp>
          <p:nvSpPr>
            <p:cNvPr id="3432" name="Google Shape;3432;p252"/>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433" name="Google Shape;3433;p25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434" name="Google Shape;3434;p25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435" name="Google Shape;3435;p252"/>
          <p:cNvGrpSpPr/>
          <p:nvPr/>
        </p:nvGrpSpPr>
        <p:grpSpPr>
          <a:xfrm>
            <a:off x="-148218" y="81904"/>
            <a:ext cx="10251619" cy="5069347"/>
            <a:chOff x="-148218" y="81904"/>
            <a:chExt cx="10251619" cy="5069347"/>
          </a:xfrm>
        </p:grpSpPr>
        <p:pic>
          <p:nvPicPr>
            <p:cNvPr id="3436" name="Google Shape;3436;p252"/>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437" name="Google Shape;3437;p252"/>
            <p:cNvGrpSpPr/>
            <p:nvPr/>
          </p:nvGrpSpPr>
          <p:grpSpPr>
            <a:xfrm>
              <a:off x="359837" y="4401391"/>
              <a:ext cx="1102438" cy="577167"/>
              <a:chOff x="359837" y="4401391"/>
              <a:chExt cx="1102438" cy="577167"/>
            </a:xfrm>
          </p:grpSpPr>
          <p:pic>
            <p:nvPicPr>
              <p:cNvPr id="3438" name="Google Shape;3438;p252"/>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439" name="Google Shape;3439;p252"/>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440" name="Google Shape;3440;p252"/>
            <p:cNvGrpSpPr/>
            <p:nvPr/>
          </p:nvGrpSpPr>
          <p:grpSpPr>
            <a:xfrm>
              <a:off x="-148218" y="81904"/>
              <a:ext cx="1188426" cy="1227668"/>
              <a:chOff x="-7843" y="83454"/>
              <a:chExt cx="1188426" cy="1227668"/>
            </a:xfrm>
          </p:grpSpPr>
          <p:pic>
            <p:nvPicPr>
              <p:cNvPr id="3441" name="Google Shape;3441;p252"/>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442" name="Google Shape;3442;p252"/>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443" name="Google Shape;3443;p252"/>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44" name="Shape 3444"/>
        <p:cNvGrpSpPr/>
        <p:nvPr/>
      </p:nvGrpSpPr>
      <p:grpSpPr>
        <a:xfrm>
          <a:off x="0" y="0"/>
          <a:ext cx="0" cy="0"/>
          <a:chOff x="0" y="0"/>
          <a:chExt cx="0" cy="0"/>
        </a:xfrm>
      </p:grpSpPr>
      <p:pic>
        <p:nvPicPr>
          <p:cNvPr id="3445" name="Google Shape;3445;p25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446" name="Google Shape;3446;p253"/>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3447" name="Google Shape;3447;p253"/>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448" name="Google Shape;3448;p253"/>
          <p:cNvGrpSpPr/>
          <p:nvPr/>
        </p:nvGrpSpPr>
        <p:grpSpPr>
          <a:xfrm>
            <a:off x="0" y="-859375"/>
            <a:ext cx="9504775" cy="6608225"/>
            <a:chOff x="0" y="-859375"/>
            <a:chExt cx="9504775" cy="6608225"/>
          </a:xfrm>
        </p:grpSpPr>
        <p:grpSp>
          <p:nvGrpSpPr>
            <p:cNvPr id="3449" name="Google Shape;3449;p253"/>
            <p:cNvGrpSpPr/>
            <p:nvPr/>
          </p:nvGrpSpPr>
          <p:grpSpPr>
            <a:xfrm flipH="1">
              <a:off x="5129400" y="4543750"/>
              <a:ext cx="4014600" cy="1205100"/>
              <a:chOff x="150" y="4543750"/>
              <a:chExt cx="4014600" cy="1205100"/>
            </a:xfrm>
          </p:grpSpPr>
          <p:sp>
            <p:nvSpPr>
              <p:cNvPr id="3450" name="Google Shape;3450;p253"/>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451" name="Google Shape;3451;p253"/>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452" name="Google Shape;3452;p253"/>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453" name="Google Shape;3453;p253"/>
            <p:cNvGrpSpPr/>
            <p:nvPr/>
          </p:nvGrpSpPr>
          <p:grpSpPr>
            <a:xfrm flipH="1">
              <a:off x="0" y="-859375"/>
              <a:ext cx="2489300" cy="1740000"/>
              <a:chOff x="6148925" y="-872075"/>
              <a:chExt cx="2489300" cy="1740000"/>
            </a:xfrm>
          </p:grpSpPr>
          <p:sp>
            <p:nvSpPr>
              <p:cNvPr id="3454" name="Google Shape;3454;p25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455" name="Google Shape;3455;p25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456" name="Google Shape;3456;p253"/>
          <p:cNvGrpSpPr/>
          <p:nvPr/>
        </p:nvGrpSpPr>
        <p:grpSpPr>
          <a:xfrm>
            <a:off x="-736999" y="-445900"/>
            <a:ext cx="10033401" cy="5589398"/>
            <a:chOff x="-736999" y="-445900"/>
            <a:chExt cx="10033401" cy="5589398"/>
          </a:xfrm>
        </p:grpSpPr>
        <p:pic>
          <p:nvPicPr>
            <p:cNvPr id="3457" name="Google Shape;3457;p253"/>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3458" name="Google Shape;3458;p253"/>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459" name="Shape 3459"/>
        <p:cNvGrpSpPr/>
        <p:nvPr/>
      </p:nvGrpSpPr>
      <p:grpSpPr>
        <a:xfrm>
          <a:off x="0" y="0"/>
          <a:ext cx="0" cy="0"/>
          <a:chOff x="0" y="0"/>
          <a:chExt cx="0" cy="0"/>
        </a:xfrm>
      </p:grpSpPr>
      <p:sp>
        <p:nvSpPr>
          <p:cNvPr id="3460" name="Google Shape;3460;p254"/>
          <p:cNvSpPr/>
          <p:nvPr>
            <p:ph idx="2" type="pic"/>
          </p:nvPr>
        </p:nvSpPr>
        <p:spPr>
          <a:xfrm>
            <a:off x="-25" y="-13725"/>
            <a:ext cx="9144000" cy="5157300"/>
          </a:xfrm>
          <a:prstGeom prst="rect">
            <a:avLst/>
          </a:prstGeom>
          <a:noFill/>
          <a:ln>
            <a:noFill/>
          </a:ln>
        </p:spPr>
      </p:sp>
      <p:sp>
        <p:nvSpPr>
          <p:cNvPr id="3461" name="Google Shape;3461;p254"/>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62" name="Shape 3462"/>
        <p:cNvGrpSpPr/>
        <p:nvPr/>
      </p:nvGrpSpPr>
      <p:grpSpPr>
        <a:xfrm>
          <a:off x="0" y="0"/>
          <a:ext cx="0" cy="0"/>
          <a:chOff x="0" y="0"/>
          <a:chExt cx="0" cy="0"/>
        </a:xfrm>
      </p:grpSpPr>
      <p:pic>
        <p:nvPicPr>
          <p:cNvPr id="3463" name="Google Shape;3463;p25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464" name="Google Shape;3464;p255"/>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465" name="Google Shape;3465;p255"/>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3466" name="Google Shape;3466;p255"/>
          <p:cNvGrpSpPr/>
          <p:nvPr/>
        </p:nvGrpSpPr>
        <p:grpSpPr>
          <a:xfrm>
            <a:off x="-601700" y="-872075"/>
            <a:ext cx="10705100" cy="5548225"/>
            <a:chOff x="-601700" y="-872075"/>
            <a:chExt cx="10705100" cy="5548225"/>
          </a:xfrm>
        </p:grpSpPr>
        <p:sp>
          <p:nvSpPr>
            <p:cNvPr id="3467" name="Google Shape;3467;p25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468" name="Google Shape;3468;p255"/>
            <p:cNvGrpSpPr/>
            <p:nvPr/>
          </p:nvGrpSpPr>
          <p:grpSpPr>
            <a:xfrm rot="5400000">
              <a:off x="-2006450" y="1404750"/>
              <a:ext cx="4014600" cy="1205100"/>
              <a:chOff x="150" y="4543750"/>
              <a:chExt cx="4014600" cy="1205100"/>
            </a:xfrm>
          </p:grpSpPr>
          <p:sp>
            <p:nvSpPr>
              <p:cNvPr id="3469" name="Google Shape;3469;p25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470" name="Google Shape;3470;p255"/>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471" name="Google Shape;3471;p255"/>
            <p:cNvGrpSpPr/>
            <p:nvPr/>
          </p:nvGrpSpPr>
          <p:grpSpPr>
            <a:xfrm>
              <a:off x="6148925" y="-872075"/>
              <a:ext cx="2489300" cy="1740000"/>
              <a:chOff x="6148925" y="-872075"/>
              <a:chExt cx="2489300" cy="1740000"/>
            </a:xfrm>
          </p:grpSpPr>
          <p:sp>
            <p:nvSpPr>
              <p:cNvPr id="3472" name="Google Shape;3472;p25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473" name="Google Shape;3473;p25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474" name="Google Shape;3474;p255"/>
          <p:cNvGrpSpPr/>
          <p:nvPr/>
        </p:nvGrpSpPr>
        <p:grpSpPr>
          <a:xfrm>
            <a:off x="-100888" y="2838714"/>
            <a:ext cx="9155766" cy="2341969"/>
            <a:chOff x="-100888" y="2838714"/>
            <a:chExt cx="9155766" cy="2341969"/>
          </a:xfrm>
        </p:grpSpPr>
        <p:grpSp>
          <p:nvGrpSpPr>
            <p:cNvPr id="3475" name="Google Shape;3475;p255"/>
            <p:cNvGrpSpPr/>
            <p:nvPr/>
          </p:nvGrpSpPr>
          <p:grpSpPr>
            <a:xfrm>
              <a:off x="8206512" y="4230524"/>
              <a:ext cx="848365" cy="950159"/>
              <a:chOff x="41662" y="277999"/>
              <a:chExt cx="848365" cy="950159"/>
            </a:xfrm>
          </p:grpSpPr>
          <p:pic>
            <p:nvPicPr>
              <p:cNvPr id="3476" name="Google Shape;3476;p25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477" name="Google Shape;3477;p25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478" name="Google Shape;3478;p25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3479" name="Google Shape;3479;p255"/>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480" name="Shape 3480"/>
        <p:cNvGrpSpPr/>
        <p:nvPr/>
      </p:nvGrpSpPr>
      <p:grpSpPr>
        <a:xfrm>
          <a:off x="0" y="0"/>
          <a:ext cx="0" cy="0"/>
          <a:chOff x="0" y="0"/>
          <a:chExt cx="0" cy="0"/>
        </a:xfrm>
      </p:grpSpPr>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481" name="Shape 3481"/>
        <p:cNvGrpSpPr/>
        <p:nvPr/>
      </p:nvGrpSpPr>
      <p:grpSpPr>
        <a:xfrm>
          <a:off x="0" y="0"/>
          <a:ext cx="0" cy="0"/>
          <a:chOff x="0" y="0"/>
          <a:chExt cx="0" cy="0"/>
        </a:xfrm>
      </p:grpSpPr>
      <p:pic>
        <p:nvPicPr>
          <p:cNvPr id="3482" name="Google Shape;3482;p257"/>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483" name="Google Shape;3483;p257"/>
          <p:cNvGrpSpPr/>
          <p:nvPr/>
        </p:nvGrpSpPr>
        <p:grpSpPr>
          <a:xfrm>
            <a:off x="7033266" y="-738725"/>
            <a:ext cx="2110732" cy="1475400"/>
            <a:chOff x="7033266" y="-738725"/>
            <a:chExt cx="2110732" cy="1475400"/>
          </a:xfrm>
        </p:grpSpPr>
        <p:sp>
          <p:nvSpPr>
            <p:cNvPr id="3484" name="Google Shape;3484;p257"/>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485" name="Google Shape;3485;p257"/>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486" name="Google Shape;3486;p2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487" name="Google Shape;3487;p257"/>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88" name="Google Shape;3488;p257"/>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489" name="Google Shape;3489;p257"/>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490" name="Google Shape;3490;p257"/>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91" name="Google Shape;3491;p257"/>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492" name="Google Shape;3492;p257"/>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493" name="Google Shape;3493;p257"/>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94" name="Google Shape;3494;p257"/>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495" name="Google Shape;3495;p257"/>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496" name="Google Shape;3496;p257"/>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97" name="Google Shape;3497;p257"/>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498" name="Google Shape;3498;p257"/>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3499" name="Google Shape;3499;p257"/>
          <p:cNvGrpSpPr/>
          <p:nvPr/>
        </p:nvGrpSpPr>
        <p:grpSpPr>
          <a:xfrm>
            <a:off x="2" y="156617"/>
            <a:ext cx="9096298" cy="4929890"/>
            <a:chOff x="2" y="156617"/>
            <a:chExt cx="9096298" cy="4929890"/>
          </a:xfrm>
        </p:grpSpPr>
        <p:grpSp>
          <p:nvGrpSpPr>
            <p:cNvPr id="3500" name="Google Shape;3500;p257"/>
            <p:cNvGrpSpPr/>
            <p:nvPr/>
          </p:nvGrpSpPr>
          <p:grpSpPr>
            <a:xfrm>
              <a:off x="2" y="156617"/>
              <a:ext cx="719987" cy="944360"/>
              <a:chOff x="2" y="156617"/>
              <a:chExt cx="719987" cy="944360"/>
            </a:xfrm>
          </p:grpSpPr>
          <p:pic>
            <p:nvPicPr>
              <p:cNvPr id="3501" name="Google Shape;3501;p25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502" name="Google Shape;3502;p25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503" name="Google Shape;3503;p257"/>
            <p:cNvGrpSpPr/>
            <p:nvPr/>
          </p:nvGrpSpPr>
          <p:grpSpPr>
            <a:xfrm>
              <a:off x="7993862" y="4509341"/>
              <a:ext cx="1102438" cy="577167"/>
              <a:chOff x="7993862" y="4509341"/>
              <a:chExt cx="1102438" cy="577167"/>
            </a:xfrm>
          </p:grpSpPr>
          <p:pic>
            <p:nvPicPr>
              <p:cNvPr id="3504" name="Google Shape;3504;p257"/>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3505" name="Google Shape;3505;p257"/>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506" name="Shape 3506"/>
        <p:cNvGrpSpPr/>
        <p:nvPr/>
      </p:nvGrpSpPr>
      <p:grpSpPr>
        <a:xfrm>
          <a:off x="0" y="0"/>
          <a:ext cx="0" cy="0"/>
          <a:chOff x="0" y="0"/>
          <a:chExt cx="0" cy="0"/>
        </a:xfrm>
      </p:grpSpPr>
      <p:pic>
        <p:nvPicPr>
          <p:cNvPr id="3507" name="Google Shape;3507;p25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508" name="Google Shape;3508;p258"/>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3509" name="Google Shape;3509;p258"/>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3510" name="Google Shape;3510;p258"/>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3511" name="Google Shape;3511;p258"/>
          <p:cNvGrpSpPr/>
          <p:nvPr/>
        </p:nvGrpSpPr>
        <p:grpSpPr>
          <a:xfrm>
            <a:off x="0" y="-859375"/>
            <a:ext cx="9755475" cy="6421100"/>
            <a:chOff x="0" y="-859375"/>
            <a:chExt cx="9755475" cy="6421100"/>
          </a:xfrm>
        </p:grpSpPr>
        <p:sp>
          <p:nvSpPr>
            <p:cNvPr id="3512" name="Google Shape;3512;p258"/>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513" name="Google Shape;3513;p258"/>
            <p:cNvGrpSpPr/>
            <p:nvPr/>
          </p:nvGrpSpPr>
          <p:grpSpPr>
            <a:xfrm flipH="1">
              <a:off x="0" y="-859375"/>
              <a:ext cx="2489300" cy="1740000"/>
              <a:chOff x="6148925" y="-872075"/>
              <a:chExt cx="2489300" cy="1740000"/>
            </a:xfrm>
          </p:grpSpPr>
          <p:sp>
            <p:nvSpPr>
              <p:cNvPr id="3514" name="Google Shape;3514;p25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15" name="Google Shape;3515;p25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516" name="Google Shape;3516;p258"/>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517" name="Shape 3517"/>
        <p:cNvGrpSpPr/>
        <p:nvPr/>
      </p:nvGrpSpPr>
      <p:grpSpPr>
        <a:xfrm>
          <a:off x="0" y="0"/>
          <a:ext cx="0" cy="0"/>
          <a:chOff x="0" y="0"/>
          <a:chExt cx="0" cy="0"/>
        </a:xfrm>
      </p:grpSpPr>
      <p:pic>
        <p:nvPicPr>
          <p:cNvPr id="3518" name="Google Shape;3518;p25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519" name="Google Shape;3519;p259"/>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520" name="Google Shape;3520;p259"/>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21" name="Google Shape;3521;p259"/>
          <p:cNvSpPr/>
          <p:nvPr>
            <p:ph idx="2" type="pic"/>
          </p:nvPr>
        </p:nvSpPr>
        <p:spPr>
          <a:xfrm>
            <a:off x="4898950" y="533875"/>
            <a:ext cx="3489000" cy="4075800"/>
          </a:xfrm>
          <a:prstGeom prst="roundRect">
            <a:avLst>
              <a:gd fmla="val 18268" name="adj"/>
            </a:avLst>
          </a:prstGeom>
          <a:noFill/>
          <a:ln>
            <a:noFill/>
          </a:ln>
        </p:spPr>
      </p:sp>
      <p:grpSp>
        <p:nvGrpSpPr>
          <p:cNvPr id="3522" name="Google Shape;3522;p259"/>
          <p:cNvGrpSpPr/>
          <p:nvPr/>
        </p:nvGrpSpPr>
        <p:grpSpPr>
          <a:xfrm rot="5400000">
            <a:off x="-2006450" y="1404750"/>
            <a:ext cx="4014600" cy="1205100"/>
            <a:chOff x="150" y="4543750"/>
            <a:chExt cx="4014600" cy="1205100"/>
          </a:xfrm>
        </p:grpSpPr>
        <p:sp>
          <p:nvSpPr>
            <p:cNvPr id="3523" name="Google Shape;3523;p25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24" name="Google Shape;3524;p25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525" name="Shape 3525"/>
        <p:cNvGrpSpPr/>
        <p:nvPr/>
      </p:nvGrpSpPr>
      <p:grpSpPr>
        <a:xfrm>
          <a:off x="0" y="0"/>
          <a:ext cx="0" cy="0"/>
          <a:chOff x="0" y="0"/>
          <a:chExt cx="0" cy="0"/>
        </a:xfrm>
      </p:grpSpPr>
      <p:pic>
        <p:nvPicPr>
          <p:cNvPr id="3526" name="Google Shape;3526;p26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527" name="Google Shape;3527;p260"/>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528" name="Google Shape;3528;p260"/>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529" name="Google Shape;3529;p260"/>
          <p:cNvGrpSpPr/>
          <p:nvPr/>
        </p:nvGrpSpPr>
        <p:grpSpPr>
          <a:xfrm>
            <a:off x="0" y="-859375"/>
            <a:ext cx="9755475" cy="6421100"/>
            <a:chOff x="0" y="-859375"/>
            <a:chExt cx="9755475" cy="6421100"/>
          </a:xfrm>
        </p:grpSpPr>
        <p:sp>
          <p:nvSpPr>
            <p:cNvPr id="3530" name="Google Shape;3530;p260"/>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531" name="Google Shape;3531;p260"/>
            <p:cNvGrpSpPr/>
            <p:nvPr/>
          </p:nvGrpSpPr>
          <p:grpSpPr>
            <a:xfrm flipH="1">
              <a:off x="0" y="-859375"/>
              <a:ext cx="2489300" cy="1740000"/>
              <a:chOff x="6148925" y="-872075"/>
              <a:chExt cx="2489300" cy="1740000"/>
            </a:xfrm>
          </p:grpSpPr>
          <p:sp>
            <p:nvSpPr>
              <p:cNvPr id="3532" name="Google Shape;3532;p26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33" name="Google Shape;3533;p26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534" name="Google Shape;3534;p260"/>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535" name="Shape 3535"/>
        <p:cNvGrpSpPr/>
        <p:nvPr/>
      </p:nvGrpSpPr>
      <p:grpSpPr>
        <a:xfrm>
          <a:off x="0" y="0"/>
          <a:ext cx="0" cy="0"/>
          <a:chOff x="0" y="0"/>
          <a:chExt cx="0" cy="0"/>
        </a:xfrm>
      </p:grpSpPr>
      <p:pic>
        <p:nvPicPr>
          <p:cNvPr id="3536" name="Google Shape;3536;p26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537" name="Google Shape;3537;p261"/>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538" name="Google Shape;3538;p261"/>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539" name="Google Shape;3539;p261"/>
          <p:cNvGrpSpPr/>
          <p:nvPr/>
        </p:nvGrpSpPr>
        <p:grpSpPr>
          <a:xfrm>
            <a:off x="-601700" y="0"/>
            <a:ext cx="10705100" cy="4676150"/>
            <a:chOff x="-601700" y="0"/>
            <a:chExt cx="10705100" cy="4676150"/>
          </a:xfrm>
        </p:grpSpPr>
        <p:sp>
          <p:nvSpPr>
            <p:cNvPr id="3540" name="Google Shape;3540;p26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541" name="Google Shape;3541;p261"/>
            <p:cNvGrpSpPr/>
            <p:nvPr/>
          </p:nvGrpSpPr>
          <p:grpSpPr>
            <a:xfrm rot="5400000">
              <a:off x="-2006450" y="1404750"/>
              <a:ext cx="4014600" cy="1205100"/>
              <a:chOff x="150" y="4543750"/>
              <a:chExt cx="4014600" cy="1205100"/>
            </a:xfrm>
          </p:grpSpPr>
          <p:sp>
            <p:nvSpPr>
              <p:cNvPr id="3542" name="Google Shape;3542;p26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43" name="Google Shape;3543;p26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544" name="Google Shape;3544;p261"/>
          <p:cNvGrpSpPr/>
          <p:nvPr/>
        </p:nvGrpSpPr>
        <p:grpSpPr>
          <a:xfrm>
            <a:off x="8206512" y="4230524"/>
            <a:ext cx="848365" cy="950159"/>
            <a:chOff x="41662" y="277999"/>
            <a:chExt cx="848365" cy="950159"/>
          </a:xfrm>
        </p:grpSpPr>
        <p:pic>
          <p:nvPicPr>
            <p:cNvPr id="3545" name="Google Shape;3545;p26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546" name="Google Shape;3546;p26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547" name="Google Shape;3547;p26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548" name="Shape 3548"/>
        <p:cNvGrpSpPr/>
        <p:nvPr/>
      </p:nvGrpSpPr>
      <p:grpSpPr>
        <a:xfrm>
          <a:off x="0" y="0"/>
          <a:ext cx="0" cy="0"/>
          <a:chOff x="0" y="0"/>
          <a:chExt cx="0" cy="0"/>
        </a:xfrm>
      </p:grpSpPr>
      <p:pic>
        <p:nvPicPr>
          <p:cNvPr id="3549" name="Google Shape;3549;p26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550" name="Google Shape;3550;p2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551" name="Google Shape;3551;p262"/>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52" name="Google Shape;3552;p262"/>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53" name="Google Shape;3553;p262"/>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54" name="Google Shape;3554;p262"/>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555" name="Google Shape;3555;p262"/>
          <p:cNvGrpSpPr/>
          <p:nvPr/>
        </p:nvGrpSpPr>
        <p:grpSpPr>
          <a:xfrm>
            <a:off x="-501600" y="128825"/>
            <a:ext cx="10252550" cy="5418500"/>
            <a:chOff x="-501600" y="128825"/>
            <a:chExt cx="10252550" cy="5418500"/>
          </a:xfrm>
        </p:grpSpPr>
        <p:sp>
          <p:nvSpPr>
            <p:cNvPr id="3556" name="Google Shape;3556;p262"/>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57" name="Google Shape;3557;p262"/>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58" name="Google Shape;3558;p262"/>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559" name="Google Shape;3559;p262"/>
          <p:cNvGrpSpPr/>
          <p:nvPr/>
        </p:nvGrpSpPr>
        <p:grpSpPr>
          <a:xfrm>
            <a:off x="2" y="156617"/>
            <a:ext cx="9088698" cy="4882915"/>
            <a:chOff x="2" y="156617"/>
            <a:chExt cx="9088698" cy="4882915"/>
          </a:xfrm>
        </p:grpSpPr>
        <p:grpSp>
          <p:nvGrpSpPr>
            <p:cNvPr id="3560" name="Google Shape;3560;p262"/>
            <p:cNvGrpSpPr/>
            <p:nvPr/>
          </p:nvGrpSpPr>
          <p:grpSpPr>
            <a:xfrm>
              <a:off x="2" y="156617"/>
              <a:ext cx="719987" cy="944360"/>
              <a:chOff x="2" y="156617"/>
              <a:chExt cx="719987" cy="944360"/>
            </a:xfrm>
          </p:grpSpPr>
          <p:pic>
            <p:nvPicPr>
              <p:cNvPr id="3561" name="Google Shape;3561;p26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562" name="Google Shape;3562;p26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563" name="Google Shape;3563;p262"/>
            <p:cNvGrpSpPr/>
            <p:nvPr/>
          </p:nvGrpSpPr>
          <p:grpSpPr>
            <a:xfrm>
              <a:off x="7986262" y="4462366"/>
              <a:ext cx="1102438" cy="577167"/>
              <a:chOff x="359837" y="4401391"/>
              <a:chExt cx="1102438" cy="577167"/>
            </a:xfrm>
          </p:grpSpPr>
          <p:pic>
            <p:nvPicPr>
              <p:cNvPr id="3564" name="Google Shape;3564;p26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565" name="Google Shape;3565;p26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566" name="Shape 3566"/>
        <p:cNvGrpSpPr/>
        <p:nvPr/>
      </p:nvGrpSpPr>
      <p:grpSpPr>
        <a:xfrm>
          <a:off x="0" y="0"/>
          <a:ext cx="0" cy="0"/>
          <a:chOff x="0" y="0"/>
          <a:chExt cx="0" cy="0"/>
        </a:xfrm>
      </p:grpSpPr>
      <p:pic>
        <p:nvPicPr>
          <p:cNvPr id="3567" name="Google Shape;3567;p26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568" name="Google Shape;3568;p2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569" name="Google Shape;3569;p263"/>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70" name="Google Shape;3570;p263"/>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571" name="Google Shape;3571;p263"/>
          <p:cNvGrpSpPr/>
          <p:nvPr/>
        </p:nvGrpSpPr>
        <p:grpSpPr>
          <a:xfrm>
            <a:off x="275000" y="0"/>
            <a:ext cx="9374500" cy="5748850"/>
            <a:chOff x="275000" y="0"/>
            <a:chExt cx="9374500" cy="5748850"/>
          </a:xfrm>
        </p:grpSpPr>
        <p:sp>
          <p:nvSpPr>
            <p:cNvPr id="3572" name="Google Shape;3572;p26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73" name="Google Shape;3573;p263"/>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74" name="Google Shape;3574;p263"/>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575" name="Google Shape;3575;p263"/>
          <p:cNvGrpSpPr/>
          <p:nvPr/>
        </p:nvGrpSpPr>
        <p:grpSpPr>
          <a:xfrm>
            <a:off x="2" y="156617"/>
            <a:ext cx="9088698" cy="4882915"/>
            <a:chOff x="2" y="156617"/>
            <a:chExt cx="9088698" cy="4882915"/>
          </a:xfrm>
        </p:grpSpPr>
        <p:grpSp>
          <p:nvGrpSpPr>
            <p:cNvPr id="3576" name="Google Shape;3576;p263"/>
            <p:cNvGrpSpPr/>
            <p:nvPr/>
          </p:nvGrpSpPr>
          <p:grpSpPr>
            <a:xfrm>
              <a:off x="2" y="156617"/>
              <a:ext cx="719987" cy="944360"/>
              <a:chOff x="2" y="156617"/>
              <a:chExt cx="719987" cy="944360"/>
            </a:xfrm>
          </p:grpSpPr>
          <p:pic>
            <p:nvPicPr>
              <p:cNvPr id="3577" name="Google Shape;3577;p26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578" name="Google Shape;3578;p26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579" name="Google Shape;3579;p263"/>
            <p:cNvGrpSpPr/>
            <p:nvPr/>
          </p:nvGrpSpPr>
          <p:grpSpPr>
            <a:xfrm>
              <a:off x="7986262" y="4462366"/>
              <a:ext cx="1102438" cy="577167"/>
              <a:chOff x="359837" y="4401391"/>
              <a:chExt cx="1102438" cy="577167"/>
            </a:xfrm>
          </p:grpSpPr>
          <p:pic>
            <p:nvPicPr>
              <p:cNvPr id="3580" name="Google Shape;3580;p26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581" name="Google Shape;3581;p26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582" name="Shape 3582"/>
        <p:cNvGrpSpPr/>
        <p:nvPr/>
      </p:nvGrpSpPr>
      <p:grpSpPr>
        <a:xfrm>
          <a:off x="0" y="0"/>
          <a:ext cx="0" cy="0"/>
          <a:chOff x="0" y="0"/>
          <a:chExt cx="0" cy="0"/>
        </a:xfrm>
      </p:grpSpPr>
      <p:pic>
        <p:nvPicPr>
          <p:cNvPr id="3583" name="Google Shape;3583;p26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584" name="Google Shape;3584;p2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585" name="Google Shape;3585;p264"/>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86" name="Google Shape;3586;p264"/>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87" name="Google Shape;3587;p264"/>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88" name="Google Shape;3588;p264"/>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89" name="Google Shape;3589;p264"/>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90" name="Google Shape;3590;p264"/>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591" name="Google Shape;3591;p264"/>
          <p:cNvGrpSpPr/>
          <p:nvPr/>
        </p:nvGrpSpPr>
        <p:grpSpPr>
          <a:xfrm>
            <a:off x="-601700" y="0"/>
            <a:ext cx="10705100" cy="4676150"/>
            <a:chOff x="-601700" y="0"/>
            <a:chExt cx="10705100" cy="4676150"/>
          </a:xfrm>
        </p:grpSpPr>
        <p:sp>
          <p:nvSpPr>
            <p:cNvPr id="3592" name="Google Shape;3592;p26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593" name="Google Shape;3593;p264"/>
            <p:cNvGrpSpPr/>
            <p:nvPr/>
          </p:nvGrpSpPr>
          <p:grpSpPr>
            <a:xfrm rot="5400000">
              <a:off x="-2006450" y="1404750"/>
              <a:ext cx="4014600" cy="1205100"/>
              <a:chOff x="150" y="4543750"/>
              <a:chExt cx="4014600" cy="1205100"/>
            </a:xfrm>
          </p:grpSpPr>
          <p:sp>
            <p:nvSpPr>
              <p:cNvPr id="3594" name="Google Shape;3594;p26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95" name="Google Shape;3595;p26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596" name="Google Shape;3596;p264"/>
          <p:cNvGrpSpPr/>
          <p:nvPr/>
        </p:nvGrpSpPr>
        <p:grpSpPr>
          <a:xfrm>
            <a:off x="2" y="156617"/>
            <a:ext cx="9054876" cy="5024066"/>
            <a:chOff x="2" y="156617"/>
            <a:chExt cx="9054876" cy="5024066"/>
          </a:xfrm>
        </p:grpSpPr>
        <p:grpSp>
          <p:nvGrpSpPr>
            <p:cNvPr id="3597" name="Google Shape;3597;p264"/>
            <p:cNvGrpSpPr/>
            <p:nvPr/>
          </p:nvGrpSpPr>
          <p:grpSpPr>
            <a:xfrm>
              <a:off x="8206512" y="4230524"/>
              <a:ext cx="848365" cy="950159"/>
              <a:chOff x="41662" y="277999"/>
              <a:chExt cx="848365" cy="950159"/>
            </a:xfrm>
          </p:grpSpPr>
          <p:pic>
            <p:nvPicPr>
              <p:cNvPr id="3598" name="Google Shape;3598;p26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599" name="Google Shape;3599;p26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600" name="Google Shape;3600;p26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3601" name="Google Shape;3601;p264"/>
            <p:cNvGrpSpPr/>
            <p:nvPr/>
          </p:nvGrpSpPr>
          <p:grpSpPr>
            <a:xfrm>
              <a:off x="2" y="156617"/>
              <a:ext cx="719987" cy="944360"/>
              <a:chOff x="2" y="156617"/>
              <a:chExt cx="719987" cy="944360"/>
            </a:xfrm>
          </p:grpSpPr>
          <p:pic>
            <p:nvPicPr>
              <p:cNvPr id="3602" name="Google Shape;3602;p26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603" name="Google Shape;3603;p26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604" name="Shape 3604"/>
        <p:cNvGrpSpPr/>
        <p:nvPr/>
      </p:nvGrpSpPr>
      <p:grpSpPr>
        <a:xfrm>
          <a:off x="0" y="0"/>
          <a:ext cx="0" cy="0"/>
          <a:chOff x="0" y="0"/>
          <a:chExt cx="0" cy="0"/>
        </a:xfrm>
      </p:grpSpPr>
      <p:pic>
        <p:nvPicPr>
          <p:cNvPr id="3605" name="Google Shape;3605;p265"/>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606" name="Google Shape;3606;p265"/>
          <p:cNvGrpSpPr/>
          <p:nvPr/>
        </p:nvGrpSpPr>
        <p:grpSpPr>
          <a:xfrm>
            <a:off x="5129400" y="0"/>
            <a:ext cx="4520100" cy="5547325"/>
            <a:chOff x="5129400" y="0"/>
            <a:chExt cx="4520100" cy="5547325"/>
          </a:xfrm>
        </p:grpSpPr>
        <p:sp>
          <p:nvSpPr>
            <p:cNvPr id="3607" name="Google Shape;3607;p265"/>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08" name="Google Shape;3608;p265"/>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609" name="Google Shape;3609;p265"/>
          <p:cNvGrpSpPr/>
          <p:nvPr/>
        </p:nvGrpSpPr>
        <p:grpSpPr>
          <a:xfrm>
            <a:off x="2" y="156617"/>
            <a:ext cx="9088698" cy="4882915"/>
            <a:chOff x="2" y="156617"/>
            <a:chExt cx="9088698" cy="4882915"/>
          </a:xfrm>
        </p:grpSpPr>
        <p:grpSp>
          <p:nvGrpSpPr>
            <p:cNvPr id="3610" name="Google Shape;3610;p265"/>
            <p:cNvGrpSpPr/>
            <p:nvPr/>
          </p:nvGrpSpPr>
          <p:grpSpPr>
            <a:xfrm>
              <a:off x="2" y="156617"/>
              <a:ext cx="719987" cy="944360"/>
              <a:chOff x="2" y="156617"/>
              <a:chExt cx="719987" cy="944360"/>
            </a:xfrm>
          </p:grpSpPr>
          <p:pic>
            <p:nvPicPr>
              <p:cNvPr id="3611" name="Google Shape;3611;p26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612" name="Google Shape;3612;p26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613" name="Google Shape;3613;p265"/>
            <p:cNvGrpSpPr/>
            <p:nvPr/>
          </p:nvGrpSpPr>
          <p:grpSpPr>
            <a:xfrm>
              <a:off x="7986262" y="4462366"/>
              <a:ext cx="1102438" cy="577167"/>
              <a:chOff x="359837" y="4401391"/>
              <a:chExt cx="1102438" cy="577167"/>
            </a:xfrm>
          </p:grpSpPr>
          <p:pic>
            <p:nvPicPr>
              <p:cNvPr id="3614" name="Google Shape;3614;p26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615" name="Google Shape;3615;p26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3616" name="Google Shape;3616;p2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617" name="Google Shape;3617;p265"/>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618" name="Google Shape;3618;p265"/>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619" name="Google Shape;3619;p265"/>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620" name="Google Shape;3620;p265"/>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621" name="Google Shape;3621;p265"/>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22" name="Google Shape;3622;p265"/>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23" name="Google Shape;3623;p265"/>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24" name="Google Shape;3624;p265"/>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3625" name="Shape 3625"/>
        <p:cNvGrpSpPr/>
        <p:nvPr/>
      </p:nvGrpSpPr>
      <p:grpSpPr>
        <a:xfrm>
          <a:off x="0" y="0"/>
          <a:ext cx="0" cy="0"/>
          <a:chOff x="0" y="0"/>
          <a:chExt cx="0" cy="0"/>
        </a:xfrm>
      </p:grpSpPr>
      <p:pic>
        <p:nvPicPr>
          <p:cNvPr id="3626" name="Google Shape;3626;p26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627" name="Google Shape;3627;p2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628" name="Google Shape;3628;p266"/>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29" name="Google Shape;3629;p266"/>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30" name="Google Shape;3630;p266"/>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31" name="Google Shape;3631;p266"/>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32" name="Google Shape;3632;p266"/>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33" name="Google Shape;3633;p266"/>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34" name="Google Shape;3634;p266"/>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35" name="Google Shape;3635;p266"/>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36" name="Google Shape;3636;p266"/>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37" name="Google Shape;3637;p266"/>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638" name="Google Shape;3638;p266"/>
          <p:cNvGrpSpPr/>
          <p:nvPr/>
        </p:nvGrpSpPr>
        <p:grpSpPr>
          <a:xfrm>
            <a:off x="2" y="156617"/>
            <a:ext cx="719987" cy="944360"/>
            <a:chOff x="2" y="156617"/>
            <a:chExt cx="719987" cy="944360"/>
          </a:xfrm>
        </p:grpSpPr>
        <p:pic>
          <p:nvPicPr>
            <p:cNvPr id="3639" name="Google Shape;3639;p26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640" name="Google Shape;3640;p26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641" name="Google Shape;3641;p266"/>
          <p:cNvGrpSpPr/>
          <p:nvPr/>
        </p:nvGrpSpPr>
        <p:grpSpPr>
          <a:xfrm>
            <a:off x="0" y="2817900"/>
            <a:ext cx="9640900" cy="2932900"/>
            <a:chOff x="0" y="2817900"/>
            <a:chExt cx="9640900" cy="2932900"/>
          </a:xfrm>
        </p:grpSpPr>
        <p:sp>
          <p:nvSpPr>
            <p:cNvPr id="3642" name="Google Shape;3642;p266"/>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43" name="Google Shape;3643;p266"/>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44" name="Google Shape;3644;p266"/>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645" name="Shape 3645"/>
        <p:cNvGrpSpPr/>
        <p:nvPr/>
      </p:nvGrpSpPr>
      <p:grpSpPr>
        <a:xfrm>
          <a:off x="0" y="0"/>
          <a:ext cx="0" cy="0"/>
          <a:chOff x="0" y="0"/>
          <a:chExt cx="0" cy="0"/>
        </a:xfrm>
      </p:grpSpPr>
      <p:pic>
        <p:nvPicPr>
          <p:cNvPr id="3646" name="Google Shape;3646;p26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647" name="Google Shape;3647;p26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648" name="Google Shape;3648;p267"/>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49" name="Google Shape;3649;p267"/>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50" name="Google Shape;3650;p267"/>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51" name="Google Shape;3651;p267"/>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52" name="Google Shape;3652;p267"/>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53" name="Google Shape;3653;p267"/>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54" name="Google Shape;3654;p267"/>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55" name="Google Shape;3655;p267"/>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56" name="Google Shape;3656;p267"/>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57" name="Google Shape;3657;p267"/>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58" name="Google Shape;3658;p267"/>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659" name="Google Shape;3659;p267"/>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660" name="Google Shape;3660;p267"/>
          <p:cNvGrpSpPr/>
          <p:nvPr/>
        </p:nvGrpSpPr>
        <p:grpSpPr>
          <a:xfrm>
            <a:off x="-501600" y="128825"/>
            <a:ext cx="10252550" cy="5418500"/>
            <a:chOff x="-501600" y="128825"/>
            <a:chExt cx="10252550" cy="5418500"/>
          </a:xfrm>
        </p:grpSpPr>
        <p:sp>
          <p:nvSpPr>
            <p:cNvPr id="3661" name="Google Shape;3661;p267"/>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62" name="Google Shape;3662;p267"/>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63" name="Google Shape;3663;p267"/>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664" name="Google Shape;3664;p267"/>
          <p:cNvGrpSpPr/>
          <p:nvPr/>
        </p:nvGrpSpPr>
        <p:grpSpPr>
          <a:xfrm>
            <a:off x="2" y="156617"/>
            <a:ext cx="9088698" cy="4882915"/>
            <a:chOff x="2" y="156617"/>
            <a:chExt cx="9088698" cy="4882915"/>
          </a:xfrm>
        </p:grpSpPr>
        <p:grpSp>
          <p:nvGrpSpPr>
            <p:cNvPr id="3665" name="Google Shape;3665;p267"/>
            <p:cNvGrpSpPr/>
            <p:nvPr/>
          </p:nvGrpSpPr>
          <p:grpSpPr>
            <a:xfrm>
              <a:off x="2" y="156617"/>
              <a:ext cx="719987" cy="944360"/>
              <a:chOff x="2" y="156617"/>
              <a:chExt cx="719987" cy="944360"/>
            </a:xfrm>
          </p:grpSpPr>
          <p:pic>
            <p:nvPicPr>
              <p:cNvPr id="3666" name="Google Shape;3666;p26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667" name="Google Shape;3667;p26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668" name="Google Shape;3668;p267"/>
            <p:cNvGrpSpPr/>
            <p:nvPr/>
          </p:nvGrpSpPr>
          <p:grpSpPr>
            <a:xfrm>
              <a:off x="7986262" y="4462366"/>
              <a:ext cx="1102438" cy="577167"/>
              <a:chOff x="359837" y="4401391"/>
              <a:chExt cx="1102438" cy="577167"/>
            </a:xfrm>
          </p:grpSpPr>
          <p:pic>
            <p:nvPicPr>
              <p:cNvPr id="3669" name="Google Shape;3669;p26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670" name="Google Shape;3670;p26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671" name="Shape 3671"/>
        <p:cNvGrpSpPr/>
        <p:nvPr/>
      </p:nvGrpSpPr>
      <p:grpSpPr>
        <a:xfrm>
          <a:off x="0" y="0"/>
          <a:ext cx="0" cy="0"/>
          <a:chOff x="0" y="0"/>
          <a:chExt cx="0" cy="0"/>
        </a:xfrm>
      </p:grpSpPr>
      <p:pic>
        <p:nvPicPr>
          <p:cNvPr id="3672" name="Google Shape;3672;p26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673" name="Google Shape;3673;p2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674" name="Google Shape;3674;p268"/>
          <p:cNvGrpSpPr/>
          <p:nvPr/>
        </p:nvGrpSpPr>
        <p:grpSpPr>
          <a:xfrm>
            <a:off x="2" y="156617"/>
            <a:ext cx="719987" cy="944360"/>
            <a:chOff x="2" y="156617"/>
            <a:chExt cx="719987" cy="944360"/>
          </a:xfrm>
        </p:grpSpPr>
        <p:pic>
          <p:nvPicPr>
            <p:cNvPr id="3675" name="Google Shape;3675;p26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676" name="Google Shape;3676;p26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677" name="Google Shape;3677;p268"/>
          <p:cNvGrpSpPr/>
          <p:nvPr/>
        </p:nvGrpSpPr>
        <p:grpSpPr>
          <a:xfrm>
            <a:off x="0" y="0"/>
            <a:ext cx="9569050" cy="5569647"/>
            <a:chOff x="0" y="0"/>
            <a:chExt cx="9569050" cy="5569647"/>
          </a:xfrm>
        </p:grpSpPr>
        <p:sp>
          <p:nvSpPr>
            <p:cNvPr id="3678" name="Google Shape;3678;p268"/>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79" name="Google Shape;3679;p268"/>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3680" name="Shape 3680"/>
        <p:cNvGrpSpPr/>
        <p:nvPr/>
      </p:nvGrpSpPr>
      <p:grpSpPr>
        <a:xfrm>
          <a:off x="0" y="0"/>
          <a:ext cx="0" cy="0"/>
          <a:chOff x="0" y="0"/>
          <a:chExt cx="0" cy="0"/>
        </a:xfrm>
      </p:grpSpPr>
      <p:pic>
        <p:nvPicPr>
          <p:cNvPr id="3681" name="Google Shape;3681;p26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682" name="Google Shape;3682;p26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683" name="Google Shape;3683;p269"/>
          <p:cNvGrpSpPr/>
          <p:nvPr/>
        </p:nvGrpSpPr>
        <p:grpSpPr>
          <a:xfrm>
            <a:off x="2" y="156617"/>
            <a:ext cx="719987" cy="944360"/>
            <a:chOff x="2" y="156617"/>
            <a:chExt cx="719987" cy="944360"/>
          </a:xfrm>
        </p:grpSpPr>
        <p:pic>
          <p:nvPicPr>
            <p:cNvPr id="3684" name="Google Shape;3684;p26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685" name="Google Shape;3685;p26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686" name="Google Shape;3686;p269"/>
          <p:cNvGrpSpPr/>
          <p:nvPr/>
        </p:nvGrpSpPr>
        <p:grpSpPr>
          <a:xfrm>
            <a:off x="0" y="0"/>
            <a:ext cx="9569050" cy="5569647"/>
            <a:chOff x="0" y="0"/>
            <a:chExt cx="9569050" cy="5569647"/>
          </a:xfrm>
        </p:grpSpPr>
        <p:sp>
          <p:nvSpPr>
            <p:cNvPr id="3687" name="Google Shape;3687;p269"/>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88" name="Google Shape;3688;p269"/>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689" name="Shape 3689"/>
        <p:cNvGrpSpPr/>
        <p:nvPr/>
      </p:nvGrpSpPr>
      <p:grpSpPr>
        <a:xfrm>
          <a:off x="0" y="0"/>
          <a:ext cx="0" cy="0"/>
          <a:chOff x="0" y="0"/>
          <a:chExt cx="0" cy="0"/>
        </a:xfrm>
      </p:grpSpPr>
      <p:pic>
        <p:nvPicPr>
          <p:cNvPr id="3690" name="Google Shape;3690;p27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691" name="Google Shape;3691;p270"/>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692" name="Google Shape;3692;p270"/>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693" name="Google Shape;3693;p270"/>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694" name="Google Shape;3694;p270"/>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695" name="Google Shape;3695;p270"/>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696" name="Google Shape;3696;p270"/>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3697" name="Google Shape;3697;p270"/>
          <p:cNvGrpSpPr/>
          <p:nvPr/>
        </p:nvGrpSpPr>
        <p:grpSpPr>
          <a:xfrm>
            <a:off x="-601700" y="0"/>
            <a:ext cx="10705100" cy="4676150"/>
            <a:chOff x="-601700" y="0"/>
            <a:chExt cx="10705100" cy="4676150"/>
          </a:xfrm>
        </p:grpSpPr>
        <p:sp>
          <p:nvSpPr>
            <p:cNvPr id="3698" name="Google Shape;3698;p27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699" name="Google Shape;3699;p270"/>
            <p:cNvGrpSpPr/>
            <p:nvPr/>
          </p:nvGrpSpPr>
          <p:grpSpPr>
            <a:xfrm rot="5400000">
              <a:off x="-2006450" y="1404750"/>
              <a:ext cx="4014600" cy="1205100"/>
              <a:chOff x="150" y="4543750"/>
              <a:chExt cx="4014600" cy="1205100"/>
            </a:xfrm>
          </p:grpSpPr>
          <p:sp>
            <p:nvSpPr>
              <p:cNvPr id="3700" name="Google Shape;3700;p27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01" name="Google Shape;3701;p27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702" name="Google Shape;3702;p270"/>
          <p:cNvGrpSpPr/>
          <p:nvPr/>
        </p:nvGrpSpPr>
        <p:grpSpPr>
          <a:xfrm>
            <a:off x="8206512" y="4230524"/>
            <a:ext cx="848365" cy="950159"/>
            <a:chOff x="41662" y="277999"/>
            <a:chExt cx="848365" cy="950159"/>
          </a:xfrm>
        </p:grpSpPr>
        <p:pic>
          <p:nvPicPr>
            <p:cNvPr id="3703" name="Google Shape;3703;p27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704" name="Google Shape;3704;p27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705" name="Google Shape;3705;p27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706" name="Shape 3706"/>
        <p:cNvGrpSpPr/>
        <p:nvPr/>
      </p:nvGrpSpPr>
      <p:grpSpPr>
        <a:xfrm>
          <a:off x="0" y="0"/>
          <a:ext cx="0" cy="0"/>
          <a:chOff x="0" y="0"/>
          <a:chExt cx="0" cy="0"/>
        </a:xfrm>
      </p:grpSpPr>
      <p:pic>
        <p:nvPicPr>
          <p:cNvPr id="3707" name="Google Shape;3707;p271"/>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708" name="Google Shape;3708;p271"/>
          <p:cNvGrpSpPr/>
          <p:nvPr/>
        </p:nvGrpSpPr>
        <p:grpSpPr>
          <a:xfrm>
            <a:off x="-962824" y="-872075"/>
            <a:ext cx="10524450" cy="6436800"/>
            <a:chOff x="-962824" y="-872075"/>
            <a:chExt cx="10524450" cy="6436800"/>
          </a:xfrm>
        </p:grpSpPr>
        <p:sp>
          <p:nvSpPr>
            <p:cNvPr id="3709" name="Google Shape;3709;p271"/>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710" name="Google Shape;3710;p271"/>
            <p:cNvGrpSpPr/>
            <p:nvPr/>
          </p:nvGrpSpPr>
          <p:grpSpPr>
            <a:xfrm flipH="1">
              <a:off x="502351" y="-872075"/>
              <a:ext cx="2489300" cy="1740000"/>
              <a:chOff x="6148925" y="-872075"/>
              <a:chExt cx="2489300" cy="1740000"/>
            </a:xfrm>
          </p:grpSpPr>
          <p:sp>
            <p:nvSpPr>
              <p:cNvPr id="3711" name="Google Shape;3711;p27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12" name="Google Shape;3712;p27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713" name="Google Shape;3713;p271"/>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14" name="Google Shape;3714;p271"/>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715" name="Google Shape;3715;p271"/>
          <p:cNvGrpSpPr/>
          <p:nvPr/>
        </p:nvGrpSpPr>
        <p:grpSpPr>
          <a:xfrm>
            <a:off x="-962825" y="81904"/>
            <a:ext cx="10251619" cy="5069347"/>
            <a:chOff x="-962825" y="81904"/>
            <a:chExt cx="10251619" cy="5069347"/>
          </a:xfrm>
        </p:grpSpPr>
        <p:pic>
          <p:nvPicPr>
            <p:cNvPr id="3716" name="Google Shape;3716;p271"/>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717" name="Google Shape;3717;p271"/>
            <p:cNvGrpSpPr/>
            <p:nvPr/>
          </p:nvGrpSpPr>
          <p:grpSpPr>
            <a:xfrm flipH="1">
              <a:off x="7678302" y="4401391"/>
              <a:ext cx="1102438" cy="577167"/>
              <a:chOff x="359837" y="4401391"/>
              <a:chExt cx="1102438" cy="577167"/>
            </a:xfrm>
          </p:grpSpPr>
          <p:pic>
            <p:nvPicPr>
              <p:cNvPr id="3718" name="Google Shape;3718;p271"/>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719" name="Google Shape;3719;p271"/>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720" name="Google Shape;3720;p271"/>
            <p:cNvGrpSpPr/>
            <p:nvPr/>
          </p:nvGrpSpPr>
          <p:grpSpPr>
            <a:xfrm flipH="1">
              <a:off x="8100369" y="81904"/>
              <a:ext cx="1188426" cy="1227668"/>
              <a:chOff x="-7843" y="83454"/>
              <a:chExt cx="1188426" cy="1227668"/>
            </a:xfrm>
          </p:grpSpPr>
          <p:pic>
            <p:nvPicPr>
              <p:cNvPr id="3721" name="Google Shape;3721;p271"/>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722" name="Google Shape;3722;p271"/>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723" name="Google Shape;3723;p271"/>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3724" name="Google Shape;3724;p271"/>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725" name="Google Shape;3725;p271"/>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26" name="Google Shape;3726;p271"/>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727" name="Shape 3727"/>
        <p:cNvGrpSpPr/>
        <p:nvPr/>
      </p:nvGrpSpPr>
      <p:grpSpPr>
        <a:xfrm>
          <a:off x="0" y="0"/>
          <a:ext cx="0" cy="0"/>
          <a:chOff x="0" y="0"/>
          <a:chExt cx="0" cy="0"/>
        </a:xfrm>
      </p:grpSpPr>
      <p:pic>
        <p:nvPicPr>
          <p:cNvPr id="3728" name="Google Shape;3728;p272"/>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729" name="Google Shape;3729;p272"/>
          <p:cNvGrpSpPr/>
          <p:nvPr/>
        </p:nvGrpSpPr>
        <p:grpSpPr>
          <a:xfrm>
            <a:off x="0" y="-613825"/>
            <a:ext cx="9564675" cy="6140950"/>
            <a:chOff x="0" y="-613825"/>
            <a:chExt cx="9564675" cy="6140950"/>
          </a:xfrm>
        </p:grpSpPr>
        <p:sp>
          <p:nvSpPr>
            <p:cNvPr id="3730" name="Google Shape;3730;p272"/>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31" name="Google Shape;3731;p272"/>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32" name="Google Shape;3732;p272"/>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733" name="Shape 3733"/>
        <p:cNvGrpSpPr/>
        <p:nvPr/>
      </p:nvGrpSpPr>
      <p:grpSpPr>
        <a:xfrm>
          <a:off x="0" y="0"/>
          <a:ext cx="0" cy="0"/>
          <a:chOff x="0" y="0"/>
          <a:chExt cx="0" cy="0"/>
        </a:xfrm>
      </p:grpSpPr>
      <p:pic>
        <p:nvPicPr>
          <p:cNvPr id="3734" name="Google Shape;3734;p273"/>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735" name="Google Shape;3735;p273"/>
          <p:cNvGrpSpPr/>
          <p:nvPr/>
        </p:nvGrpSpPr>
        <p:grpSpPr>
          <a:xfrm>
            <a:off x="-601700" y="0"/>
            <a:ext cx="10358225" cy="5143500"/>
            <a:chOff x="-601700" y="0"/>
            <a:chExt cx="10358225" cy="5143500"/>
          </a:xfrm>
        </p:grpSpPr>
        <p:grpSp>
          <p:nvGrpSpPr>
            <p:cNvPr id="3736" name="Google Shape;3736;p273"/>
            <p:cNvGrpSpPr/>
            <p:nvPr/>
          </p:nvGrpSpPr>
          <p:grpSpPr>
            <a:xfrm rot="5400000">
              <a:off x="-2006450" y="1404750"/>
              <a:ext cx="4014600" cy="1205100"/>
              <a:chOff x="150" y="4543750"/>
              <a:chExt cx="4014600" cy="1205100"/>
            </a:xfrm>
          </p:grpSpPr>
          <p:sp>
            <p:nvSpPr>
              <p:cNvPr id="3737" name="Google Shape;3737;p27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38" name="Google Shape;3738;p27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739" name="Google Shape;3739;p273"/>
            <p:cNvGrpSpPr/>
            <p:nvPr/>
          </p:nvGrpSpPr>
          <p:grpSpPr>
            <a:xfrm rot="-5400000">
              <a:off x="7146675" y="2533650"/>
              <a:ext cx="4014600" cy="1205100"/>
              <a:chOff x="150" y="4543750"/>
              <a:chExt cx="4014600" cy="1205100"/>
            </a:xfrm>
          </p:grpSpPr>
          <p:sp>
            <p:nvSpPr>
              <p:cNvPr id="3740" name="Google Shape;3740;p273"/>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41" name="Google Shape;3741;p273"/>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45" name="Shape 3745"/>
        <p:cNvGrpSpPr/>
        <p:nvPr/>
      </p:nvGrpSpPr>
      <p:grpSpPr>
        <a:xfrm>
          <a:off x="0" y="0"/>
          <a:ext cx="0" cy="0"/>
          <a:chOff x="0" y="0"/>
          <a:chExt cx="0" cy="0"/>
        </a:xfrm>
      </p:grpSpPr>
      <p:pic>
        <p:nvPicPr>
          <p:cNvPr id="3746" name="Google Shape;3746;p27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747" name="Google Shape;3747;p275"/>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3748" name="Google Shape;3748;p275"/>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3749" name="Google Shape;3749;p275"/>
          <p:cNvGrpSpPr/>
          <p:nvPr/>
        </p:nvGrpSpPr>
        <p:grpSpPr>
          <a:xfrm>
            <a:off x="-421050" y="-872075"/>
            <a:ext cx="10524450" cy="6436800"/>
            <a:chOff x="-421050" y="-872075"/>
            <a:chExt cx="10524450" cy="6436800"/>
          </a:xfrm>
        </p:grpSpPr>
        <p:sp>
          <p:nvSpPr>
            <p:cNvPr id="3750" name="Google Shape;3750;p275"/>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751" name="Google Shape;3751;p275"/>
            <p:cNvGrpSpPr/>
            <p:nvPr/>
          </p:nvGrpSpPr>
          <p:grpSpPr>
            <a:xfrm>
              <a:off x="6148925" y="-872075"/>
              <a:ext cx="2489300" cy="1740000"/>
              <a:chOff x="6148925" y="-872075"/>
              <a:chExt cx="2489300" cy="1740000"/>
            </a:xfrm>
          </p:grpSpPr>
          <p:sp>
            <p:nvSpPr>
              <p:cNvPr id="3752" name="Google Shape;3752;p27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53" name="Google Shape;3753;p27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754" name="Google Shape;3754;p27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55" name="Google Shape;3755;p27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756" name="Google Shape;3756;p275"/>
          <p:cNvGrpSpPr/>
          <p:nvPr/>
        </p:nvGrpSpPr>
        <p:grpSpPr>
          <a:xfrm>
            <a:off x="-148218" y="81904"/>
            <a:ext cx="10251619" cy="5069347"/>
            <a:chOff x="-148218" y="81904"/>
            <a:chExt cx="10251619" cy="5069347"/>
          </a:xfrm>
        </p:grpSpPr>
        <p:pic>
          <p:nvPicPr>
            <p:cNvPr id="3757" name="Google Shape;3757;p275"/>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758" name="Google Shape;3758;p275"/>
            <p:cNvGrpSpPr/>
            <p:nvPr/>
          </p:nvGrpSpPr>
          <p:grpSpPr>
            <a:xfrm>
              <a:off x="359837" y="4401391"/>
              <a:ext cx="1102438" cy="577167"/>
              <a:chOff x="359837" y="4401391"/>
              <a:chExt cx="1102438" cy="577167"/>
            </a:xfrm>
          </p:grpSpPr>
          <p:pic>
            <p:nvPicPr>
              <p:cNvPr id="3759" name="Google Shape;3759;p275"/>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760" name="Google Shape;3760;p275"/>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761" name="Google Shape;3761;p275"/>
            <p:cNvGrpSpPr/>
            <p:nvPr/>
          </p:nvGrpSpPr>
          <p:grpSpPr>
            <a:xfrm>
              <a:off x="-148218" y="81904"/>
              <a:ext cx="1188426" cy="1227668"/>
              <a:chOff x="-7843" y="83454"/>
              <a:chExt cx="1188426" cy="1227668"/>
            </a:xfrm>
          </p:grpSpPr>
          <p:pic>
            <p:nvPicPr>
              <p:cNvPr id="3762" name="Google Shape;3762;p275"/>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763" name="Google Shape;3763;p275"/>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764" name="Google Shape;3764;p275"/>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65" name="Shape 3765"/>
        <p:cNvGrpSpPr/>
        <p:nvPr/>
      </p:nvGrpSpPr>
      <p:grpSpPr>
        <a:xfrm>
          <a:off x="0" y="0"/>
          <a:ext cx="0" cy="0"/>
          <a:chOff x="0" y="0"/>
          <a:chExt cx="0" cy="0"/>
        </a:xfrm>
      </p:grpSpPr>
      <p:pic>
        <p:nvPicPr>
          <p:cNvPr id="3766" name="Google Shape;3766;p27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767" name="Google Shape;3767;p276"/>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768" name="Google Shape;3768;p276"/>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3769" name="Google Shape;3769;p276"/>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770" name="Google Shape;3770;p276"/>
          <p:cNvGrpSpPr/>
          <p:nvPr/>
        </p:nvGrpSpPr>
        <p:grpSpPr>
          <a:xfrm>
            <a:off x="8206512" y="4230524"/>
            <a:ext cx="848365" cy="950159"/>
            <a:chOff x="41662" y="277999"/>
            <a:chExt cx="848365" cy="950159"/>
          </a:xfrm>
        </p:grpSpPr>
        <p:pic>
          <p:nvPicPr>
            <p:cNvPr id="3771" name="Google Shape;3771;p27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772" name="Google Shape;3772;p27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773" name="Google Shape;3773;p27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3774" name="Google Shape;3774;p276"/>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3775" name="Google Shape;3775;p276"/>
          <p:cNvGrpSpPr/>
          <p:nvPr/>
        </p:nvGrpSpPr>
        <p:grpSpPr>
          <a:xfrm>
            <a:off x="-601700" y="-872075"/>
            <a:ext cx="10705100" cy="5548225"/>
            <a:chOff x="-601700" y="-872075"/>
            <a:chExt cx="10705100" cy="5548225"/>
          </a:xfrm>
        </p:grpSpPr>
        <p:sp>
          <p:nvSpPr>
            <p:cNvPr id="3776" name="Google Shape;3776;p27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777" name="Google Shape;3777;p276"/>
            <p:cNvGrpSpPr/>
            <p:nvPr/>
          </p:nvGrpSpPr>
          <p:grpSpPr>
            <a:xfrm rot="5400000">
              <a:off x="-2006450" y="1404750"/>
              <a:ext cx="4014600" cy="1205100"/>
              <a:chOff x="150" y="4543750"/>
              <a:chExt cx="4014600" cy="1205100"/>
            </a:xfrm>
          </p:grpSpPr>
          <p:sp>
            <p:nvSpPr>
              <p:cNvPr id="3778" name="Google Shape;3778;p27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79" name="Google Shape;3779;p276"/>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780" name="Google Shape;3780;p276"/>
            <p:cNvGrpSpPr/>
            <p:nvPr/>
          </p:nvGrpSpPr>
          <p:grpSpPr>
            <a:xfrm>
              <a:off x="6148925" y="-872075"/>
              <a:ext cx="2489300" cy="1740000"/>
              <a:chOff x="6148925" y="-872075"/>
              <a:chExt cx="2489300" cy="1740000"/>
            </a:xfrm>
          </p:grpSpPr>
          <p:sp>
            <p:nvSpPr>
              <p:cNvPr id="3781" name="Google Shape;3781;p27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82" name="Google Shape;3782;p27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83" name="Shape 3783"/>
        <p:cNvGrpSpPr/>
        <p:nvPr/>
      </p:nvGrpSpPr>
      <p:grpSpPr>
        <a:xfrm>
          <a:off x="0" y="0"/>
          <a:ext cx="0" cy="0"/>
          <a:chOff x="0" y="0"/>
          <a:chExt cx="0" cy="0"/>
        </a:xfrm>
      </p:grpSpPr>
      <p:pic>
        <p:nvPicPr>
          <p:cNvPr id="3784" name="Google Shape;3784;p27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785" name="Google Shape;3785;p27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786" name="Google Shape;3786;p277"/>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3787" name="Google Shape;3787;p277"/>
          <p:cNvGrpSpPr/>
          <p:nvPr/>
        </p:nvGrpSpPr>
        <p:grpSpPr>
          <a:xfrm>
            <a:off x="150" y="2779250"/>
            <a:ext cx="10103250" cy="2785475"/>
            <a:chOff x="150" y="2779250"/>
            <a:chExt cx="10103250" cy="2785475"/>
          </a:xfrm>
        </p:grpSpPr>
        <p:sp>
          <p:nvSpPr>
            <p:cNvPr id="3788" name="Google Shape;3788;p27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89" name="Google Shape;3789;p277"/>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790" name="Google Shape;3790;p277"/>
          <p:cNvGrpSpPr/>
          <p:nvPr/>
        </p:nvGrpSpPr>
        <p:grpSpPr>
          <a:xfrm>
            <a:off x="2" y="156617"/>
            <a:ext cx="1462273" cy="4821940"/>
            <a:chOff x="2" y="156617"/>
            <a:chExt cx="1462273" cy="4821940"/>
          </a:xfrm>
        </p:grpSpPr>
        <p:grpSp>
          <p:nvGrpSpPr>
            <p:cNvPr id="3791" name="Google Shape;3791;p277"/>
            <p:cNvGrpSpPr/>
            <p:nvPr/>
          </p:nvGrpSpPr>
          <p:grpSpPr>
            <a:xfrm>
              <a:off x="2" y="156617"/>
              <a:ext cx="719987" cy="944360"/>
              <a:chOff x="2" y="156617"/>
              <a:chExt cx="719987" cy="944360"/>
            </a:xfrm>
          </p:grpSpPr>
          <p:pic>
            <p:nvPicPr>
              <p:cNvPr id="3792" name="Google Shape;3792;p277"/>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3793" name="Google Shape;3793;p277"/>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3794" name="Google Shape;3794;p277"/>
            <p:cNvGrpSpPr/>
            <p:nvPr/>
          </p:nvGrpSpPr>
          <p:grpSpPr>
            <a:xfrm>
              <a:off x="359837" y="4401391"/>
              <a:ext cx="1102438" cy="577167"/>
              <a:chOff x="359837" y="4401391"/>
              <a:chExt cx="1102438" cy="577167"/>
            </a:xfrm>
          </p:grpSpPr>
          <p:pic>
            <p:nvPicPr>
              <p:cNvPr id="3795" name="Google Shape;3795;p27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796" name="Google Shape;3796;p27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97" name="Shape 3797"/>
        <p:cNvGrpSpPr/>
        <p:nvPr/>
      </p:nvGrpSpPr>
      <p:grpSpPr>
        <a:xfrm>
          <a:off x="0" y="0"/>
          <a:ext cx="0" cy="0"/>
          <a:chOff x="0" y="0"/>
          <a:chExt cx="0" cy="0"/>
        </a:xfrm>
      </p:grpSpPr>
      <p:pic>
        <p:nvPicPr>
          <p:cNvPr id="3798" name="Google Shape;3798;p27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799" name="Google Shape;3799;p27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800" name="Google Shape;3800;p278"/>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801" name="Google Shape;3801;p278"/>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802" name="Google Shape;3802;p278"/>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803" name="Google Shape;3803;p278"/>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804" name="Google Shape;3804;p278"/>
          <p:cNvGrpSpPr/>
          <p:nvPr/>
        </p:nvGrpSpPr>
        <p:grpSpPr>
          <a:xfrm>
            <a:off x="150" y="2779250"/>
            <a:ext cx="10103250" cy="2785475"/>
            <a:chOff x="150" y="2779250"/>
            <a:chExt cx="10103250" cy="2785475"/>
          </a:xfrm>
        </p:grpSpPr>
        <p:sp>
          <p:nvSpPr>
            <p:cNvPr id="3805" name="Google Shape;3805;p27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06" name="Google Shape;3806;p278"/>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807" name="Google Shape;3807;p278"/>
          <p:cNvGrpSpPr/>
          <p:nvPr/>
        </p:nvGrpSpPr>
        <p:grpSpPr>
          <a:xfrm>
            <a:off x="2" y="156617"/>
            <a:ext cx="10103400" cy="4994633"/>
            <a:chOff x="2" y="156617"/>
            <a:chExt cx="10103400" cy="4994633"/>
          </a:xfrm>
        </p:grpSpPr>
        <p:grpSp>
          <p:nvGrpSpPr>
            <p:cNvPr id="3808" name="Google Shape;3808;p278"/>
            <p:cNvGrpSpPr/>
            <p:nvPr/>
          </p:nvGrpSpPr>
          <p:grpSpPr>
            <a:xfrm>
              <a:off x="2" y="156617"/>
              <a:ext cx="719987" cy="944360"/>
              <a:chOff x="2" y="156617"/>
              <a:chExt cx="719987" cy="944360"/>
            </a:xfrm>
          </p:grpSpPr>
          <p:pic>
            <p:nvPicPr>
              <p:cNvPr id="3809" name="Google Shape;3809;p278"/>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3810" name="Google Shape;3810;p278"/>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3811" name="Google Shape;3811;p278"/>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812" name="Google Shape;3812;p278"/>
            <p:cNvGrpSpPr/>
            <p:nvPr/>
          </p:nvGrpSpPr>
          <p:grpSpPr>
            <a:xfrm>
              <a:off x="359837" y="4401391"/>
              <a:ext cx="1102438" cy="577167"/>
              <a:chOff x="359837" y="4401391"/>
              <a:chExt cx="1102438" cy="577167"/>
            </a:xfrm>
          </p:grpSpPr>
          <p:pic>
            <p:nvPicPr>
              <p:cNvPr id="3813" name="Google Shape;3813;p278"/>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814" name="Google Shape;3814;p27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15" name="Shape 3815"/>
        <p:cNvGrpSpPr/>
        <p:nvPr/>
      </p:nvGrpSpPr>
      <p:grpSpPr>
        <a:xfrm>
          <a:off x="0" y="0"/>
          <a:ext cx="0" cy="0"/>
          <a:chOff x="0" y="0"/>
          <a:chExt cx="0" cy="0"/>
        </a:xfrm>
      </p:grpSpPr>
      <p:pic>
        <p:nvPicPr>
          <p:cNvPr id="3816" name="Google Shape;3816;p27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817" name="Google Shape;3817;p2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818" name="Google Shape;3818;p279"/>
          <p:cNvGrpSpPr/>
          <p:nvPr/>
        </p:nvGrpSpPr>
        <p:grpSpPr>
          <a:xfrm>
            <a:off x="5129400" y="4543750"/>
            <a:ext cx="4014600" cy="1205100"/>
            <a:chOff x="5129400" y="4543750"/>
            <a:chExt cx="4014600" cy="1205100"/>
          </a:xfrm>
        </p:grpSpPr>
        <p:sp>
          <p:nvSpPr>
            <p:cNvPr id="3819" name="Google Shape;3819;p279"/>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20" name="Google Shape;3820;p279"/>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821" name="Google Shape;3821;p279"/>
          <p:cNvGrpSpPr/>
          <p:nvPr/>
        </p:nvGrpSpPr>
        <p:grpSpPr>
          <a:xfrm>
            <a:off x="2" y="156617"/>
            <a:ext cx="9296400" cy="4986881"/>
            <a:chOff x="2" y="156617"/>
            <a:chExt cx="9296400" cy="4986881"/>
          </a:xfrm>
        </p:grpSpPr>
        <p:grpSp>
          <p:nvGrpSpPr>
            <p:cNvPr id="3822" name="Google Shape;3822;p279"/>
            <p:cNvGrpSpPr/>
            <p:nvPr/>
          </p:nvGrpSpPr>
          <p:grpSpPr>
            <a:xfrm>
              <a:off x="2" y="156617"/>
              <a:ext cx="719987" cy="944360"/>
              <a:chOff x="2" y="156617"/>
              <a:chExt cx="719987" cy="944360"/>
            </a:xfrm>
          </p:grpSpPr>
          <p:pic>
            <p:nvPicPr>
              <p:cNvPr id="3823" name="Google Shape;3823;p27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824" name="Google Shape;3824;p27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3825" name="Google Shape;3825;p279"/>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26" name="Shape 3826"/>
        <p:cNvGrpSpPr/>
        <p:nvPr/>
      </p:nvGrpSpPr>
      <p:grpSpPr>
        <a:xfrm>
          <a:off x="0" y="0"/>
          <a:ext cx="0" cy="0"/>
          <a:chOff x="0" y="0"/>
          <a:chExt cx="0" cy="0"/>
        </a:xfrm>
      </p:grpSpPr>
      <p:pic>
        <p:nvPicPr>
          <p:cNvPr id="3827" name="Google Shape;3827;p28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828" name="Google Shape;3828;p280"/>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829" name="Google Shape;3829;p280"/>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3830" name="Google Shape;3830;p28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831" name="Google Shape;3831;p280"/>
          <p:cNvGrpSpPr/>
          <p:nvPr/>
        </p:nvGrpSpPr>
        <p:grpSpPr>
          <a:xfrm>
            <a:off x="2" y="156617"/>
            <a:ext cx="1462273" cy="4821940"/>
            <a:chOff x="2" y="156617"/>
            <a:chExt cx="1462273" cy="4821940"/>
          </a:xfrm>
        </p:grpSpPr>
        <p:grpSp>
          <p:nvGrpSpPr>
            <p:cNvPr id="3832" name="Google Shape;3832;p280"/>
            <p:cNvGrpSpPr/>
            <p:nvPr/>
          </p:nvGrpSpPr>
          <p:grpSpPr>
            <a:xfrm>
              <a:off x="2" y="156617"/>
              <a:ext cx="719987" cy="944360"/>
              <a:chOff x="2" y="156617"/>
              <a:chExt cx="719987" cy="944360"/>
            </a:xfrm>
          </p:grpSpPr>
          <p:pic>
            <p:nvPicPr>
              <p:cNvPr id="3833" name="Google Shape;3833;p28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834" name="Google Shape;3834;p28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835" name="Google Shape;3835;p280"/>
            <p:cNvGrpSpPr/>
            <p:nvPr/>
          </p:nvGrpSpPr>
          <p:grpSpPr>
            <a:xfrm>
              <a:off x="359837" y="4401391"/>
              <a:ext cx="1102438" cy="577167"/>
              <a:chOff x="359837" y="4401391"/>
              <a:chExt cx="1102438" cy="577167"/>
            </a:xfrm>
          </p:grpSpPr>
          <p:pic>
            <p:nvPicPr>
              <p:cNvPr id="3836" name="Google Shape;3836;p28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837" name="Google Shape;3837;p28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38" name="Shape 3838"/>
        <p:cNvGrpSpPr/>
        <p:nvPr/>
      </p:nvGrpSpPr>
      <p:grpSpPr>
        <a:xfrm>
          <a:off x="0" y="0"/>
          <a:ext cx="0" cy="0"/>
          <a:chOff x="0" y="0"/>
          <a:chExt cx="0" cy="0"/>
        </a:xfrm>
      </p:grpSpPr>
      <p:pic>
        <p:nvPicPr>
          <p:cNvPr id="3839" name="Google Shape;3839;p28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840" name="Google Shape;3840;p281"/>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841" name="Google Shape;3841;p281"/>
          <p:cNvGrpSpPr/>
          <p:nvPr/>
        </p:nvGrpSpPr>
        <p:grpSpPr>
          <a:xfrm>
            <a:off x="-421050" y="0"/>
            <a:ext cx="10524450" cy="5564725"/>
            <a:chOff x="-421050" y="0"/>
            <a:chExt cx="10524450" cy="5564725"/>
          </a:xfrm>
        </p:grpSpPr>
        <p:sp>
          <p:nvSpPr>
            <p:cNvPr id="3842" name="Google Shape;3842;p281"/>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43" name="Google Shape;3843;p28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44" name="Google Shape;3844;p281"/>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845" name="Google Shape;3845;p281"/>
          <p:cNvGrpSpPr/>
          <p:nvPr/>
        </p:nvGrpSpPr>
        <p:grpSpPr>
          <a:xfrm>
            <a:off x="-148218" y="81904"/>
            <a:ext cx="10251619" cy="5069347"/>
            <a:chOff x="-148218" y="81904"/>
            <a:chExt cx="10251619" cy="5069347"/>
          </a:xfrm>
        </p:grpSpPr>
        <p:pic>
          <p:nvPicPr>
            <p:cNvPr id="3846" name="Google Shape;3846;p281"/>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847" name="Google Shape;3847;p281"/>
            <p:cNvGrpSpPr/>
            <p:nvPr/>
          </p:nvGrpSpPr>
          <p:grpSpPr>
            <a:xfrm>
              <a:off x="359837" y="4401391"/>
              <a:ext cx="1102438" cy="577167"/>
              <a:chOff x="359837" y="4401391"/>
              <a:chExt cx="1102438" cy="577167"/>
            </a:xfrm>
          </p:grpSpPr>
          <p:pic>
            <p:nvPicPr>
              <p:cNvPr id="3848" name="Google Shape;3848;p281"/>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849" name="Google Shape;3849;p281"/>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850" name="Google Shape;3850;p281"/>
            <p:cNvGrpSpPr/>
            <p:nvPr/>
          </p:nvGrpSpPr>
          <p:grpSpPr>
            <a:xfrm>
              <a:off x="-148218" y="81904"/>
              <a:ext cx="1188426" cy="1227668"/>
              <a:chOff x="-7843" y="83454"/>
              <a:chExt cx="1188426" cy="1227668"/>
            </a:xfrm>
          </p:grpSpPr>
          <p:pic>
            <p:nvPicPr>
              <p:cNvPr id="3851" name="Google Shape;3851;p281"/>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852" name="Google Shape;3852;p281"/>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853" name="Google Shape;3853;p281"/>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54" name="Shape 3854"/>
        <p:cNvGrpSpPr/>
        <p:nvPr/>
      </p:nvGrpSpPr>
      <p:grpSpPr>
        <a:xfrm>
          <a:off x="0" y="0"/>
          <a:ext cx="0" cy="0"/>
          <a:chOff x="0" y="0"/>
          <a:chExt cx="0" cy="0"/>
        </a:xfrm>
      </p:grpSpPr>
      <p:pic>
        <p:nvPicPr>
          <p:cNvPr id="3855" name="Google Shape;3855;p28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856" name="Google Shape;3856;p282"/>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3857" name="Google Shape;3857;p282"/>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858" name="Google Shape;3858;p282"/>
          <p:cNvGrpSpPr/>
          <p:nvPr/>
        </p:nvGrpSpPr>
        <p:grpSpPr>
          <a:xfrm>
            <a:off x="0" y="-859375"/>
            <a:ext cx="9504775" cy="6608225"/>
            <a:chOff x="0" y="-859375"/>
            <a:chExt cx="9504775" cy="6608225"/>
          </a:xfrm>
        </p:grpSpPr>
        <p:grpSp>
          <p:nvGrpSpPr>
            <p:cNvPr id="3859" name="Google Shape;3859;p282"/>
            <p:cNvGrpSpPr/>
            <p:nvPr/>
          </p:nvGrpSpPr>
          <p:grpSpPr>
            <a:xfrm flipH="1">
              <a:off x="5129400" y="4543750"/>
              <a:ext cx="4014600" cy="1205100"/>
              <a:chOff x="150" y="4543750"/>
              <a:chExt cx="4014600" cy="1205100"/>
            </a:xfrm>
          </p:grpSpPr>
          <p:sp>
            <p:nvSpPr>
              <p:cNvPr id="3860" name="Google Shape;3860;p282"/>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61" name="Google Shape;3861;p282"/>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862" name="Google Shape;3862;p282"/>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863" name="Google Shape;3863;p282"/>
            <p:cNvGrpSpPr/>
            <p:nvPr/>
          </p:nvGrpSpPr>
          <p:grpSpPr>
            <a:xfrm flipH="1">
              <a:off x="0" y="-859375"/>
              <a:ext cx="2489300" cy="1740000"/>
              <a:chOff x="6148925" y="-872075"/>
              <a:chExt cx="2489300" cy="1740000"/>
            </a:xfrm>
          </p:grpSpPr>
          <p:sp>
            <p:nvSpPr>
              <p:cNvPr id="3864" name="Google Shape;3864;p28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65" name="Google Shape;3865;p28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866" name="Google Shape;3866;p282"/>
          <p:cNvGrpSpPr/>
          <p:nvPr/>
        </p:nvGrpSpPr>
        <p:grpSpPr>
          <a:xfrm>
            <a:off x="-736999" y="-445900"/>
            <a:ext cx="10033401" cy="5589398"/>
            <a:chOff x="-736999" y="-445900"/>
            <a:chExt cx="10033401" cy="5589398"/>
          </a:xfrm>
        </p:grpSpPr>
        <p:pic>
          <p:nvPicPr>
            <p:cNvPr id="3867" name="Google Shape;3867;p282"/>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3868" name="Google Shape;3868;p282"/>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69" name="Shape 3869"/>
        <p:cNvGrpSpPr/>
        <p:nvPr/>
      </p:nvGrpSpPr>
      <p:grpSpPr>
        <a:xfrm>
          <a:off x="0" y="0"/>
          <a:ext cx="0" cy="0"/>
          <a:chOff x="0" y="0"/>
          <a:chExt cx="0" cy="0"/>
        </a:xfrm>
      </p:grpSpPr>
      <p:sp>
        <p:nvSpPr>
          <p:cNvPr id="3870" name="Google Shape;3870;p283"/>
          <p:cNvSpPr/>
          <p:nvPr>
            <p:ph idx="2" type="pic"/>
          </p:nvPr>
        </p:nvSpPr>
        <p:spPr>
          <a:xfrm>
            <a:off x="-25" y="-13725"/>
            <a:ext cx="9144000" cy="5157300"/>
          </a:xfrm>
          <a:prstGeom prst="rect">
            <a:avLst/>
          </a:prstGeom>
          <a:noFill/>
          <a:ln>
            <a:noFill/>
          </a:ln>
        </p:spPr>
      </p:sp>
      <p:sp>
        <p:nvSpPr>
          <p:cNvPr id="3871" name="Google Shape;3871;p283"/>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72" name="Shape 3872"/>
        <p:cNvGrpSpPr/>
        <p:nvPr/>
      </p:nvGrpSpPr>
      <p:grpSpPr>
        <a:xfrm>
          <a:off x="0" y="0"/>
          <a:ext cx="0" cy="0"/>
          <a:chOff x="0" y="0"/>
          <a:chExt cx="0" cy="0"/>
        </a:xfrm>
      </p:grpSpPr>
      <p:pic>
        <p:nvPicPr>
          <p:cNvPr id="3873" name="Google Shape;3873;p28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874" name="Google Shape;3874;p284"/>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75" name="Google Shape;3875;p284"/>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3876" name="Google Shape;3876;p284"/>
          <p:cNvGrpSpPr/>
          <p:nvPr/>
        </p:nvGrpSpPr>
        <p:grpSpPr>
          <a:xfrm>
            <a:off x="-601700" y="-872075"/>
            <a:ext cx="10705100" cy="5548225"/>
            <a:chOff x="-601700" y="-872075"/>
            <a:chExt cx="10705100" cy="5548225"/>
          </a:xfrm>
        </p:grpSpPr>
        <p:sp>
          <p:nvSpPr>
            <p:cNvPr id="3877" name="Google Shape;3877;p28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878" name="Google Shape;3878;p284"/>
            <p:cNvGrpSpPr/>
            <p:nvPr/>
          </p:nvGrpSpPr>
          <p:grpSpPr>
            <a:xfrm rot="5400000">
              <a:off x="-2006450" y="1404750"/>
              <a:ext cx="4014600" cy="1205100"/>
              <a:chOff x="150" y="4543750"/>
              <a:chExt cx="4014600" cy="1205100"/>
            </a:xfrm>
          </p:grpSpPr>
          <p:sp>
            <p:nvSpPr>
              <p:cNvPr id="3879" name="Google Shape;3879;p28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80" name="Google Shape;3880;p284"/>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881" name="Google Shape;3881;p284"/>
            <p:cNvGrpSpPr/>
            <p:nvPr/>
          </p:nvGrpSpPr>
          <p:grpSpPr>
            <a:xfrm>
              <a:off x="6148925" y="-872075"/>
              <a:ext cx="2489300" cy="1740000"/>
              <a:chOff x="6148925" y="-872075"/>
              <a:chExt cx="2489300" cy="1740000"/>
            </a:xfrm>
          </p:grpSpPr>
          <p:sp>
            <p:nvSpPr>
              <p:cNvPr id="3882" name="Google Shape;3882;p28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83" name="Google Shape;3883;p28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884" name="Google Shape;3884;p284"/>
          <p:cNvGrpSpPr/>
          <p:nvPr/>
        </p:nvGrpSpPr>
        <p:grpSpPr>
          <a:xfrm>
            <a:off x="-100888" y="2838714"/>
            <a:ext cx="9155766" cy="2341969"/>
            <a:chOff x="-100888" y="2838714"/>
            <a:chExt cx="9155766" cy="2341969"/>
          </a:xfrm>
        </p:grpSpPr>
        <p:grpSp>
          <p:nvGrpSpPr>
            <p:cNvPr id="3885" name="Google Shape;3885;p284"/>
            <p:cNvGrpSpPr/>
            <p:nvPr/>
          </p:nvGrpSpPr>
          <p:grpSpPr>
            <a:xfrm>
              <a:off x="8206512" y="4230524"/>
              <a:ext cx="848365" cy="950159"/>
              <a:chOff x="41662" y="277999"/>
              <a:chExt cx="848365" cy="950159"/>
            </a:xfrm>
          </p:grpSpPr>
          <p:pic>
            <p:nvPicPr>
              <p:cNvPr id="3886" name="Google Shape;3886;p28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887" name="Google Shape;3887;p28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888" name="Google Shape;3888;p28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3889" name="Google Shape;3889;p284"/>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890" name="Shape 3890"/>
        <p:cNvGrpSpPr/>
        <p:nvPr/>
      </p:nvGrpSpPr>
      <p:grpSpPr>
        <a:xfrm>
          <a:off x="0" y="0"/>
          <a:ext cx="0" cy="0"/>
          <a:chOff x="0" y="0"/>
          <a:chExt cx="0" cy="0"/>
        </a:xfrm>
      </p:grpSpPr>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891" name="Shape 3891"/>
        <p:cNvGrpSpPr/>
        <p:nvPr/>
      </p:nvGrpSpPr>
      <p:grpSpPr>
        <a:xfrm>
          <a:off x="0" y="0"/>
          <a:ext cx="0" cy="0"/>
          <a:chOff x="0" y="0"/>
          <a:chExt cx="0" cy="0"/>
        </a:xfrm>
      </p:grpSpPr>
      <p:pic>
        <p:nvPicPr>
          <p:cNvPr id="3892" name="Google Shape;3892;p286"/>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893" name="Google Shape;3893;p286"/>
          <p:cNvGrpSpPr/>
          <p:nvPr/>
        </p:nvGrpSpPr>
        <p:grpSpPr>
          <a:xfrm>
            <a:off x="7033266" y="-738725"/>
            <a:ext cx="2110732" cy="1475400"/>
            <a:chOff x="7033266" y="-738725"/>
            <a:chExt cx="2110732" cy="1475400"/>
          </a:xfrm>
        </p:grpSpPr>
        <p:sp>
          <p:nvSpPr>
            <p:cNvPr id="3894" name="Google Shape;3894;p286"/>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95" name="Google Shape;3895;p286"/>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896" name="Google Shape;3896;p28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897" name="Google Shape;3897;p286"/>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898" name="Google Shape;3898;p286"/>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899" name="Google Shape;3899;p286"/>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900" name="Google Shape;3900;p286"/>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901" name="Google Shape;3901;p286"/>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902" name="Google Shape;3902;p286"/>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903" name="Google Shape;3903;p286"/>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904" name="Google Shape;3904;p286"/>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905" name="Google Shape;3905;p286"/>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906" name="Google Shape;3906;p286"/>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907" name="Google Shape;3907;p286"/>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908" name="Google Shape;3908;p286"/>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3909" name="Google Shape;3909;p286"/>
          <p:cNvGrpSpPr/>
          <p:nvPr/>
        </p:nvGrpSpPr>
        <p:grpSpPr>
          <a:xfrm>
            <a:off x="2" y="156617"/>
            <a:ext cx="9096298" cy="4929890"/>
            <a:chOff x="2" y="156617"/>
            <a:chExt cx="9096298" cy="4929890"/>
          </a:xfrm>
        </p:grpSpPr>
        <p:grpSp>
          <p:nvGrpSpPr>
            <p:cNvPr id="3910" name="Google Shape;3910;p286"/>
            <p:cNvGrpSpPr/>
            <p:nvPr/>
          </p:nvGrpSpPr>
          <p:grpSpPr>
            <a:xfrm>
              <a:off x="2" y="156617"/>
              <a:ext cx="719987" cy="944360"/>
              <a:chOff x="2" y="156617"/>
              <a:chExt cx="719987" cy="944360"/>
            </a:xfrm>
          </p:grpSpPr>
          <p:pic>
            <p:nvPicPr>
              <p:cNvPr id="3911" name="Google Shape;3911;p28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912" name="Google Shape;3912;p28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913" name="Google Shape;3913;p286"/>
            <p:cNvGrpSpPr/>
            <p:nvPr/>
          </p:nvGrpSpPr>
          <p:grpSpPr>
            <a:xfrm>
              <a:off x="7993862" y="4509341"/>
              <a:ext cx="1102438" cy="577167"/>
              <a:chOff x="7993862" y="4509341"/>
              <a:chExt cx="1102438" cy="577167"/>
            </a:xfrm>
          </p:grpSpPr>
          <p:pic>
            <p:nvPicPr>
              <p:cNvPr id="3914" name="Google Shape;3914;p286"/>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3915" name="Google Shape;3915;p286"/>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916" name="Shape 3916"/>
        <p:cNvGrpSpPr/>
        <p:nvPr/>
      </p:nvGrpSpPr>
      <p:grpSpPr>
        <a:xfrm>
          <a:off x="0" y="0"/>
          <a:ext cx="0" cy="0"/>
          <a:chOff x="0" y="0"/>
          <a:chExt cx="0" cy="0"/>
        </a:xfrm>
      </p:grpSpPr>
      <p:pic>
        <p:nvPicPr>
          <p:cNvPr id="3917" name="Google Shape;3917;p28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918" name="Google Shape;3918;p287"/>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3919" name="Google Shape;3919;p287"/>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3920" name="Google Shape;3920;p287"/>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3921" name="Google Shape;3921;p287"/>
          <p:cNvGrpSpPr/>
          <p:nvPr/>
        </p:nvGrpSpPr>
        <p:grpSpPr>
          <a:xfrm>
            <a:off x="0" y="-859375"/>
            <a:ext cx="9755475" cy="6421100"/>
            <a:chOff x="0" y="-859375"/>
            <a:chExt cx="9755475" cy="6421100"/>
          </a:xfrm>
        </p:grpSpPr>
        <p:sp>
          <p:nvSpPr>
            <p:cNvPr id="3922" name="Google Shape;3922;p287"/>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923" name="Google Shape;3923;p287"/>
            <p:cNvGrpSpPr/>
            <p:nvPr/>
          </p:nvGrpSpPr>
          <p:grpSpPr>
            <a:xfrm flipH="1">
              <a:off x="0" y="-859375"/>
              <a:ext cx="2489300" cy="1740000"/>
              <a:chOff x="6148925" y="-872075"/>
              <a:chExt cx="2489300" cy="1740000"/>
            </a:xfrm>
          </p:grpSpPr>
          <p:sp>
            <p:nvSpPr>
              <p:cNvPr id="3924" name="Google Shape;3924;p28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25" name="Google Shape;3925;p28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926" name="Google Shape;3926;p287"/>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927" name="Shape 3927"/>
        <p:cNvGrpSpPr/>
        <p:nvPr/>
      </p:nvGrpSpPr>
      <p:grpSpPr>
        <a:xfrm>
          <a:off x="0" y="0"/>
          <a:ext cx="0" cy="0"/>
          <a:chOff x="0" y="0"/>
          <a:chExt cx="0" cy="0"/>
        </a:xfrm>
      </p:grpSpPr>
      <p:pic>
        <p:nvPicPr>
          <p:cNvPr id="3928" name="Google Shape;3928;p28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929" name="Google Shape;3929;p288"/>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930" name="Google Shape;3930;p288"/>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31" name="Google Shape;3931;p288"/>
          <p:cNvSpPr/>
          <p:nvPr>
            <p:ph idx="2" type="pic"/>
          </p:nvPr>
        </p:nvSpPr>
        <p:spPr>
          <a:xfrm>
            <a:off x="4898950" y="533875"/>
            <a:ext cx="3489000" cy="4075800"/>
          </a:xfrm>
          <a:prstGeom prst="roundRect">
            <a:avLst>
              <a:gd fmla="val 18268" name="adj"/>
            </a:avLst>
          </a:prstGeom>
          <a:noFill/>
          <a:ln>
            <a:noFill/>
          </a:ln>
        </p:spPr>
      </p:sp>
      <p:grpSp>
        <p:nvGrpSpPr>
          <p:cNvPr id="3932" name="Google Shape;3932;p288"/>
          <p:cNvGrpSpPr/>
          <p:nvPr/>
        </p:nvGrpSpPr>
        <p:grpSpPr>
          <a:xfrm rot="5400000">
            <a:off x="-2006450" y="1404750"/>
            <a:ext cx="4014600" cy="1205100"/>
            <a:chOff x="150" y="4543750"/>
            <a:chExt cx="4014600" cy="1205100"/>
          </a:xfrm>
        </p:grpSpPr>
        <p:sp>
          <p:nvSpPr>
            <p:cNvPr id="3933" name="Google Shape;3933;p28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34" name="Google Shape;3934;p28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935" name="Shape 3935"/>
        <p:cNvGrpSpPr/>
        <p:nvPr/>
      </p:nvGrpSpPr>
      <p:grpSpPr>
        <a:xfrm>
          <a:off x="0" y="0"/>
          <a:ext cx="0" cy="0"/>
          <a:chOff x="0" y="0"/>
          <a:chExt cx="0" cy="0"/>
        </a:xfrm>
      </p:grpSpPr>
      <p:pic>
        <p:nvPicPr>
          <p:cNvPr id="3936" name="Google Shape;3936;p28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937" name="Google Shape;3937;p289"/>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938" name="Google Shape;3938;p289"/>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939" name="Google Shape;3939;p289"/>
          <p:cNvGrpSpPr/>
          <p:nvPr/>
        </p:nvGrpSpPr>
        <p:grpSpPr>
          <a:xfrm>
            <a:off x="0" y="-859375"/>
            <a:ext cx="9755475" cy="6421100"/>
            <a:chOff x="0" y="-859375"/>
            <a:chExt cx="9755475" cy="6421100"/>
          </a:xfrm>
        </p:grpSpPr>
        <p:sp>
          <p:nvSpPr>
            <p:cNvPr id="3940" name="Google Shape;3940;p289"/>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941" name="Google Shape;3941;p289"/>
            <p:cNvGrpSpPr/>
            <p:nvPr/>
          </p:nvGrpSpPr>
          <p:grpSpPr>
            <a:xfrm flipH="1">
              <a:off x="0" y="-859375"/>
              <a:ext cx="2489300" cy="1740000"/>
              <a:chOff x="6148925" y="-872075"/>
              <a:chExt cx="2489300" cy="1740000"/>
            </a:xfrm>
          </p:grpSpPr>
          <p:sp>
            <p:nvSpPr>
              <p:cNvPr id="3942" name="Google Shape;3942;p28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43" name="Google Shape;3943;p28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944" name="Google Shape;3944;p289"/>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945" name="Shape 3945"/>
        <p:cNvGrpSpPr/>
        <p:nvPr/>
      </p:nvGrpSpPr>
      <p:grpSpPr>
        <a:xfrm>
          <a:off x="0" y="0"/>
          <a:ext cx="0" cy="0"/>
          <a:chOff x="0" y="0"/>
          <a:chExt cx="0" cy="0"/>
        </a:xfrm>
      </p:grpSpPr>
      <p:pic>
        <p:nvPicPr>
          <p:cNvPr id="3946" name="Google Shape;3946;p29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947" name="Google Shape;3947;p290"/>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948" name="Google Shape;3948;p290"/>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949" name="Google Shape;3949;p290"/>
          <p:cNvGrpSpPr/>
          <p:nvPr/>
        </p:nvGrpSpPr>
        <p:grpSpPr>
          <a:xfrm>
            <a:off x="-601700" y="0"/>
            <a:ext cx="10705100" cy="4676150"/>
            <a:chOff x="-601700" y="0"/>
            <a:chExt cx="10705100" cy="4676150"/>
          </a:xfrm>
        </p:grpSpPr>
        <p:sp>
          <p:nvSpPr>
            <p:cNvPr id="3950" name="Google Shape;3950;p29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951" name="Google Shape;3951;p290"/>
            <p:cNvGrpSpPr/>
            <p:nvPr/>
          </p:nvGrpSpPr>
          <p:grpSpPr>
            <a:xfrm rot="5400000">
              <a:off x="-2006450" y="1404750"/>
              <a:ext cx="4014600" cy="1205100"/>
              <a:chOff x="150" y="4543750"/>
              <a:chExt cx="4014600" cy="1205100"/>
            </a:xfrm>
          </p:grpSpPr>
          <p:sp>
            <p:nvSpPr>
              <p:cNvPr id="3952" name="Google Shape;3952;p29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53" name="Google Shape;3953;p29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954" name="Google Shape;3954;p290"/>
          <p:cNvGrpSpPr/>
          <p:nvPr/>
        </p:nvGrpSpPr>
        <p:grpSpPr>
          <a:xfrm>
            <a:off x="8206512" y="4230524"/>
            <a:ext cx="848365" cy="950159"/>
            <a:chOff x="41662" y="277999"/>
            <a:chExt cx="848365" cy="950159"/>
          </a:xfrm>
        </p:grpSpPr>
        <p:pic>
          <p:nvPicPr>
            <p:cNvPr id="3955" name="Google Shape;3955;p29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956" name="Google Shape;3956;p29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957" name="Google Shape;3957;p29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958" name="Shape 3958"/>
        <p:cNvGrpSpPr/>
        <p:nvPr/>
      </p:nvGrpSpPr>
      <p:grpSpPr>
        <a:xfrm>
          <a:off x="0" y="0"/>
          <a:ext cx="0" cy="0"/>
          <a:chOff x="0" y="0"/>
          <a:chExt cx="0" cy="0"/>
        </a:xfrm>
      </p:grpSpPr>
      <p:pic>
        <p:nvPicPr>
          <p:cNvPr id="3959" name="Google Shape;3959;p29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960" name="Google Shape;3960;p2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961" name="Google Shape;3961;p291"/>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62" name="Google Shape;3962;p291"/>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63" name="Google Shape;3963;p291"/>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964" name="Google Shape;3964;p291"/>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965" name="Google Shape;3965;p291"/>
          <p:cNvGrpSpPr/>
          <p:nvPr/>
        </p:nvGrpSpPr>
        <p:grpSpPr>
          <a:xfrm>
            <a:off x="-501600" y="128825"/>
            <a:ext cx="10252550" cy="5418500"/>
            <a:chOff x="-501600" y="128825"/>
            <a:chExt cx="10252550" cy="5418500"/>
          </a:xfrm>
        </p:grpSpPr>
        <p:sp>
          <p:nvSpPr>
            <p:cNvPr id="3966" name="Google Shape;3966;p29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67" name="Google Shape;3967;p291"/>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68" name="Google Shape;3968;p291"/>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969" name="Google Shape;3969;p291"/>
          <p:cNvGrpSpPr/>
          <p:nvPr/>
        </p:nvGrpSpPr>
        <p:grpSpPr>
          <a:xfrm>
            <a:off x="2" y="156617"/>
            <a:ext cx="9088698" cy="4882915"/>
            <a:chOff x="2" y="156617"/>
            <a:chExt cx="9088698" cy="4882915"/>
          </a:xfrm>
        </p:grpSpPr>
        <p:grpSp>
          <p:nvGrpSpPr>
            <p:cNvPr id="3970" name="Google Shape;3970;p291"/>
            <p:cNvGrpSpPr/>
            <p:nvPr/>
          </p:nvGrpSpPr>
          <p:grpSpPr>
            <a:xfrm>
              <a:off x="2" y="156617"/>
              <a:ext cx="719987" cy="944360"/>
              <a:chOff x="2" y="156617"/>
              <a:chExt cx="719987" cy="944360"/>
            </a:xfrm>
          </p:grpSpPr>
          <p:pic>
            <p:nvPicPr>
              <p:cNvPr id="3971" name="Google Shape;3971;p29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972" name="Google Shape;3972;p29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973" name="Google Shape;3973;p291"/>
            <p:cNvGrpSpPr/>
            <p:nvPr/>
          </p:nvGrpSpPr>
          <p:grpSpPr>
            <a:xfrm>
              <a:off x="7986262" y="4462366"/>
              <a:ext cx="1102438" cy="577167"/>
              <a:chOff x="359837" y="4401391"/>
              <a:chExt cx="1102438" cy="577167"/>
            </a:xfrm>
          </p:grpSpPr>
          <p:pic>
            <p:nvPicPr>
              <p:cNvPr id="3974" name="Google Shape;3974;p29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975" name="Google Shape;3975;p29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976" name="Shape 3976"/>
        <p:cNvGrpSpPr/>
        <p:nvPr/>
      </p:nvGrpSpPr>
      <p:grpSpPr>
        <a:xfrm>
          <a:off x="0" y="0"/>
          <a:ext cx="0" cy="0"/>
          <a:chOff x="0" y="0"/>
          <a:chExt cx="0" cy="0"/>
        </a:xfrm>
      </p:grpSpPr>
      <p:pic>
        <p:nvPicPr>
          <p:cNvPr id="3977" name="Google Shape;3977;p29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978" name="Google Shape;3978;p2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979" name="Google Shape;3979;p292"/>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80" name="Google Shape;3980;p292"/>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981" name="Google Shape;3981;p292"/>
          <p:cNvGrpSpPr/>
          <p:nvPr/>
        </p:nvGrpSpPr>
        <p:grpSpPr>
          <a:xfrm>
            <a:off x="275000" y="0"/>
            <a:ext cx="9374500" cy="5748850"/>
            <a:chOff x="275000" y="0"/>
            <a:chExt cx="9374500" cy="5748850"/>
          </a:xfrm>
        </p:grpSpPr>
        <p:sp>
          <p:nvSpPr>
            <p:cNvPr id="3982" name="Google Shape;3982;p292"/>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83" name="Google Shape;3983;p292"/>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84" name="Google Shape;3984;p292"/>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985" name="Google Shape;3985;p292"/>
          <p:cNvGrpSpPr/>
          <p:nvPr/>
        </p:nvGrpSpPr>
        <p:grpSpPr>
          <a:xfrm>
            <a:off x="2" y="156617"/>
            <a:ext cx="9088698" cy="4882915"/>
            <a:chOff x="2" y="156617"/>
            <a:chExt cx="9088698" cy="4882915"/>
          </a:xfrm>
        </p:grpSpPr>
        <p:grpSp>
          <p:nvGrpSpPr>
            <p:cNvPr id="3986" name="Google Shape;3986;p292"/>
            <p:cNvGrpSpPr/>
            <p:nvPr/>
          </p:nvGrpSpPr>
          <p:grpSpPr>
            <a:xfrm>
              <a:off x="2" y="156617"/>
              <a:ext cx="719987" cy="944360"/>
              <a:chOff x="2" y="156617"/>
              <a:chExt cx="719987" cy="944360"/>
            </a:xfrm>
          </p:grpSpPr>
          <p:pic>
            <p:nvPicPr>
              <p:cNvPr id="3987" name="Google Shape;3987;p29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988" name="Google Shape;3988;p29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989" name="Google Shape;3989;p292"/>
            <p:cNvGrpSpPr/>
            <p:nvPr/>
          </p:nvGrpSpPr>
          <p:grpSpPr>
            <a:xfrm>
              <a:off x="7986262" y="4462366"/>
              <a:ext cx="1102438" cy="577167"/>
              <a:chOff x="359837" y="4401391"/>
              <a:chExt cx="1102438" cy="577167"/>
            </a:xfrm>
          </p:grpSpPr>
          <p:pic>
            <p:nvPicPr>
              <p:cNvPr id="3990" name="Google Shape;3990;p29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991" name="Google Shape;3991;p29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992" name="Shape 3992"/>
        <p:cNvGrpSpPr/>
        <p:nvPr/>
      </p:nvGrpSpPr>
      <p:grpSpPr>
        <a:xfrm>
          <a:off x="0" y="0"/>
          <a:ext cx="0" cy="0"/>
          <a:chOff x="0" y="0"/>
          <a:chExt cx="0" cy="0"/>
        </a:xfrm>
      </p:grpSpPr>
      <p:pic>
        <p:nvPicPr>
          <p:cNvPr id="3993" name="Google Shape;3993;p29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994" name="Google Shape;3994;p2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995" name="Google Shape;3995;p293"/>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96" name="Google Shape;3996;p293"/>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97" name="Google Shape;3997;p293"/>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98" name="Google Shape;3998;p293"/>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999" name="Google Shape;3999;p293"/>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00" name="Google Shape;4000;p293"/>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4001" name="Google Shape;4001;p293"/>
          <p:cNvGrpSpPr/>
          <p:nvPr/>
        </p:nvGrpSpPr>
        <p:grpSpPr>
          <a:xfrm>
            <a:off x="-601700" y="0"/>
            <a:ext cx="10705100" cy="4676150"/>
            <a:chOff x="-601700" y="0"/>
            <a:chExt cx="10705100" cy="4676150"/>
          </a:xfrm>
        </p:grpSpPr>
        <p:sp>
          <p:nvSpPr>
            <p:cNvPr id="4002" name="Google Shape;4002;p29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003" name="Google Shape;4003;p293"/>
            <p:cNvGrpSpPr/>
            <p:nvPr/>
          </p:nvGrpSpPr>
          <p:grpSpPr>
            <a:xfrm rot="5400000">
              <a:off x="-2006450" y="1404750"/>
              <a:ext cx="4014600" cy="1205100"/>
              <a:chOff x="150" y="4543750"/>
              <a:chExt cx="4014600" cy="1205100"/>
            </a:xfrm>
          </p:grpSpPr>
          <p:sp>
            <p:nvSpPr>
              <p:cNvPr id="4004" name="Google Shape;4004;p29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05" name="Google Shape;4005;p29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4006" name="Google Shape;4006;p293"/>
          <p:cNvGrpSpPr/>
          <p:nvPr/>
        </p:nvGrpSpPr>
        <p:grpSpPr>
          <a:xfrm>
            <a:off x="2" y="156617"/>
            <a:ext cx="9054876" cy="5024066"/>
            <a:chOff x="2" y="156617"/>
            <a:chExt cx="9054876" cy="5024066"/>
          </a:xfrm>
        </p:grpSpPr>
        <p:grpSp>
          <p:nvGrpSpPr>
            <p:cNvPr id="4007" name="Google Shape;4007;p293"/>
            <p:cNvGrpSpPr/>
            <p:nvPr/>
          </p:nvGrpSpPr>
          <p:grpSpPr>
            <a:xfrm>
              <a:off x="8206512" y="4230524"/>
              <a:ext cx="848365" cy="950159"/>
              <a:chOff x="41662" y="277999"/>
              <a:chExt cx="848365" cy="950159"/>
            </a:xfrm>
          </p:grpSpPr>
          <p:pic>
            <p:nvPicPr>
              <p:cNvPr id="4008" name="Google Shape;4008;p29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4009" name="Google Shape;4009;p29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4010" name="Google Shape;4010;p29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4011" name="Google Shape;4011;p293"/>
            <p:cNvGrpSpPr/>
            <p:nvPr/>
          </p:nvGrpSpPr>
          <p:grpSpPr>
            <a:xfrm>
              <a:off x="2" y="156617"/>
              <a:ext cx="719987" cy="944360"/>
              <a:chOff x="2" y="156617"/>
              <a:chExt cx="719987" cy="944360"/>
            </a:xfrm>
          </p:grpSpPr>
          <p:pic>
            <p:nvPicPr>
              <p:cNvPr id="4012" name="Google Shape;4012;p29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4013" name="Google Shape;4013;p29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014" name="Shape 4014"/>
        <p:cNvGrpSpPr/>
        <p:nvPr/>
      </p:nvGrpSpPr>
      <p:grpSpPr>
        <a:xfrm>
          <a:off x="0" y="0"/>
          <a:ext cx="0" cy="0"/>
          <a:chOff x="0" y="0"/>
          <a:chExt cx="0" cy="0"/>
        </a:xfrm>
      </p:grpSpPr>
      <p:pic>
        <p:nvPicPr>
          <p:cNvPr id="4015" name="Google Shape;4015;p294"/>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4016" name="Google Shape;4016;p294"/>
          <p:cNvGrpSpPr/>
          <p:nvPr/>
        </p:nvGrpSpPr>
        <p:grpSpPr>
          <a:xfrm>
            <a:off x="5129400" y="0"/>
            <a:ext cx="4520100" cy="5547325"/>
            <a:chOff x="5129400" y="0"/>
            <a:chExt cx="4520100" cy="5547325"/>
          </a:xfrm>
        </p:grpSpPr>
        <p:sp>
          <p:nvSpPr>
            <p:cNvPr id="4017" name="Google Shape;4017;p294"/>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18" name="Google Shape;4018;p294"/>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019" name="Google Shape;4019;p294"/>
          <p:cNvGrpSpPr/>
          <p:nvPr/>
        </p:nvGrpSpPr>
        <p:grpSpPr>
          <a:xfrm>
            <a:off x="2" y="156617"/>
            <a:ext cx="9088698" cy="4882915"/>
            <a:chOff x="2" y="156617"/>
            <a:chExt cx="9088698" cy="4882915"/>
          </a:xfrm>
        </p:grpSpPr>
        <p:grpSp>
          <p:nvGrpSpPr>
            <p:cNvPr id="4020" name="Google Shape;4020;p294"/>
            <p:cNvGrpSpPr/>
            <p:nvPr/>
          </p:nvGrpSpPr>
          <p:grpSpPr>
            <a:xfrm>
              <a:off x="2" y="156617"/>
              <a:ext cx="719987" cy="944360"/>
              <a:chOff x="2" y="156617"/>
              <a:chExt cx="719987" cy="944360"/>
            </a:xfrm>
          </p:grpSpPr>
          <p:pic>
            <p:nvPicPr>
              <p:cNvPr id="4021" name="Google Shape;4021;p29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4022" name="Google Shape;4022;p29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4023" name="Google Shape;4023;p294"/>
            <p:cNvGrpSpPr/>
            <p:nvPr/>
          </p:nvGrpSpPr>
          <p:grpSpPr>
            <a:xfrm>
              <a:off x="7986262" y="4462366"/>
              <a:ext cx="1102438" cy="577167"/>
              <a:chOff x="359837" y="4401391"/>
              <a:chExt cx="1102438" cy="577167"/>
            </a:xfrm>
          </p:grpSpPr>
          <p:pic>
            <p:nvPicPr>
              <p:cNvPr id="4024" name="Google Shape;4024;p29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4025" name="Google Shape;4025;p29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4026" name="Google Shape;4026;p29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027" name="Google Shape;4027;p294"/>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028" name="Google Shape;4028;p294"/>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029" name="Google Shape;4029;p294"/>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030" name="Google Shape;4030;p294"/>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031" name="Google Shape;4031;p294"/>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32" name="Google Shape;4032;p294"/>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33" name="Google Shape;4033;p294"/>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34" name="Google Shape;4034;p294"/>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4035" name="Shape 4035"/>
        <p:cNvGrpSpPr/>
        <p:nvPr/>
      </p:nvGrpSpPr>
      <p:grpSpPr>
        <a:xfrm>
          <a:off x="0" y="0"/>
          <a:ext cx="0" cy="0"/>
          <a:chOff x="0" y="0"/>
          <a:chExt cx="0" cy="0"/>
        </a:xfrm>
      </p:grpSpPr>
      <p:pic>
        <p:nvPicPr>
          <p:cNvPr id="4036" name="Google Shape;4036;p29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037" name="Google Shape;4037;p2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038" name="Google Shape;4038;p295"/>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39" name="Google Shape;4039;p295"/>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40" name="Google Shape;4040;p295"/>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41" name="Google Shape;4041;p295"/>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42" name="Google Shape;4042;p295"/>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43" name="Google Shape;4043;p295"/>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44" name="Google Shape;4044;p295"/>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45" name="Google Shape;4045;p295"/>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46" name="Google Shape;4046;p295"/>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47" name="Google Shape;4047;p295"/>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4048" name="Google Shape;4048;p295"/>
          <p:cNvGrpSpPr/>
          <p:nvPr/>
        </p:nvGrpSpPr>
        <p:grpSpPr>
          <a:xfrm>
            <a:off x="2" y="156617"/>
            <a:ext cx="719987" cy="944360"/>
            <a:chOff x="2" y="156617"/>
            <a:chExt cx="719987" cy="944360"/>
          </a:xfrm>
        </p:grpSpPr>
        <p:pic>
          <p:nvPicPr>
            <p:cNvPr id="4049" name="Google Shape;4049;p29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4050" name="Google Shape;4050;p29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4051" name="Google Shape;4051;p295"/>
          <p:cNvGrpSpPr/>
          <p:nvPr/>
        </p:nvGrpSpPr>
        <p:grpSpPr>
          <a:xfrm>
            <a:off x="0" y="2817900"/>
            <a:ext cx="9640900" cy="2932900"/>
            <a:chOff x="0" y="2817900"/>
            <a:chExt cx="9640900" cy="2932900"/>
          </a:xfrm>
        </p:grpSpPr>
        <p:sp>
          <p:nvSpPr>
            <p:cNvPr id="4052" name="Google Shape;4052;p295"/>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53" name="Google Shape;4053;p295"/>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54" name="Google Shape;4054;p295"/>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055" name="Shape 4055"/>
        <p:cNvGrpSpPr/>
        <p:nvPr/>
      </p:nvGrpSpPr>
      <p:grpSpPr>
        <a:xfrm>
          <a:off x="0" y="0"/>
          <a:ext cx="0" cy="0"/>
          <a:chOff x="0" y="0"/>
          <a:chExt cx="0" cy="0"/>
        </a:xfrm>
      </p:grpSpPr>
      <p:pic>
        <p:nvPicPr>
          <p:cNvPr id="4056" name="Google Shape;4056;p29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4057" name="Google Shape;4057;p29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058" name="Google Shape;4058;p296"/>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59" name="Google Shape;4059;p296"/>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60" name="Google Shape;4060;p296"/>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61" name="Google Shape;4061;p296"/>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62" name="Google Shape;4062;p296"/>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63" name="Google Shape;4063;p296"/>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64" name="Google Shape;4064;p296"/>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65" name="Google Shape;4065;p296"/>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66" name="Google Shape;4066;p296"/>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67" name="Google Shape;4067;p296"/>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68" name="Google Shape;4068;p296"/>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4069" name="Google Shape;4069;p296"/>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4070" name="Google Shape;4070;p296"/>
          <p:cNvGrpSpPr/>
          <p:nvPr/>
        </p:nvGrpSpPr>
        <p:grpSpPr>
          <a:xfrm>
            <a:off x="-501600" y="128825"/>
            <a:ext cx="10252550" cy="5418500"/>
            <a:chOff x="-501600" y="128825"/>
            <a:chExt cx="10252550" cy="5418500"/>
          </a:xfrm>
        </p:grpSpPr>
        <p:sp>
          <p:nvSpPr>
            <p:cNvPr id="4071" name="Google Shape;4071;p296"/>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72" name="Google Shape;4072;p296"/>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73" name="Google Shape;4073;p296"/>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074" name="Google Shape;4074;p296"/>
          <p:cNvGrpSpPr/>
          <p:nvPr/>
        </p:nvGrpSpPr>
        <p:grpSpPr>
          <a:xfrm>
            <a:off x="2" y="156617"/>
            <a:ext cx="9088698" cy="4882915"/>
            <a:chOff x="2" y="156617"/>
            <a:chExt cx="9088698" cy="4882915"/>
          </a:xfrm>
        </p:grpSpPr>
        <p:grpSp>
          <p:nvGrpSpPr>
            <p:cNvPr id="4075" name="Google Shape;4075;p296"/>
            <p:cNvGrpSpPr/>
            <p:nvPr/>
          </p:nvGrpSpPr>
          <p:grpSpPr>
            <a:xfrm>
              <a:off x="2" y="156617"/>
              <a:ext cx="719987" cy="944360"/>
              <a:chOff x="2" y="156617"/>
              <a:chExt cx="719987" cy="944360"/>
            </a:xfrm>
          </p:grpSpPr>
          <p:pic>
            <p:nvPicPr>
              <p:cNvPr id="4076" name="Google Shape;4076;p29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4077" name="Google Shape;4077;p29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4078" name="Google Shape;4078;p296"/>
            <p:cNvGrpSpPr/>
            <p:nvPr/>
          </p:nvGrpSpPr>
          <p:grpSpPr>
            <a:xfrm>
              <a:off x="7986262" y="4462366"/>
              <a:ext cx="1102438" cy="577167"/>
              <a:chOff x="359837" y="4401391"/>
              <a:chExt cx="1102438" cy="577167"/>
            </a:xfrm>
          </p:grpSpPr>
          <p:pic>
            <p:nvPicPr>
              <p:cNvPr id="4079" name="Google Shape;4079;p29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4080" name="Google Shape;4080;p29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081" name="Shape 4081"/>
        <p:cNvGrpSpPr/>
        <p:nvPr/>
      </p:nvGrpSpPr>
      <p:grpSpPr>
        <a:xfrm>
          <a:off x="0" y="0"/>
          <a:ext cx="0" cy="0"/>
          <a:chOff x="0" y="0"/>
          <a:chExt cx="0" cy="0"/>
        </a:xfrm>
      </p:grpSpPr>
      <p:pic>
        <p:nvPicPr>
          <p:cNvPr id="4082" name="Google Shape;4082;p29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4083" name="Google Shape;4083;p29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4084" name="Google Shape;4084;p297"/>
          <p:cNvGrpSpPr/>
          <p:nvPr/>
        </p:nvGrpSpPr>
        <p:grpSpPr>
          <a:xfrm>
            <a:off x="2" y="156617"/>
            <a:ext cx="719987" cy="944360"/>
            <a:chOff x="2" y="156617"/>
            <a:chExt cx="719987" cy="944360"/>
          </a:xfrm>
        </p:grpSpPr>
        <p:pic>
          <p:nvPicPr>
            <p:cNvPr id="4085" name="Google Shape;4085;p29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4086" name="Google Shape;4086;p29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4087" name="Google Shape;4087;p297"/>
          <p:cNvGrpSpPr/>
          <p:nvPr/>
        </p:nvGrpSpPr>
        <p:grpSpPr>
          <a:xfrm>
            <a:off x="0" y="0"/>
            <a:ext cx="9569050" cy="5569647"/>
            <a:chOff x="0" y="0"/>
            <a:chExt cx="9569050" cy="5569647"/>
          </a:xfrm>
        </p:grpSpPr>
        <p:sp>
          <p:nvSpPr>
            <p:cNvPr id="4088" name="Google Shape;4088;p297"/>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89" name="Google Shape;4089;p297"/>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4090" name="Shape 4090"/>
        <p:cNvGrpSpPr/>
        <p:nvPr/>
      </p:nvGrpSpPr>
      <p:grpSpPr>
        <a:xfrm>
          <a:off x="0" y="0"/>
          <a:ext cx="0" cy="0"/>
          <a:chOff x="0" y="0"/>
          <a:chExt cx="0" cy="0"/>
        </a:xfrm>
      </p:grpSpPr>
      <p:pic>
        <p:nvPicPr>
          <p:cNvPr id="4091" name="Google Shape;4091;p29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092" name="Google Shape;4092;p29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4093" name="Google Shape;4093;p298"/>
          <p:cNvGrpSpPr/>
          <p:nvPr/>
        </p:nvGrpSpPr>
        <p:grpSpPr>
          <a:xfrm>
            <a:off x="2" y="156617"/>
            <a:ext cx="719987" cy="944360"/>
            <a:chOff x="2" y="156617"/>
            <a:chExt cx="719987" cy="944360"/>
          </a:xfrm>
        </p:grpSpPr>
        <p:pic>
          <p:nvPicPr>
            <p:cNvPr id="4094" name="Google Shape;4094;p29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4095" name="Google Shape;4095;p29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4096" name="Google Shape;4096;p298"/>
          <p:cNvGrpSpPr/>
          <p:nvPr/>
        </p:nvGrpSpPr>
        <p:grpSpPr>
          <a:xfrm>
            <a:off x="0" y="0"/>
            <a:ext cx="9569050" cy="5569647"/>
            <a:chOff x="0" y="0"/>
            <a:chExt cx="9569050" cy="5569647"/>
          </a:xfrm>
        </p:grpSpPr>
        <p:sp>
          <p:nvSpPr>
            <p:cNvPr id="4097" name="Google Shape;4097;p298"/>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98" name="Google Shape;4098;p298"/>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099" name="Shape 4099"/>
        <p:cNvGrpSpPr/>
        <p:nvPr/>
      </p:nvGrpSpPr>
      <p:grpSpPr>
        <a:xfrm>
          <a:off x="0" y="0"/>
          <a:ext cx="0" cy="0"/>
          <a:chOff x="0" y="0"/>
          <a:chExt cx="0" cy="0"/>
        </a:xfrm>
      </p:grpSpPr>
      <p:pic>
        <p:nvPicPr>
          <p:cNvPr id="4100" name="Google Shape;4100;p29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101" name="Google Shape;4101;p299"/>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02" name="Google Shape;4102;p299"/>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03" name="Google Shape;4103;p299"/>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04" name="Google Shape;4104;p299"/>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05" name="Google Shape;4105;p299"/>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06" name="Google Shape;4106;p299"/>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4107" name="Google Shape;4107;p299"/>
          <p:cNvGrpSpPr/>
          <p:nvPr/>
        </p:nvGrpSpPr>
        <p:grpSpPr>
          <a:xfrm>
            <a:off x="-601700" y="0"/>
            <a:ext cx="10705100" cy="4676150"/>
            <a:chOff x="-601700" y="0"/>
            <a:chExt cx="10705100" cy="4676150"/>
          </a:xfrm>
        </p:grpSpPr>
        <p:sp>
          <p:nvSpPr>
            <p:cNvPr id="4108" name="Google Shape;4108;p29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109" name="Google Shape;4109;p299"/>
            <p:cNvGrpSpPr/>
            <p:nvPr/>
          </p:nvGrpSpPr>
          <p:grpSpPr>
            <a:xfrm rot="5400000">
              <a:off x="-2006450" y="1404750"/>
              <a:ext cx="4014600" cy="1205100"/>
              <a:chOff x="150" y="4543750"/>
              <a:chExt cx="4014600" cy="1205100"/>
            </a:xfrm>
          </p:grpSpPr>
          <p:sp>
            <p:nvSpPr>
              <p:cNvPr id="4110" name="Google Shape;4110;p29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111" name="Google Shape;4111;p29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4112" name="Google Shape;4112;p299"/>
          <p:cNvGrpSpPr/>
          <p:nvPr/>
        </p:nvGrpSpPr>
        <p:grpSpPr>
          <a:xfrm>
            <a:off x="8206512" y="4230524"/>
            <a:ext cx="848365" cy="950159"/>
            <a:chOff x="41662" y="277999"/>
            <a:chExt cx="848365" cy="950159"/>
          </a:xfrm>
        </p:grpSpPr>
        <p:pic>
          <p:nvPicPr>
            <p:cNvPr id="4113" name="Google Shape;4113;p29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4114" name="Google Shape;4114;p29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4115" name="Google Shape;4115;p29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116" name="Shape 4116"/>
        <p:cNvGrpSpPr/>
        <p:nvPr/>
      </p:nvGrpSpPr>
      <p:grpSpPr>
        <a:xfrm>
          <a:off x="0" y="0"/>
          <a:ext cx="0" cy="0"/>
          <a:chOff x="0" y="0"/>
          <a:chExt cx="0" cy="0"/>
        </a:xfrm>
      </p:grpSpPr>
      <p:pic>
        <p:nvPicPr>
          <p:cNvPr id="4117" name="Google Shape;4117;p300"/>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4118" name="Google Shape;4118;p300"/>
          <p:cNvGrpSpPr/>
          <p:nvPr/>
        </p:nvGrpSpPr>
        <p:grpSpPr>
          <a:xfrm>
            <a:off x="-962824" y="-872075"/>
            <a:ext cx="10524450" cy="6436800"/>
            <a:chOff x="-962824" y="-872075"/>
            <a:chExt cx="10524450" cy="6436800"/>
          </a:xfrm>
        </p:grpSpPr>
        <p:sp>
          <p:nvSpPr>
            <p:cNvPr id="4119" name="Google Shape;4119;p300"/>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120" name="Google Shape;4120;p300"/>
            <p:cNvGrpSpPr/>
            <p:nvPr/>
          </p:nvGrpSpPr>
          <p:grpSpPr>
            <a:xfrm flipH="1">
              <a:off x="502351" y="-872075"/>
              <a:ext cx="2489300" cy="1740000"/>
              <a:chOff x="6148925" y="-872075"/>
              <a:chExt cx="2489300" cy="1740000"/>
            </a:xfrm>
          </p:grpSpPr>
          <p:sp>
            <p:nvSpPr>
              <p:cNvPr id="4121" name="Google Shape;4121;p30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122" name="Google Shape;4122;p30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4123" name="Google Shape;4123;p300"/>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124" name="Google Shape;4124;p300"/>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125" name="Google Shape;4125;p300"/>
          <p:cNvGrpSpPr/>
          <p:nvPr/>
        </p:nvGrpSpPr>
        <p:grpSpPr>
          <a:xfrm>
            <a:off x="-962825" y="81904"/>
            <a:ext cx="10251619" cy="5069347"/>
            <a:chOff x="-962825" y="81904"/>
            <a:chExt cx="10251619" cy="5069347"/>
          </a:xfrm>
        </p:grpSpPr>
        <p:pic>
          <p:nvPicPr>
            <p:cNvPr id="4126" name="Google Shape;4126;p300"/>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4127" name="Google Shape;4127;p300"/>
            <p:cNvGrpSpPr/>
            <p:nvPr/>
          </p:nvGrpSpPr>
          <p:grpSpPr>
            <a:xfrm flipH="1">
              <a:off x="7678302" y="4401391"/>
              <a:ext cx="1102438" cy="577167"/>
              <a:chOff x="359837" y="4401391"/>
              <a:chExt cx="1102438" cy="577167"/>
            </a:xfrm>
          </p:grpSpPr>
          <p:pic>
            <p:nvPicPr>
              <p:cNvPr id="4128" name="Google Shape;4128;p300"/>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4129" name="Google Shape;4129;p300"/>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4130" name="Google Shape;4130;p300"/>
            <p:cNvGrpSpPr/>
            <p:nvPr/>
          </p:nvGrpSpPr>
          <p:grpSpPr>
            <a:xfrm flipH="1">
              <a:off x="8100369" y="81904"/>
              <a:ext cx="1188426" cy="1227668"/>
              <a:chOff x="-7843" y="83454"/>
              <a:chExt cx="1188426" cy="1227668"/>
            </a:xfrm>
          </p:grpSpPr>
          <p:pic>
            <p:nvPicPr>
              <p:cNvPr id="4131" name="Google Shape;4131;p300"/>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4132" name="Google Shape;4132;p300"/>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4133" name="Google Shape;4133;p300"/>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4134" name="Google Shape;4134;p300"/>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135" name="Google Shape;4135;p300"/>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36" name="Google Shape;4136;p300"/>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137" name="Shape 4137"/>
        <p:cNvGrpSpPr/>
        <p:nvPr/>
      </p:nvGrpSpPr>
      <p:grpSpPr>
        <a:xfrm>
          <a:off x="0" y="0"/>
          <a:ext cx="0" cy="0"/>
          <a:chOff x="0" y="0"/>
          <a:chExt cx="0" cy="0"/>
        </a:xfrm>
      </p:grpSpPr>
      <p:pic>
        <p:nvPicPr>
          <p:cNvPr id="4138" name="Google Shape;4138;p301"/>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4139" name="Google Shape;4139;p301"/>
          <p:cNvGrpSpPr/>
          <p:nvPr/>
        </p:nvGrpSpPr>
        <p:grpSpPr>
          <a:xfrm>
            <a:off x="0" y="-613825"/>
            <a:ext cx="9564675" cy="6140950"/>
            <a:chOff x="0" y="-613825"/>
            <a:chExt cx="9564675" cy="6140950"/>
          </a:xfrm>
        </p:grpSpPr>
        <p:sp>
          <p:nvSpPr>
            <p:cNvPr id="4140" name="Google Shape;4140;p301"/>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141" name="Google Shape;4141;p301"/>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142" name="Google Shape;4142;p301"/>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143" name="Shape 4143"/>
        <p:cNvGrpSpPr/>
        <p:nvPr/>
      </p:nvGrpSpPr>
      <p:grpSpPr>
        <a:xfrm>
          <a:off x="0" y="0"/>
          <a:ext cx="0" cy="0"/>
          <a:chOff x="0" y="0"/>
          <a:chExt cx="0" cy="0"/>
        </a:xfrm>
      </p:grpSpPr>
      <p:pic>
        <p:nvPicPr>
          <p:cNvPr id="4144" name="Google Shape;4144;p302"/>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4145" name="Google Shape;4145;p302"/>
          <p:cNvGrpSpPr/>
          <p:nvPr/>
        </p:nvGrpSpPr>
        <p:grpSpPr>
          <a:xfrm>
            <a:off x="-601700" y="0"/>
            <a:ext cx="10358225" cy="5143500"/>
            <a:chOff x="-601700" y="0"/>
            <a:chExt cx="10358225" cy="5143500"/>
          </a:xfrm>
        </p:grpSpPr>
        <p:grpSp>
          <p:nvGrpSpPr>
            <p:cNvPr id="4146" name="Google Shape;4146;p302"/>
            <p:cNvGrpSpPr/>
            <p:nvPr/>
          </p:nvGrpSpPr>
          <p:grpSpPr>
            <a:xfrm rot="5400000">
              <a:off x="-2006450" y="1404750"/>
              <a:ext cx="4014600" cy="1205100"/>
              <a:chOff x="150" y="4543750"/>
              <a:chExt cx="4014600" cy="1205100"/>
            </a:xfrm>
          </p:grpSpPr>
          <p:sp>
            <p:nvSpPr>
              <p:cNvPr id="4147" name="Google Shape;4147;p30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148" name="Google Shape;4148;p30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149" name="Google Shape;4149;p302"/>
            <p:cNvGrpSpPr/>
            <p:nvPr/>
          </p:nvGrpSpPr>
          <p:grpSpPr>
            <a:xfrm rot="-5400000">
              <a:off x="7146675" y="2533650"/>
              <a:ext cx="4014600" cy="1205100"/>
              <a:chOff x="150" y="4543750"/>
              <a:chExt cx="4014600" cy="1205100"/>
            </a:xfrm>
          </p:grpSpPr>
          <p:sp>
            <p:nvSpPr>
              <p:cNvPr id="4150" name="Google Shape;4150;p302"/>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151" name="Google Shape;4151;p302"/>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theme" Target="../theme/theme8.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slideLayout" Target="../slideLayouts/slideLayout67.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29" Type="http://schemas.openxmlformats.org/officeDocument/2006/relationships/theme" Target="../theme/theme6.xml"/><Relationship Id="rId7" Type="http://schemas.openxmlformats.org/officeDocument/2006/relationships/slideLayout" Target="../slideLayouts/slideLayout46.xml"/><Relationship Id="rId8" Type="http://schemas.openxmlformats.org/officeDocument/2006/relationships/slideLayout" Target="../slideLayouts/slideLayout47.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7.xml"/><Relationship Id="rId22" Type="http://schemas.openxmlformats.org/officeDocument/2006/relationships/slideLayout" Target="../slideLayouts/slideLayout89.xml"/><Relationship Id="rId21" Type="http://schemas.openxmlformats.org/officeDocument/2006/relationships/slideLayout" Target="../slideLayouts/slideLayout88.xml"/><Relationship Id="rId24" Type="http://schemas.openxmlformats.org/officeDocument/2006/relationships/slideLayout" Target="../slideLayouts/slideLayout91.xml"/><Relationship Id="rId23" Type="http://schemas.openxmlformats.org/officeDocument/2006/relationships/slideLayout" Target="../slideLayouts/slideLayout90.xml"/><Relationship Id="rId1" Type="http://schemas.openxmlformats.org/officeDocument/2006/relationships/slideLayout" Target="../slideLayouts/slideLayout68.xml"/><Relationship Id="rId2" Type="http://schemas.openxmlformats.org/officeDocument/2006/relationships/slideLayout" Target="../slideLayouts/slideLayout69.xml"/><Relationship Id="rId3" Type="http://schemas.openxmlformats.org/officeDocument/2006/relationships/slideLayout" Target="../slideLayouts/slideLayout70.xml"/><Relationship Id="rId4" Type="http://schemas.openxmlformats.org/officeDocument/2006/relationships/slideLayout" Target="../slideLayouts/slideLayout71.xml"/><Relationship Id="rId9" Type="http://schemas.openxmlformats.org/officeDocument/2006/relationships/slideLayout" Target="../slideLayouts/slideLayout76.xml"/><Relationship Id="rId26" Type="http://schemas.openxmlformats.org/officeDocument/2006/relationships/slideLayout" Target="../slideLayouts/slideLayout93.xml"/><Relationship Id="rId25" Type="http://schemas.openxmlformats.org/officeDocument/2006/relationships/slideLayout" Target="../slideLayouts/slideLayout92.xml"/><Relationship Id="rId28" Type="http://schemas.openxmlformats.org/officeDocument/2006/relationships/slideLayout" Target="../slideLayouts/slideLayout95.xml"/><Relationship Id="rId27" Type="http://schemas.openxmlformats.org/officeDocument/2006/relationships/slideLayout" Target="../slideLayouts/slideLayout94.xml"/><Relationship Id="rId5" Type="http://schemas.openxmlformats.org/officeDocument/2006/relationships/slideLayout" Target="../slideLayouts/slideLayout72.xml"/><Relationship Id="rId6" Type="http://schemas.openxmlformats.org/officeDocument/2006/relationships/slideLayout" Target="../slideLayouts/slideLayout73.xml"/><Relationship Id="rId29" Type="http://schemas.openxmlformats.org/officeDocument/2006/relationships/theme" Target="../theme/theme9.xml"/><Relationship Id="rId7" Type="http://schemas.openxmlformats.org/officeDocument/2006/relationships/slideLayout" Target="../slideLayouts/slideLayout74.xml"/><Relationship Id="rId8" Type="http://schemas.openxmlformats.org/officeDocument/2006/relationships/slideLayout" Target="../slideLayouts/slideLayout75.xml"/><Relationship Id="rId11" Type="http://schemas.openxmlformats.org/officeDocument/2006/relationships/slideLayout" Target="../slideLayouts/slideLayout78.xml"/><Relationship Id="rId10" Type="http://schemas.openxmlformats.org/officeDocument/2006/relationships/slideLayout" Target="../slideLayouts/slideLayout77.xml"/><Relationship Id="rId13" Type="http://schemas.openxmlformats.org/officeDocument/2006/relationships/slideLayout" Target="../slideLayouts/slideLayout80.xml"/><Relationship Id="rId12" Type="http://schemas.openxmlformats.org/officeDocument/2006/relationships/slideLayout" Target="../slideLayouts/slideLayout79.xml"/><Relationship Id="rId15" Type="http://schemas.openxmlformats.org/officeDocument/2006/relationships/slideLayout" Target="../slideLayouts/slideLayout82.xml"/><Relationship Id="rId14" Type="http://schemas.openxmlformats.org/officeDocument/2006/relationships/slideLayout" Target="../slideLayouts/slideLayout81.xml"/><Relationship Id="rId17" Type="http://schemas.openxmlformats.org/officeDocument/2006/relationships/slideLayout" Target="../slideLayouts/slideLayout84.xml"/><Relationship Id="rId16" Type="http://schemas.openxmlformats.org/officeDocument/2006/relationships/slideLayout" Target="../slideLayouts/slideLayout83.xml"/><Relationship Id="rId19" Type="http://schemas.openxmlformats.org/officeDocument/2006/relationships/slideLayout" Target="../slideLayouts/slideLayout86.xml"/><Relationship Id="rId18" Type="http://schemas.openxmlformats.org/officeDocument/2006/relationships/slideLayout" Target="../slideLayouts/slideLayout85.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15.xml"/><Relationship Id="rId22" Type="http://schemas.openxmlformats.org/officeDocument/2006/relationships/slideLayout" Target="../slideLayouts/slideLayout117.xml"/><Relationship Id="rId21" Type="http://schemas.openxmlformats.org/officeDocument/2006/relationships/slideLayout" Target="../slideLayouts/slideLayout116.xml"/><Relationship Id="rId24" Type="http://schemas.openxmlformats.org/officeDocument/2006/relationships/slideLayout" Target="../slideLayouts/slideLayout119.xml"/><Relationship Id="rId23" Type="http://schemas.openxmlformats.org/officeDocument/2006/relationships/slideLayout" Target="../slideLayouts/slideLayout118.xml"/><Relationship Id="rId1" Type="http://schemas.openxmlformats.org/officeDocument/2006/relationships/slideLayout" Target="../slideLayouts/slideLayout96.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26" Type="http://schemas.openxmlformats.org/officeDocument/2006/relationships/slideLayout" Target="../slideLayouts/slideLayout121.xml"/><Relationship Id="rId25" Type="http://schemas.openxmlformats.org/officeDocument/2006/relationships/slideLayout" Target="../slideLayouts/slideLayout120.xml"/><Relationship Id="rId28" Type="http://schemas.openxmlformats.org/officeDocument/2006/relationships/slideLayout" Target="../slideLayouts/slideLayout123.xml"/><Relationship Id="rId27" Type="http://schemas.openxmlformats.org/officeDocument/2006/relationships/slideLayout" Target="../slideLayouts/slideLayout122.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29" Type="http://schemas.openxmlformats.org/officeDocument/2006/relationships/theme" Target="../theme/theme2.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11" Type="http://schemas.openxmlformats.org/officeDocument/2006/relationships/slideLayout" Target="../slideLayouts/slideLayout106.xml"/><Relationship Id="rId10" Type="http://schemas.openxmlformats.org/officeDocument/2006/relationships/slideLayout" Target="../slideLayouts/slideLayout105.xml"/><Relationship Id="rId13" Type="http://schemas.openxmlformats.org/officeDocument/2006/relationships/slideLayout" Target="../slideLayouts/slideLayout108.xml"/><Relationship Id="rId12" Type="http://schemas.openxmlformats.org/officeDocument/2006/relationships/slideLayout" Target="../slideLayouts/slideLayout107.xml"/><Relationship Id="rId15" Type="http://schemas.openxmlformats.org/officeDocument/2006/relationships/slideLayout" Target="../slideLayouts/slideLayout110.xml"/><Relationship Id="rId14" Type="http://schemas.openxmlformats.org/officeDocument/2006/relationships/slideLayout" Target="../slideLayouts/slideLayout109.xml"/><Relationship Id="rId17" Type="http://schemas.openxmlformats.org/officeDocument/2006/relationships/slideLayout" Target="../slideLayouts/slideLayout112.xml"/><Relationship Id="rId16" Type="http://schemas.openxmlformats.org/officeDocument/2006/relationships/slideLayout" Target="../slideLayouts/slideLayout111.xml"/><Relationship Id="rId19" Type="http://schemas.openxmlformats.org/officeDocument/2006/relationships/slideLayout" Target="../slideLayouts/slideLayout114.xml"/><Relationship Id="rId18" Type="http://schemas.openxmlformats.org/officeDocument/2006/relationships/slideLayout" Target="../slideLayouts/slideLayout113.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43.xml"/><Relationship Id="rId22" Type="http://schemas.openxmlformats.org/officeDocument/2006/relationships/slideLayout" Target="../slideLayouts/slideLayout145.xml"/><Relationship Id="rId21" Type="http://schemas.openxmlformats.org/officeDocument/2006/relationships/slideLayout" Target="../slideLayouts/slideLayout144.xml"/><Relationship Id="rId24" Type="http://schemas.openxmlformats.org/officeDocument/2006/relationships/slideLayout" Target="../slideLayouts/slideLayout147.xml"/><Relationship Id="rId23" Type="http://schemas.openxmlformats.org/officeDocument/2006/relationships/slideLayout" Target="../slideLayouts/slideLayout146.xml"/><Relationship Id="rId1" Type="http://schemas.openxmlformats.org/officeDocument/2006/relationships/slideLayout" Target="../slideLayouts/slideLayout124.xml"/><Relationship Id="rId2" Type="http://schemas.openxmlformats.org/officeDocument/2006/relationships/slideLayout" Target="../slideLayouts/slideLayout125.xml"/><Relationship Id="rId3" Type="http://schemas.openxmlformats.org/officeDocument/2006/relationships/slideLayout" Target="../slideLayouts/slideLayout126.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26" Type="http://schemas.openxmlformats.org/officeDocument/2006/relationships/slideLayout" Target="../slideLayouts/slideLayout149.xml"/><Relationship Id="rId25" Type="http://schemas.openxmlformats.org/officeDocument/2006/relationships/slideLayout" Target="../slideLayouts/slideLayout148.xml"/><Relationship Id="rId28" Type="http://schemas.openxmlformats.org/officeDocument/2006/relationships/slideLayout" Target="../slideLayouts/slideLayout151.xml"/><Relationship Id="rId27" Type="http://schemas.openxmlformats.org/officeDocument/2006/relationships/slideLayout" Target="../slideLayouts/slideLayout150.xml"/><Relationship Id="rId5" Type="http://schemas.openxmlformats.org/officeDocument/2006/relationships/slideLayout" Target="../slideLayouts/slideLayout128.xml"/><Relationship Id="rId6" Type="http://schemas.openxmlformats.org/officeDocument/2006/relationships/slideLayout" Target="../slideLayouts/slideLayout129.xml"/><Relationship Id="rId29" Type="http://schemas.openxmlformats.org/officeDocument/2006/relationships/theme" Target="../theme/theme3.xml"/><Relationship Id="rId7" Type="http://schemas.openxmlformats.org/officeDocument/2006/relationships/slideLayout" Target="../slideLayouts/slideLayout130.xml"/><Relationship Id="rId8" Type="http://schemas.openxmlformats.org/officeDocument/2006/relationships/slideLayout" Target="../slideLayouts/slideLayout131.xml"/><Relationship Id="rId11" Type="http://schemas.openxmlformats.org/officeDocument/2006/relationships/slideLayout" Target="../slideLayouts/slideLayout134.xml"/><Relationship Id="rId10" Type="http://schemas.openxmlformats.org/officeDocument/2006/relationships/slideLayout" Target="../slideLayouts/slideLayout133.xml"/><Relationship Id="rId13" Type="http://schemas.openxmlformats.org/officeDocument/2006/relationships/slideLayout" Target="../slideLayouts/slideLayout136.xml"/><Relationship Id="rId12" Type="http://schemas.openxmlformats.org/officeDocument/2006/relationships/slideLayout" Target="../slideLayouts/slideLayout135.xml"/><Relationship Id="rId15" Type="http://schemas.openxmlformats.org/officeDocument/2006/relationships/slideLayout" Target="../slideLayouts/slideLayout138.xml"/><Relationship Id="rId14" Type="http://schemas.openxmlformats.org/officeDocument/2006/relationships/slideLayout" Target="../slideLayouts/slideLayout137.xml"/><Relationship Id="rId17" Type="http://schemas.openxmlformats.org/officeDocument/2006/relationships/slideLayout" Target="../slideLayouts/slideLayout140.xml"/><Relationship Id="rId16" Type="http://schemas.openxmlformats.org/officeDocument/2006/relationships/slideLayout" Target="../slideLayouts/slideLayout139.xml"/><Relationship Id="rId19" Type="http://schemas.openxmlformats.org/officeDocument/2006/relationships/slideLayout" Target="../slideLayouts/slideLayout142.xml"/><Relationship Id="rId18" Type="http://schemas.openxmlformats.org/officeDocument/2006/relationships/slideLayout" Target="../slideLayouts/slideLayout141.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71.xml"/><Relationship Id="rId22" Type="http://schemas.openxmlformats.org/officeDocument/2006/relationships/slideLayout" Target="../slideLayouts/slideLayout173.xml"/><Relationship Id="rId21" Type="http://schemas.openxmlformats.org/officeDocument/2006/relationships/slideLayout" Target="../slideLayouts/slideLayout172.xml"/><Relationship Id="rId24" Type="http://schemas.openxmlformats.org/officeDocument/2006/relationships/slideLayout" Target="../slideLayouts/slideLayout175.xml"/><Relationship Id="rId23" Type="http://schemas.openxmlformats.org/officeDocument/2006/relationships/slideLayout" Target="../slideLayouts/slideLayout174.xml"/><Relationship Id="rId1" Type="http://schemas.openxmlformats.org/officeDocument/2006/relationships/slideLayout" Target="../slideLayouts/slideLayout152.xml"/><Relationship Id="rId2" Type="http://schemas.openxmlformats.org/officeDocument/2006/relationships/slideLayout" Target="../slideLayouts/slideLayout153.xml"/><Relationship Id="rId3" Type="http://schemas.openxmlformats.org/officeDocument/2006/relationships/slideLayout" Target="../slideLayouts/slideLayout154.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26" Type="http://schemas.openxmlformats.org/officeDocument/2006/relationships/slideLayout" Target="../slideLayouts/slideLayout177.xml"/><Relationship Id="rId25" Type="http://schemas.openxmlformats.org/officeDocument/2006/relationships/slideLayout" Target="../slideLayouts/slideLayout176.xml"/><Relationship Id="rId28" Type="http://schemas.openxmlformats.org/officeDocument/2006/relationships/slideLayout" Target="../slideLayouts/slideLayout179.xml"/><Relationship Id="rId27" Type="http://schemas.openxmlformats.org/officeDocument/2006/relationships/slideLayout" Target="../slideLayouts/slideLayout178.xml"/><Relationship Id="rId5" Type="http://schemas.openxmlformats.org/officeDocument/2006/relationships/slideLayout" Target="../slideLayouts/slideLayout156.xml"/><Relationship Id="rId6" Type="http://schemas.openxmlformats.org/officeDocument/2006/relationships/slideLayout" Target="../slideLayouts/slideLayout157.xml"/><Relationship Id="rId29" Type="http://schemas.openxmlformats.org/officeDocument/2006/relationships/theme" Target="../theme/theme5.xml"/><Relationship Id="rId7" Type="http://schemas.openxmlformats.org/officeDocument/2006/relationships/slideLayout" Target="../slideLayouts/slideLayout158.xml"/><Relationship Id="rId8" Type="http://schemas.openxmlformats.org/officeDocument/2006/relationships/slideLayout" Target="../slideLayouts/slideLayout159.xml"/><Relationship Id="rId11" Type="http://schemas.openxmlformats.org/officeDocument/2006/relationships/slideLayout" Target="../slideLayouts/slideLayout162.xml"/><Relationship Id="rId10" Type="http://schemas.openxmlformats.org/officeDocument/2006/relationships/slideLayout" Target="../slideLayouts/slideLayout161.xml"/><Relationship Id="rId13" Type="http://schemas.openxmlformats.org/officeDocument/2006/relationships/slideLayout" Target="../slideLayouts/slideLayout164.xml"/><Relationship Id="rId12" Type="http://schemas.openxmlformats.org/officeDocument/2006/relationships/slideLayout" Target="../slideLayouts/slideLayout163.xml"/><Relationship Id="rId15" Type="http://schemas.openxmlformats.org/officeDocument/2006/relationships/slideLayout" Target="../slideLayouts/slideLayout166.xml"/><Relationship Id="rId14" Type="http://schemas.openxmlformats.org/officeDocument/2006/relationships/slideLayout" Target="../slideLayouts/slideLayout165.xml"/><Relationship Id="rId17" Type="http://schemas.openxmlformats.org/officeDocument/2006/relationships/slideLayout" Target="../slideLayouts/slideLayout168.xml"/><Relationship Id="rId16" Type="http://schemas.openxmlformats.org/officeDocument/2006/relationships/slideLayout" Target="../slideLayouts/slideLayout167.xml"/><Relationship Id="rId19" Type="http://schemas.openxmlformats.org/officeDocument/2006/relationships/slideLayout" Target="../slideLayouts/slideLayout170.xml"/><Relationship Id="rId18" Type="http://schemas.openxmlformats.org/officeDocument/2006/relationships/slideLayout" Target="../slideLayouts/slideLayout169.xml"/></Relationships>
</file>

<file path=ppt/slideMasters/_rels/slideMaster8.xml.rels><?xml version="1.0" encoding="UTF-8" standalone="yes"?><Relationships xmlns="http://schemas.openxmlformats.org/package/2006/relationships"><Relationship Id="rId20" Type="http://schemas.openxmlformats.org/officeDocument/2006/relationships/slideLayout" Target="../slideLayouts/slideLayout199.xml"/><Relationship Id="rId22" Type="http://schemas.openxmlformats.org/officeDocument/2006/relationships/slideLayout" Target="../slideLayouts/slideLayout201.xml"/><Relationship Id="rId21" Type="http://schemas.openxmlformats.org/officeDocument/2006/relationships/slideLayout" Target="../slideLayouts/slideLayout200.xml"/><Relationship Id="rId24" Type="http://schemas.openxmlformats.org/officeDocument/2006/relationships/slideLayout" Target="../slideLayouts/slideLayout203.xml"/><Relationship Id="rId23" Type="http://schemas.openxmlformats.org/officeDocument/2006/relationships/slideLayout" Target="../slideLayouts/slideLayout202.xml"/><Relationship Id="rId1" Type="http://schemas.openxmlformats.org/officeDocument/2006/relationships/slideLayout" Target="../slideLayouts/slideLayout180.xml"/><Relationship Id="rId2" Type="http://schemas.openxmlformats.org/officeDocument/2006/relationships/slideLayout" Target="../slideLayouts/slideLayout181.xml"/><Relationship Id="rId3" Type="http://schemas.openxmlformats.org/officeDocument/2006/relationships/slideLayout" Target="../slideLayouts/slideLayout182.xml"/><Relationship Id="rId4" Type="http://schemas.openxmlformats.org/officeDocument/2006/relationships/slideLayout" Target="../slideLayouts/slideLayout183.xml"/><Relationship Id="rId9" Type="http://schemas.openxmlformats.org/officeDocument/2006/relationships/slideLayout" Target="../slideLayouts/slideLayout188.xml"/><Relationship Id="rId26" Type="http://schemas.openxmlformats.org/officeDocument/2006/relationships/slideLayout" Target="../slideLayouts/slideLayout205.xml"/><Relationship Id="rId25" Type="http://schemas.openxmlformats.org/officeDocument/2006/relationships/slideLayout" Target="../slideLayouts/slideLayout204.xml"/><Relationship Id="rId28" Type="http://schemas.openxmlformats.org/officeDocument/2006/relationships/slideLayout" Target="../slideLayouts/slideLayout207.xml"/><Relationship Id="rId27" Type="http://schemas.openxmlformats.org/officeDocument/2006/relationships/slideLayout" Target="../slideLayouts/slideLayout206.xml"/><Relationship Id="rId5" Type="http://schemas.openxmlformats.org/officeDocument/2006/relationships/slideLayout" Target="../slideLayouts/slideLayout184.xml"/><Relationship Id="rId6" Type="http://schemas.openxmlformats.org/officeDocument/2006/relationships/slideLayout" Target="../slideLayouts/slideLayout185.xml"/><Relationship Id="rId29" Type="http://schemas.openxmlformats.org/officeDocument/2006/relationships/theme" Target="../theme/theme7.xml"/><Relationship Id="rId7" Type="http://schemas.openxmlformats.org/officeDocument/2006/relationships/slideLayout" Target="../slideLayouts/slideLayout186.xml"/><Relationship Id="rId8" Type="http://schemas.openxmlformats.org/officeDocument/2006/relationships/slideLayout" Target="../slideLayouts/slideLayout187.xml"/><Relationship Id="rId11" Type="http://schemas.openxmlformats.org/officeDocument/2006/relationships/slideLayout" Target="../slideLayouts/slideLayout190.xml"/><Relationship Id="rId10" Type="http://schemas.openxmlformats.org/officeDocument/2006/relationships/slideLayout" Target="../slideLayouts/slideLayout189.xml"/><Relationship Id="rId13" Type="http://schemas.openxmlformats.org/officeDocument/2006/relationships/slideLayout" Target="../slideLayouts/slideLayout192.xml"/><Relationship Id="rId12" Type="http://schemas.openxmlformats.org/officeDocument/2006/relationships/slideLayout" Target="../slideLayouts/slideLayout191.xml"/><Relationship Id="rId15" Type="http://schemas.openxmlformats.org/officeDocument/2006/relationships/slideLayout" Target="../slideLayouts/slideLayout194.xml"/><Relationship Id="rId14" Type="http://schemas.openxmlformats.org/officeDocument/2006/relationships/slideLayout" Target="../slideLayouts/slideLayout193.xml"/><Relationship Id="rId17" Type="http://schemas.openxmlformats.org/officeDocument/2006/relationships/slideLayout" Target="../slideLayouts/slideLayout196.xml"/><Relationship Id="rId16" Type="http://schemas.openxmlformats.org/officeDocument/2006/relationships/slideLayout" Target="../slideLayouts/slideLayout195.xml"/><Relationship Id="rId19" Type="http://schemas.openxmlformats.org/officeDocument/2006/relationships/slideLayout" Target="../slideLayouts/slideLayout198.xml"/><Relationship Id="rId18" Type="http://schemas.openxmlformats.org/officeDocument/2006/relationships/slideLayout" Target="../slideLayouts/slideLayout197.xml"/></Relationships>
</file>

<file path=ppt/slideMasters/_rels/slideMaster9.xml.rels><?xml version="1.0" encoding="UTF-8" standalone="yes"?><Relationships xmlns="http://schemas.openxmlformats.org/package/2006/relationships"><Relationship Id="rId20" Type="http://schemas.openxmlformats.org/officeDocument/2006/relationships/slideLayout" Target="../slideLayouts/slideLayout227.xml"/><Relationship Id="rId22" Type="http://schemas.openxmlformats.org/officeDocument/2006/relationships/slideLayout" Target="../slideLayouts/slideLayout229.xml"/><Relationship Id="rId21" Type="http://schemas.openxmlformats.org/officeDocument/2006/relationships/slideLayout" Target="../slideLayouts/slideLayout228.xml"/><Relationship Id="rId24" Type="http://schemas.openxmlformats.org/officeDocument/2006/relationships/slideLayout" Target="../slideLayouts/slideLayout231.xml"/><Relationship Id="rId23" Type="http://schemas.openxmlformats.org/officeDocument/2006/relationships/slideLayout" Target="../slideLayouts/slideLayout230.xml"/><Relationship Id="rId1" Type="http://schemas.openxmlformats.org/officeDocument/2006/relationships/slideLayout" Target="../slideLayouts/slideLayout208.xml"/><Relationship Id="rId2" Type="http://schemas.openxmlformats.org/officeDocument/2006/relationships/slideLayout" Target="../slideLayouts/slideLayout209.xml"/><Relationship Id="rId3" Type="http://schemas.openxmlformats.org/officeDocument/2006/relationships/slideLayout" Target="../slideLayouts/slideLayout210.xml"/><Relationship Id="rId4" Type="http://schemas.openxmlformats.org/officeDocument/2006/relationships/slideLayout" Target="../slideLayouts/slideLayout211.xml"/><Relationship Id="rId9" Type="http://schemas.openxmlformats.org/officeDocument/2006/relationships/slideLayout" Target="../slideLayouts/slideLayout216.xml"/><Relationship Id="rId26" Type="http://schemas.openxmlformats.org/officeDocument/2006/relationships/slideLayout" Target="../slideLayouts/slideLayout233.xml"/><Relationship Id="rId25" Type="http://schemas.openxmlformats.org/officeDocument/2006/relationships/slideLayout" Target="../slideLayouts/slideLayout232.xml"/><Relationship Id="rId28" Type="http://schemas.openxmlformats.org/officeDocument/2006/relationships/slideLayout" Target="../slideLayouts/slideLayout235.xml"/><Relationship Id="rId27" Type="http://schemas.openxmlformats.org/officeDocument/2006/relationships/slideLayout" Target="../slideLayouts/slideLayout234.xml"/><Relationship Id="rId5" Type="http://schemas.openxmlformats.org/officeDocument/2006/relationships/slideLayout" Target="../slideLayouts/slideLayout212.xml"/><Relationship Id="rId6" Type="http://schemas.openxmlformats.org/officeDocument/2006/relationships/slideLayout" Target="../slideLayouts/slideLayout213.xml"/><Relationship Id="rId29" Type="http://schemas.openxmlformats.org/officeDocument/2006/relationships/theme" Target="../theme/theme12.xml"/><Relationship Id="rId7" Type="http://schemas.openxmlformats.org/officeDocument/2006/relationships/slideLayout" Target="../slideLayouts/slideLayout214.xml"/><Relationship Id="rId8" Type="http://schemas.openxmlformats.org/officeDocument/2006/relationships/slideLayout" Target="../slideLayouts/slideLayout215.xml"/><Relationship Id="rId11" Type="http://schemas.openxmlformats.org/officeDocument/2006/relationships/slideLayout" Target="../slideLayouts/slideLayout218.xml"/><Relationship Id="rId10" Type="http://schemas.openxmlformats.org/officeDocument/2006/relationships/slideLayout" Target="../slideLayouts/slideLayout217.xml"/><Relationship Id="rId13" Type="http://schemas.openxmlformats.org/officeDocument/2006/relationships/slideLayout" Target="../slideLayouts/slideLayout220.xml"/><Relationship Id="rId12" Type="http://schemas.openxmlformats.org/officeDocument/2006/relationships/slideLayout" Target="../slideLayouts/slideLayout219.xml"/><Relationship Id="rId15" Type="http://schemas.openxmlformats.org/officeDocument/2006/relationships/slideLayout" Target="../slideLayouts/slideLayout222.xml"/><Relationship Id="rId14" Type="http://schemas.openxmlformats.org/officeDocument/2006/relationships/slideLayout" Target="../slideLayouts/slideLayout221.xml"/><Relationship Id="rId17" Type="http://schemas.openxmlformats.org/officeDocument/2006/relationships/slideLayout" Target="../slideLayouts/slideLayout224.xml"/><Relationship Id="rId16" Type="http://schemas.openxmlformats.org/officeDocument/2006/relationships/slideLayout" Target="../slideLayouts/slideLayout223.xml"/><Relationship Id="rId19" Type="http://schemas.openxmlformats.org/officeDocument/2006/relationships/slideLayout" Target="../slideLayouts/slideLayout226.xml"/><Relationship Id="rId18" Type="http://schemas.openxmlformats.org/officeDocument/2006/relationships/slideLayout" Target="../slideLayouts/slideLayout225.xml"/></Relationships>
</file>

<file path=ppt/slideMasters/_rels/slideMaster10.xml.rels><?xml version="1.0" encoding="UTF-8" standalone="yes"?><Relationships xmlns="http://schemas.openxmlformats.org/package/2006/relationships"><Relationship Id="rId20" Type="http://schemas.openxmlformats.org/officeDocument/2006/relationships/slideLayout" Target="../slideLayouts/slideLayout255.xml"/><Relationship Id="rId22" Type="http://schemas.openxmlformats.org/officeDocument/2006/relationships/slideLayout" Target="../slideLayouts/slideLayout257.xml"/><Relationship Id="rId21" Type="http://schemas.openxmlformats.org/officeDocument/2006/relationships/slideLayout" Target="../slideLayouts/slideLayout256.xml"/><Relationship Id="rId24" Type="http://schemas.openxmlformats.org/officeDocument/2006/relationships/slideLayout" Target="../slideLayouts/slideLayout259.xml"/><Relationship Id="rId23" Type="http://schemas.openxmlformats.org/officeDocument/2006/relationships/slideLayout" Target="../slideLayouts/slideLayout258.xml"/><Relationship Id="rId1" Type="http://schemas.openxmlformats.org/officeDocument/2006/relationships/slideLayout" Target="../slideLayouts/slideLayout236.xml"/><Relationship Id="rId2" Type="http://schemas.openxmlformats.org/officeDocument/2006/relationships/slideLayout" Target="../slideLayouts/slideLayout237.xml"/><Relationship Id="rId3" Type="http://schemas.openxmlformats.org/officeDocument/2006/relationships/slideLayout" Target="../slideLayouts/slideLayout238.xml"/><Relationship Id="rId4" Type="http://schemas.openxmlformats.org/officeDocument/2006/relationships/slideLayout" Target="../slideLayouts/slideLayout239.xml"/><Relationship Id="rId9" Type="http://schemas.openxmlformats.org/officeDocument/2006/relationships/slideLayout" Target="../slideLayouts/slideLayout244.xml"/><Relationship Id="rId26" Type="http://schemas.openxmlformats.org/officeDocument/2006/relationships/slideLayout" Target="../slideLayouts/slideLayout261.xml"/><Relationship Id="rId25" Type="http://schemas.openxmlformats.org/officeDocument/2006/relationships/slideLayout" Target="../slideLayouts/slideLayout260.xml"/><Relationship Id="rId28" Type="http://schemas.openxmlformats.org/officeDocument/2006/relationships/slideLayout" Target="../slideLayouts/slideLayout263.xml"/><Relationship Id="rId27" Type="http://schemas.openxmlformats.org/officeDocument/2006/relationships/slideLayout" Target="../slideLayouts/slideLayout262.xml"/><Relationship Id="rId5" Type="http://schemas.openxmlformats.org/officeDocument/2006/relationships/slideLayout" Target="../slideLayouts/slideLayout240.xml"/><Relationship Id="rId6" Type="http://schemas.openxmlformats.org/officeDocument/2006/relationships/slideLayout" Target="../slideLayouts/slideLayout241.xml"/><Relationship Id="rId29" Type="http://schemas.openxmlformats.org/officeDocument/2006/relationships/theme" Target="../theme/theme10.xml"/><Relationship Id="rId7" Type="http://schemas.openxmlformats.org/officeDocument/2006/relationships/slideLayout" Target="../slideLayouts/slideLayout242.xml"/><Relationship Id="rId8" Type="http://schemas.openxmlformats.org/officeDocument/2006/relationships/slideLayout" Target="../slideLayouts/slideLayout243.xml"/><Relationship Id="rId11" Type="http://schemas.openxmlformats.org/officeDocument/2006/relationships/slideLayout" Target="../slideLayouts/slideLayout246.xml"/><Relationship Id="rId10" Type="http://schemas.openxmlformats.org/officeDocument/2006/relationships/slideLayout" Target="../slideLayouts/slideLayout245.xml"/><Relationship Id="rId13" Type="http://schemas.openxmlformats.org/officeDocument/2006/relationships/slideLayout" Target="../slideLayouts/slideLayout248.xml"/><Relationship Id="rId12" Type="http://schemas.openxmlformats.org/officeDocument/2006/relationships/slideLayout" Target="../slideLayouts/slideLayout247.xml"/><Relationship Id="rId15" Type="http://schemas.openxmlformats.org/officeDocument/2006/relationships/slideLayout" Target="../slideLayouts/slideLayout250.xml"/><Relationship Id="rId14" Type="http://schemas.openxmlformats.org/officeDocument/2006/relationships/slideLayout" Target="../slideLayouts/slideLayout249.xml"/><Relationship Id="rId17" Type="http://schemas.openxmlformats.org/officeDocument/2006/relationships/slideLayout" Target="../slideLayouts/slideLayout252.xml"/><Relationship Id="rId16" Type="http://schemas.openxmlformats.org/officeDocument/2006/relationships/slideLayout" Target="../slideLayouts/slideLayout251.xml"/><Relationship Id="rId19" Type="http://schemas.openxmlformats.org/officeDocument/2006/relationships/slideLayout" Target="../slideLayouts/slideLayout254.xml"/><Relationship Id="rId18" Type="http://schemas.openxmlformats.org/officeDocument/2006/relationships/slideLayout" Target="../slideLayouts/slideLayout253.xml"/></Relationships>
</file>

<file path=ppt/slideMasters/_rels/slideMaster11.xml.rels><?xml version="1.0" encoding="UTF-8" standalone="yes"?><Relationships xmlns="http://schemas.openxmlformats.org/package/2006/relationships"><Relationship Id="rId20" Type="http://schemas.openxmlformats.org/officeDocument/2006/relationships/slideLayout" Target="../slideLayouts/slideLayout283.xml"/><Relationship Id="rId22" Type="http://schemas.openxmlformats.org/officeDocument/2006/relationships/slideLayout" Target="../slideLayouts/slideLayout285.xml"/><Relationship Id="rId21" Type="http://schemas.openxmlformats.org/officeDocument/2006/relationships/slideLayout" Target="../slideLayouts/slideLayout284.xml"/><Relationship Id="rId24" Type="http://schemas.openxmlformats.org/officeDocument/2006/relationships/slideLayout" Target="../slideLayouts/slideLayout287.xml"/><Relationship Id="rId23" Type="http://schemas.openxmlformats.org/officeDocument/2006/relationships/slideLayout" Target="../slideLayouts/slideLayout286.xml"/><Relationship Id="rId1" Type="http://schemas.openxmlformats.org/officeDocument/2006/relationships/slideLayout" Target="../slideLayouts/slideLayout264.xml"/><Relationship Id="rId2" Type="http://schemas.openxmlformats.org/officeDocument/2006/relationships/slideLayout" Target="../slideLayouts/slideLayout265.xml"/><Relationship Id="rId3" Type="http://schemas.openxmlformats.org/officeDocument/2006/relationships/slideLayout" Target="../slideLayouts/slideLayout266.xml"/><Relationship Id="rId4" Type="http://schemas.openxmlformats.org/officeDocument/2006/relationships/slideLayout" Target="../slideLayouts/slideLayout267.xml"/><Relationship Id="rId9" Type="http://schemas.openxmlformats.org/officeDocument/2006/relationships/slideLayout" Target="../slideLayouts/slideLayout272.xml"/><Relationship Id="rId26" Type="http://schemas.openxmlformats.org/officeDocument/2006/relationships/slideLayout" Target="../slideLayouts/slideLayout289.xml"/><Relationship Id="rId25" Type="http://schemas.openxmlformats.org/officeDocument/2006/relationships/slideLayout" Target="../slideLayouts/slideLayout288.xml"/><Relationship Id="rId28" Type="http://schemas.openxmlformats.org/officeDocument/2006/relationships/slideLayout" Target="../slideLayouts/slideLayout291.xml"/><Relationship Id="rId27" Type="http://schemas.openxmlformats.org/officeDocument/2006/relationships/slideLayout" Target="../slideLayouts/slideLayout290.xml"/><Relationship Id="rId5" Type="http://schemas.openxmlformats.org/officeDocument/2006/relationships/slideLayout" Target="../slideLayouts/slideLayout268.xml"/><Relationship Id="rId6" Type="http://schemas.openxmlformats.org/officeDocument/2006/relationships/slideLayout" Target="../slideLayouts/slideLayout269.xml"/><Relationship Id="rId29" Type="http://schemas.openxmlformats.org/officeDocument/2006/relationships/theme" Target="../theme/theme4.xml"/><Relationship Id="rId7" Type="http://schemas.openxmlformats.org/officeDocument/2006/relationships/slideLayout" Target="../slideLayouts/slideLayout270.xml"/><Relationship Id="rId8" Type="http://schemas.openxmlformats.org/officeDocument/2006/relationships/slideLayout" Target="../slideLayouts/slideLayout271.xml"/><Relationship Id="rId11" Type="http://schemas.openxmlformats.org/officeDocument/2006/relationships/slideLayout" Target="../slideLayouts/slideLayout274.xml"/><Relationship Id="rId10" Type="http://schemas.openxmlformats.org/officeDocument/2006/relationships/slideLayout" Target="../slideLayouts/slideLayout273.xml"/><Relationship Id="rId13" Type="http://schemas.openxmlformats.org/officeDocument/2006/relationships/slideLayout" Target="../slideLayouts/slideLayout276.xml"/><Relationship Id="rId12" Type="http://schemas.openxmlformats.org/officeDocument/2006/relationships/slideLayout" Target="../slideLayouts/slideLayout275.xml"/><Relationship Id="rId15" Type="http://schemas.openxmlformats.org/officeDocument/2006/relationships/slideLayout" Target="../slideLayouts/slideLayout278.xml"/><Relationship Id="rId14" Type="http://schemas.openxmlformats.org/officeDocument/2006/relationships/slideLayout" Target="../slideLayouts/slideLayout277.xml"/><Relationship Id="rId17" Type="http://schemas.openxmlformats.org/officeDocument/2006/relationships/slideLayout" Target="../slideLayouts/slideLayout280.xml"/><Relationship Id="rId16" Type="http://schemas.openxmlformats.org/officeDocument/2006/relationships/slideLayout" Target="../slideLayouts/slideLayout279.xml"/><Relationship Id="rId19" Type="http://schemas.openxmlformats.org/officeDocument/2006/relationships/slideLayout" Target="../slideLayouts/slideLayout282.xml"/><Relationship Id="rId18" Type="http://schemas.openxmlformats.org/officeDocument/2006/relationships/slideLayout" Target="../slideLayouts/slideLayout28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Spinnaker"/>
                <a:ea typeface="Spinnaker"/>
                <a:cs typeface="Spinnaker"/>
                <a:sym typeface="Spinnaker"/>
              </a:defRPr>
            </a:lvl1pPr>
            <a:lvl2pPr lvl="1" algn="r">
              <a:buNone/>
              <a:defRPr sz="1300">
                <a:solidFill>
                  <a:schemeClr val="dk1"/>
                </a:solidFill>
                <a:latin typeface="Spinnaker"/>
                <a:ea typeface="Spinnaker"/>
                <a:cs typeface="Spinnaker"/>
                <a:sym typeface="Spinnaker"/>
              </a:defRPr>
            </a:lvl2pPr>
            <a:lvl3pPr lvl="2" algn="r">
              <a:buNone/>
              <a:defRPr sz="1300">
                <a:solidFill>
                  <a:schemeClr val="dk1"/>
                </a:solidFill>
                <a:latin typeface="Spinnaker"/>
                <a:ea typeface="Spinnaker"/>
                <a:cs typeface="Spinnaker"/>
                <a:sym typeface="Spinnaker"/>
              </a:defRPr>
            </a:lvl3pPr>
            <a:lvl4pPr lvl="3" algn="r">
              <a:buNone/>
              <a:defRPr sz="1300">
                <a:solidFill>
                  <a:schemeClr val="dk1"/>
                </a:solidFill>
                <a:latin typeface="Spinnaker"/>
                <a:ea typeface="Spinnaker"/>
                <a:cs typeface="Spinnaker"/>
                <a:sym typeface="Spinnaker"/>
              </a:defRPr>
            </a:lvl4pPr>
            <a:lvl5pPr lvl="4" algn="r">
              <a:buNone/>
              <a:defRPr sz="1300">
                <a:solidFill>
                  <a:schemeClr val="dk1"/>
                </a:solidFill>
                <a:latin typeface="Spinnaker"/>
                <a:ea typeface="Spinnaker"/>
                <a:cs typeface="Spinnaker"/>
                <a:sym typeface="Spinnaker"/>
              </a:defRPr>
            </a:lvl5pPr>
            <a:lvl6pPr lvl="5" algn="r">
              <a:buNone/>
              <a:defRPr sz="1300">
                <a:solidFill>
                  <a:schemeClr val="dk1"/>
                </a:solidFill>
                <a:latin typeface="Spinnaker"/>
                <a:ea typeface="Spinnaker"/>
                <a:cs typeface="Spinnaker"/>
                <a:sym typeface="Spinnaker"/>
              </a:defRPr>
            </a:lvl6pPr>
            <a:lvl7pPr lvl="6" algn="r">
              <a:buNone/>
              <a:defRPr sz="1300">
                <a:solidFill>
                  <a:schemeClr val="dk1"/>
                </a:solidFill>
                <a:latin typeface="Spinnaker"/>
                <a:ea typeface="Spinnaker"/>
                <a:cs typeface="Spinnaker"/>
                <a:sym typeface="Spinnaker"/>
              </a:defRPr>
            </a:lvl7pPr>
            <a:lvl8pPr lvl="7" algn="r">
              <a:buNone/>
              <a:defRPr sz="1300">
                <a:solidFill>
                  <a:schemeClr val="dk1"/>
                </a:solidFill>
                <a:latin typeface="Spinnaker"/>
                <a:ea typeface="Spinnaker"/>
                <a:cs typeface="Spinnaker"/>
                <a:sym typeface="Spinnaker"/>
              </a:defRPr>
            </a:lvl8pPr>
            <a:lvl9pPr lvl="8" algn="r">
              <a:buNone/>
              <a:defRPr sz="1300">
                <a:solidFill>
                  <a:schemeClr val="dk1"/>
                </a:solidFill>
                <a:latin typeface="Spinnaker"/>
                <a:ea typeface="Spinnaker"/>
                <a:cs typeface="Spinnaker"/>
                <a:sym typeface="Spinnaker"/>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62" name="Shape 462"/>
        <p:cNvGrpSpPr/>
        <p:nvPr/>
      </p:nvGrpSpPr>
      <p:grpSpPr>
        <a:xfrm>
          <a:off x="0" y="0"/>
          <a:ext cx="0" cy="0"/>
          <a:chOff x="0" y="0"/>
          <a:chExt cx="0" cy="0"/>
        </a:xfrm>
      </p:grpSpPr>
      <p:sp>
        <p:nvSpPr>
          <p:cNvPr id="463" name="Google Shape;463;p42"/>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464" name="Google Shape;464;p42"/>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72" name="Shape 872"/>
        <p:cNvGrpSpPr/>
        <p:nvPr/>
      </p:nvGrpSpPr>
      <p:grpSpPr>
        <a:xfrm>
          <a:off x="0" y="0"/>
          <a:ext cx="0" cy="0"/>
          <a:chOff x="0" y="0"/>
          <a:chExt cx="0" cy="0"/>
        </a:xfrm>
      </p:grpSpPr>
      <p:sp>
        <p:nvSpPr>
          <p:cNvPr id="873" name="Google Shape;873;p7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874" name="Google Shape;874;p7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82" name="Shape 1282"/>
        <p:cNvGrpSpPr/>
        <p:nvPr/>
      </p:nvGrpSpPr>
      <p:grpSpPr>
        <a:xfrm>
          <a:off x="0" y="0"/>
          <a:ext cx="0" cy="0"/>
          <a:chOff x="0" y="0"/>
          <a:chExt cx="0" cy="0"/>
        </a:xfrm>
      </p:grpSpPr>
      <p:sp>
        <p:nvSpPr>
          <p:cNvPr id="1283" name="Google Shape;1283;p10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1284" name="Google Shape;1284;p10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 id="2147483759" r:id="rId17"/>
    <p:sldLayoutId id="2147483760" r:id="rId18"/>
    <p:sldLayoutId id="2147483761" r:id="rId19"/>
    <p:sldLayoutId id="2147483762" r:id="rId20"/>
    <p:sldLayoutId id="2147483763" r:id="rId21"/>
    <p:sldLayoutId id="2147483764" r:id="rId22"/>
    <p:sldLayoutId id="2147483765" r:id="rId23"/>
    <p:sldLayoutId id="2147483766" r:id="rId24"/>
    <p:sldLayoutId id="2147483767" r:id="rId25"/>
    <p:sldLayoutId id="2147483768" r:id="rId26"/>
    <p:sldLayoutId id="2147483769" r:id="rId27"/>
    <p:sldLayoutId id="2147483770"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692" name="Shape 1692"/>
        <p:cNvGrpSpPr/>
        <p:nvPr/>
      </p:nvGrpSpPr>
      <p:grpSpPr>
        <a:xfrm>
          <a:off x="0" y="0"/>
          <a:ext cx="0" cy="0"/>
          <a:chOff x="0" y="0"/>
          <a:chExt cx="0" cy="0"/>
        </a:xfrm>
      </p:grpSpPr>
      <p:sp>
        <p:nvSpPr>
          <p:cNvPr id="1693" name="Google Shape;1693;p12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1694" name="Google Shape;1694;p129"/>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792" r:id="rId22"/>
    <p:sldLayoutId id="2147483793" r:id="rId23"/>
    <p:sldLayoutId id="2147483794" r:id="rId24"/>
    <p:sldLayoutId id="2147483795" r:id="rId25"/>
    <p:sldLayoutId id="2147483796" r:id="rId26"/>
    <p:sldLayoutId id="2147483797" r:id="rId27"/>
    <p:sldLayoutId id="2147483798"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102" name="Shape 2102"/>
        <p:cNvGrpSpPr/>
        <p:nvPr/>
      </p:nvGrpSpPr>
      <p:grpSpPr>
        <a:xfrm>
          <a:off x="0" y="0"/>
          <a:ext cx="0" cy="0"/>
          <a:chOff x="0" y="0"/>
          <a:chExt cx="0" cy="0"/>
        </a:xfrm>
      </p:grpSpPr>
      <p:sp>
        <p:nvSpPr>
          <p:cNvPr id="2103" name="Google Shape;2103;p15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2104" name="Google Shape;2104;p15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 id="2147483816" r:id="rId18"/>
    <p:sldLayoutId id="2147483817" r:id="rId19"/>
    <p:sldLayoutId id="2147483818" r:id="rId20"/>
    <p:sldLayoutId id="2147483819" r:id="rId21"/>
    <p:sldLayoutId id="2147483820" r:id="rId22"/>
    <p:sldLayoutId id="2147483821" r:id="rId23"/>
    <p:sldLayoutId id="2147483822" r:id="rId24"/>
    <p:sldLayoutId id="2147483823" r:id="rId25"/>
    <p:sldLayoutId id="2147483824" r:id="rId26"/>
    <p:sldLayoutId id="2147483825" r:id="rId27"/>
    <p:sldLayoutId id="2147483826"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512" name="Shape 2512"/>
        <p:cNvGrpSpPr/>
        <p:nvPr/>
      </p:nvGrpSpPr>
      <p:grpSpPr>
        <a:xfrm>
          <a:off x="0" y="0"/>
          <a:ext cx="0" cy="0"/>
          <a:chOff x="0" y="0"/>
          <a:chExt cx="0" cy="0"/>
        </a:xfrm>
      </p:grpSpPr>
      <p:sp>
        <p:nvSpPr>
          <p:cNvPr id="2513" name="Google Shape;2513;p18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2514" name="Google Shape;2514;p18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922" name="Shape 2922"/>
        <p:cNvGrpSpPr/>
        <p:nvPr/>
      </p:nvGrpSpPr>
      <p:grpSpPr>
        <a:xfrm>
          <a:off x="0" y="0"/>
          <a:ext cx="0" cy="0"/>
          <a:chOff x="0" y="0"/>
          <a:chExt cx="0" cy="0"/>
        </a:xfrm>
      </p:grpSpPr>
      <p:sp>
        <p:nvSpPr>
          <p:cNvPr id="2923" name="Google Shape;2923;p21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2924" name="Google Shape;2924;p21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 id="2147483867" r:id="rId13"/>
    <p:sldLayoutId id="2147483868" r:id="rId14"/>
    <p:sldLayoutId id="2147483869" r:id="rId15"/>
    <p:sldLayoutId id="2147483870" r:id="rId16"/>
    <p:sldLayoutId id="2147483871" r:id="rId17"/>
    <p:sldLayoutId id="2147483872" r:id="rId18"/>
    <p:sldLayoutId id="2147483873" r:id="rId19"/>
    <p:sldLayoutId id="2147483874" r:id="rId20"/>
    <p:sldLayoutId id="2147483875" r:id="rId21"/>
    <p:sldLayoutId id="2147483876" r:id="rId22"/>
    <p:sldLayoutId id="2147483877" r:id="rId23"/>
    <p:sldLayoutId id="2147483878" r:id="rId24"/>
    <p:sldLayoutId id="2147483879" r:id="rId25"/>
    <p:sldLayoutId id="2147483880" r:id="rId26"/>
    <p:sldLayoutId id="2147483881" r:id="rId27"/>
    <p:sldLayoutId id="2147483882"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332" name="Shape 3332"/>
        <p:cNvGrpSpPr/>
        <p:nvPr/>
      </p:nvGrpSpPr>
      <p:grpSpPr>
        <a:xfrm>
          <a:off x="0" y="0"/>
          <a:ext cx="0" cy="0"/>
          <a:chOff x="0" y="0"/>
          <a:chExt cx="0" cy="0"/>
        </a:xfrm>
      </p:grpSpPr>
      <p:sp>
        <p:nvSpPr>
          <p:cNvPr id="3333" name="Google Shape;3333;p245"/>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3334" name="Google Shape;3334;p245"/>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742" name="Shape 3742"/>
        <p:cNvGrpSpPr/>
        <p:nvPr/>
      </p:nvGrpSpPr>
      <p:grpSpPr>
        <a:xfrm>
          <a:off x="0" y="0"/>
          <a:ext cx="0" cy="0"/>
          <a:chOff x="0" y="0"/>
          <a:chExt cx="0" cy="0"/>
        </a:xfrm>
      </p:grpSpPr>
      <p:sp>
        <p:nvSpPr>
          <p:cNvPr id="3743" name="Google Shape;3743;p27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3744" name="Google Shape;3744;p27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 id="2147483922" r:id="rId12"/>
    <p:sldLayoutId id="2147483923" r:id="rId13"/>
    <p:sldLayoutId id="2147483924" r:id="rId14"/>
    <p:sldLayoutId id="2147483925" r:id="rId15"/>
    <p:sldLayoutId id="2147483926" r:id="rId16"/>
    <p:sldLayoutId id="2147483927" r:id="rId17"/>
    <p:sldLayoutId id="2147483928" r:id="rId18"/>
    <p:sldLayoutId id="2147483929" r:id="rId19"/>
    <p:sldLayoutId id="2147483930" r:id="rId20"/>
    <p:sldLayoutId id="2147483931" r:id="rId21"/>
    <p:sldLayoutId id="2147483932" r:id="rId22"/>
    <p:sldLayoutId id="2147483933" r:id="rId23"/>
    <p:sldLayoutId id="2147483934" r:id="rId24"/>
    <p:sldLayoutId id="2147483935" r:id="rId25"/>
    <p:sldLayoutId id="2147483936" r:id="rId26"/>
    <p:sldLayoutId id="2147483937" r:id="rId27"/>
    <p:sldLayoutId id="2147483938"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33.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3.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7.pn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0.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notesSlide" Target="../notesSlides/notesSlide16.xml"/><Relationship Id="rId3" Type="http://schemas.openxmlformats.org/officeDocument/2006/relationships/image" Target="../media/image34.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5" name="Shape 4155"/>
        <p:cNvGrpSpPr/>
        <p:nvPr/>
      </p:nvGrpSpPr>
      <p:grpSpPr>
        <a:xfrm>
          <a:off x="0" y="0"/>
          <a:ext cx="0" cy="0"/>
          <a:chOff x="0" y="0"/>
          <a:chExt cx="0" cy="0"/>
        </a:xfrm>
      </p:grpSpPr>
      <p:sp>
        <p:nvSpPr>
          <p:cNvPr id="4156" name="Google Shape;4156;p303"/>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0" lang="en" sz="3900">
                <a:latin typeface="Unbounded ExtraBold"/>
                <a:ea typeface="Unbounded ExtraBold"/>
                <a:cs typeface="Unbounded ExtraBold"/>
                <a:sym typeface="Unbounded ExtraBold"/>
              </a:rPr>
              <a:t>EPA Source Apportionment</a:t>
            </a:r>
            <a:r>
              <a:rPr lang="en"/>
              <a:t> </a:t>
            </a:r>
            <a:r>
              <a:rPr b="0" lang="en" sz="2800"/>
              <a:t>Fall 2025 Capstone</a:t>
            </a:r>
            <a:endParaRPr b="0" sz="2800"/>
          </a:p>
        </p:txBody>
      </p:sp>
      <p:sp>
        <p:nvSpPr>
          <p:cNvPr id="4157" name="Google Shape;4157;p303"/>
          <p:cNvSpPr txBox="1"/>
          <p:nvPr>
            <p:ph idx="1" type="subTitle"/>
          </p:nvPr>
        </p:nvSpPr>
        <p:spPr>
          <a:xfrm>
            <a:off x="1670700" y="3779288"/>
            <a:ext cx="5802600" cy="25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Deeya Datta, Prateek Mishra, &amp; George Whittington</a:t>
            </a:r>
            <a:endParaRPr/>
          </a:p>
          <a:p>
            <a:pPr indent="0" lvl="0" marL="0" rtl="0" algn="ctr">
              <a:spcBef>
                <a:spcPts val="0"/>
              </a:spcBef>
              <a:spcAft>
                <a:spcPts val="0"/>
              </a:spcAft>
              <a:buNone/>
            </a:pPr>
            <a:r>
              <a:rPr lang="en"/>
              <a:t>Client: Deron Smith, EPA</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cxnSp>
        <p:nvCxnSpPr>
          <p:cNvPr id="4158" name="Google Shape;4158;p303"/>
          <p:cNvCxnSpPr/>
          <p:nvPr/>
        </p:nvCxnSpPr>
        <p:spPr>
          <a:xfrm>
            <a:off x="1792350" y="3456500"/>
            <a:ext cx="5559300" cy="0"/>
          </a:xfrm>
          <a:prstGeom prst="straightConnector1">
            <a:avLst/>
          </a:prstGeom>
          <a:noFill/>
          <a:ln cap="flat" cmpd="sng" w="19050">
            <a:solidFill>
              <a:schemeClr val="lt2"/>
            </a:solidFill>
            <a:prstDash val="solid"/>
            <a:round/>
            <a:headEnd len="med" w="med" type="none"/>
            <a:tailEnd len="med" w="med" type="none"/>
          </a:ln>
        </p:spPr>
      </p:cxnSp>
      <p:cxnSp>
        <p:nvCxnSpPr>
          <p:cNvPr id="4159" name="Google Shape;4159;p303"/>
          <p:cNvCxnSpPr/>
          <p:nvPr/>
        </p:nvCxnSpPr>
        <p:spPr>
          <a:xfrm>
            <a:off x="1792350" y="1288800"/>
            <a:ext cx="5559300" cy="0"/>
          </a:xfrm>
          <a:prstGeom prst="straightConnector1">
            <a:avLst/>
          </a:prstGeom>
          <a:noFill/>
          <a:ln cap="flat" cmpd="sng" w="19050">
            <a:solidFill>
              <a:schemeClr val="lt2"/>
            </a:solidFill>
            <a:prstDash val="solid"/>
            <a:round/>
            <a:headEnd len="med" w="med" type="none"/>
            <a:tailEnd len="med" w="med" type="none"/>
          </a:ln>
        </p:spPr>
      </p:cxnSp>
      <p:sp>
        <p:nvSpPr>
          <p:cNvPr id="4160" name="Google Shape;4160;p30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4" name="Shape 4164"/>
        <p:cNvGrpSpPr/>
        <p:nvPr/>
      </p:nvGrpSpPr>
      <p:grpSpPr>
        <a:xfrm>
          <a:off x="0" y="0"/>
          <a:ext cx="0" cy="0"/>
          <a:chOff x="0" y="0"/>
          <a:chExt cx="0" cy="0"/>
        </a:xfrm>
      </p:grpSpPr>
      <p:sp>
        <p:nvSpPr>
          <p:cNvPr id="4165" name="Google Shape;4165;p3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4166" name="Google Shape;4166;p304"/>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t>
            </a:r>
            <a:r>
              <a:rPr lang="en"/>
              <a:t>ackground information and c</a:t>
            </a:r>
            <a:r>
              <a:rPr lang="en"/>
              <a:t>lient </a:t>
            </a:r>
            <a:endParaRPr/>
          </a:p>
        </p:txBody>
      </p:sp>
      <p:sp>
        <p:nvSpPr>
          <p:cNvPr id="4167" name="Google Shape;4167;p304"/>
          <p:cNvSpPr txBox="1"/>
          <p:nvPr>
            <p:ph idx="2" type="title"/>
          </p:nvPr>
        </p:nvSpPr>
        <p:spPr>
          <a:xfrm>
            <a:off x="777150" y="133202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168" name="Google Shape;4168;p304"/>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a:t>
            </a:r>
            <a:endParaRPr/>
          </a:p>
        </p:txBody>
      </p:sp>
      <p:cxnSp>
        <p:nvCxnSpPr>
          <p:cNvPr id="4169" name="Google Shape;4169;p304"/>
          <p:cNvCxnSpPr/>
          <p:nvPr/>
        </p:nvCxnSpPr>
        <p:spPr>
          <a:xfrm>
            <a:off x="4250275" y="1320925"/>
            <a:ext cx="0" cy="469800"/>
          </a:xfrm>
          <a:prstGeom prst="straightConnector1">
            <a:avLst/>
          </a:prstGeom>
          <a:noFill/>
          <a:ln cap="flat" cmpd="sng" w="19050">
            <a:solidFill>
              <a:schemeClr val="lt2"/>
            </a:solidFill>
            <a:prstDash val="solid"/>
            <a:round/>
            <a:headEnd len="med" w="med" type="none"/>
            <a:tailEnd len="med" w="med" type="none"/>
          </a:ln>
        </p:spPr>
      </p:cxnSp>
      <p:sp>
        <p:nvSpPr>
          <p:cNvPr id="4170" name="Google Shape;4170;p304"/>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data given for this project and questions</a:t>
            </a:r>
            <a:endParaRPr/>
          </a:p>
        </p:txBody>
      </p:sp>
      <p:sp>
        <p:nvSpPr>
          <p:cNvPr id="4171" name="Google Shape;4171;p304"/>
          <p:cNvSpPr txBox="1"/>
          <p:nvPr>
            <p:ph idx="5" type="title"/>
          </p:nvPr>
        </p:nvSpPr>
        <p:spPr>
          <a:xfrm>
            <a:off x="777150" y="221467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172" name="Google Shape;4172;p304"/>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a:t>
            </a:r>
            <a:endParaRPr/>
          </a:p>
        </p:txBody>
      </p:sp>
      <p:sp>
        <p:nvSpPr>
          <p:cNvPr id="4173" name="Google Shape;4173;p304"/>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Exploratory data analysis</a:t>
            </a:r>
            <a:endParaRPr/>
          </a:p>
        </p:txBody>
      </p:sp>
      <p:sp>
        <p:nvSpPr>
          <p:cNvPr id="4174" name="Google Shape;4174;p304"/>
          <p:cNvSpPr txBox="1"/>
          <p:nvPr>
            <p:ph idx="8" type="title"/>
          </p:nvPr>
        </p:nvSpPr>
        <p:spPr>
          <a:xfrm>
            <a:off x="777150" y="309732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175" name="Google Shape;4175;p304"/>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EDA</a:t>
            </a:r>
            <a:endParaRPr/>
          </a:p>
        </p:txBody>
      </p:sp>
      <p:sp>
        <p:nvSpPr>
          <p:cNvPr id="4176" name="Google Shape;4176;p304"/>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Next steps for next semester </a:t>
            </a:r>
            <a:endParaRPr/>
          </a:p>
        </p:txBody>
      </p:sp>
      <p:sp>
        <p:nvSpPr>
          <p:cNvPr id="4177" name="Google Shape;4177;p304"/>
          <p:cNvSpPr txBox="1"/>
          <p:nvPr>
            <p:ph idx="14" type="title"/>
          </p:nvPr>
        </p:nvSpPr>
        <p:spPr>
          <a:xfrm>
            <a:off x="777150" y="397997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178" name="Google Shape;4178;p304"/>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Future</a:t>
            </a:r>
            <a:r>
              <a:rPr lang="en"/>
              <a:t> Work </a:t>
            </a:r>
            <a:endParaRPr/>
          </a:p>
        </p:txBody>
      </p:sp>
      <p:cxnSp>
        <p:nvCxnSpPr>
          <p:cNvPr id="4179" name="Google Shape;4179;p304"/>
          <p:cNvCxnSpPr/>
          <p:nvPr/>
        </p:nvCxnSpPr>
        <p:spPr>
          <a:xfrm>
            <a:off x="4250275" y="2203575"/>
            <a:ext cx="0" cy="469800"/>
          </a:xfrm>
          <a:prstGeom prst="straightConnector1">
            <a:avLst/>
          </a:prstGeom>
          <a:noFill/>
          <a:ln cap="flat" cmpd="sng" w="19050">
            <a:solidFill>
              <a:schemeClr val="lt2"/>
            </a:solidFill>
            <a:prstDash val="solid"/>
            <a:round/>
            <a:headEnd len="med" w="med" type="none"/>
            <a:tailEnd len="med" w="med" type="none"/>
          </a:ln>
        </p:spPr>
      </p:cxnSp>
      <p:cxnSp>
        <p:nvCxnSpPr>
          <p:cNvPr id="4180" name="Google Shape;4180;p304"/>
          <p:cNvCxnSpPr/>
          <p:nvPr/>
        </p:nvCxnSpPr>
        <p:spPr>
          <a:xfrm>
            <a:off x="4250275" y="3086225"/>
            <a:ext cx="0" cy="469800"/>
          </a:xfrm>
          <a:prstGeom prst="straightConnector1">
            <a:avLst/>
          </a:prstGeom>
          <a:noFill/>
          <a:ln cap="flat" cmpd="sng" w="19050">
            <a:solidFill>
              <a:schemeClr val="lt2"/>
            </a:solidFill>
            <a:prstDash val="solid"/>
            <a:round/>
            <a:headEnd len="med" w="med" type="none"/>
            <a:tailEnd len="med" w="med" type="none"/>
          </a:ln>
        </p:spPr>
      </p:cxnSp>
      <p:cxnSp>
        <p:nvCxnSpPr>
          <p:cNvPr id="4181" name="Google Shape;4181;p304"/>
          <p:cNvCxnSpPr/>
          <p:nvPr/>
        </p:nvCxnSpPr>
        <p:spPr>
          <a:xfrm>
            <a:off x="4250275" y="3968875"/>
            <a:ext cx="0" cy="469800"/>
          </a:xfrm>
          <a:prstGeom prst="straightConnector1">
            <a:avLst/>
          </a:prstGeom>
          <a:noFill/>
          <a:ln cap="flat" cmpd="sng" w="19050">
            <a:solidFill>
              <a:schemeClr val="lt2"/>
            </a:solidFill>
            <a:prstDash val="solid"/>
            <a:round/>
            <a:headEnd len="med" w="med" type="none"/>
            <a:tailEnd len="med" w="med" type="none"/>
          </a:ln>
        </p:spPr>
      </p:cxnSp>
      <p:sp>
        <p:nvSpPr>
          <p:cNvPr id="4182" name="Google Shape;4182;p304"/>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6" name="Shape 4186"/>
        <p:cNvGrpSpPr/>
        <p:nvPr/>
      </p:nvGrpSpPr>
      <p:grpSpPr>
        <a:xfrm>
          <a:off x="0" y="0"/>
          <a:ext cx="0" cy="0"/>
          <a:chOff x="0" y="0"/>
          <a:chExt cx="0" cy="0"/>
        </a:xfrm>
      </p:grpSpPr>
      <p:sp>
        <p:nvSpPr>
          <p:cNvPr id="4187" name="Google Shape;4187;p305"/>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4188" name="Google Shape;4188;p305"/>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189" name="Google Shape;4189;p305"/>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a:t>
            </a:r>
            <a:r>
              <a:rPr lang="en"/>
              <a:t>Project Topic and</a:t>
            </a:r>
            <a:r>
              <a:rPr lang="en"/>
              <a:t> Client </a:t>
            </a:r>
            <a:endParaRPr/>
          </a:p>
        </p:txBody>
      </p:sp>
      <p:sp>
        <p:nvSpPr>
          <p:cNvPr id="4190" name="Google Shape;4190;p305"/>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4" name="Shape 4194"/>
        <p:cNvGrpSpPr/>
        <p:nvPr/>
      </p:nvGrpSpPr>
      <p:grpSpPr>
        <a:xfrm>
          <a:off x="0" y="0"/>
          <a:ext cx="0" cy="0"/>
          <a:chOff x="0" y="0"/>
          <a:chExt cx="0" cy="0"/>
        </a:xfrm>
      </p:grpSpPr>
      <p:sp>
        <p:nvSpPr>
          <p:cNvPr id="4195" name="Google Shape;4195;p306"/>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Apportionment</a:t>
            </a:r>
            <a:endParaRPr/>
          </a:p>
        </p:txBody>
      </p:sp>
      <p:sp>
        <p:nvSpPr>
          <p:cNvPr id="4196" name="Google Shape;4196;p306"/>
          <p:cNvSpPr txBox="1"/>
          <p:nvPr>
            <p:ph idx="1" type="subTitle"/>
          </p:nvPr>
        </p:nvSpPr>
        <p:spPr>
          <a:xfrm>
            <a:off x="975275" y="1489285"/>
            <a:ext cx="4294800" cy="229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apportionment is a "collection of techniques to provide information</a:t>
            </a:r>
            <a:endParaRPr/>
          </a:p>
          <a:p>
            <a:pPr indent="0" lvl="0" marL="0" rtl="0" algn="l">
              <a:spcBef>
                <a:spcPts val="0"/>
              </a:spcBef>
              <a:spcAft>
                <a:spcPts val="0"/>
              </a:spcAft>
              <a:buNone/>
            </a:pPr>
            <a:r>
              <a:rPr lang="en"/>
              <a:t>regarding how much a source (usually a generalized category) contributes to the</a:t>
            </a:r>
            <a:endParaRPr/>
          </a:p>
          <a:p>
            <a:pPr indent="0" lvl="0" marL="0" rtl="0" algn="l">
              <a:spcBef>
                <a:spcPts val="0"/>
              </a:spcBef>
              <a:spcAft>
                <a:spcPts val="0"/>
              </a:spcAft>
              <a:buNone/>
            </a:pPr>
            <a:r>
              <a:rPr lang="en"/>
              <a:t>overall pollutant concentration at receptor (usually a monitoring site) (Rizzo, 2010).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overall goal is to extract latent factors from the data. We can then interpret these factors to identify specific source profiles.  </a:t>
            </a:r>
            <a:endParaRPr/>
          </a:p>
        </p:txBody>
      </p:sp>
      <p:grpSp>
        <p:nvGrpSpPr>
          <p:cNvPr id="4197" name="Google Shape;4197;p306"/>
          <p:cNvGrpSpPr/>
          <p:nvPr/>
        </p:nvGrpSpPr>
        <p:grpSpPr>
          <a:xfrm>
            <a:off x="6001575" y="605850"/>
            <a:ext cx="5103175" cy="3931800"/>
            <a:chOff x="6001575" y="605850"/>
            <a:chExt cx="5103175" cy="3931800"/>
          </a:xfrm>
        </p:grpSpPr>
        <p:sp>
          <p:nvSpPr>
            <p:cNvPr id="4198" name="Google Shape;4198;p306"/>
            <p:cNvSpPr/>
            <p:nvPr/>
          </p:nvSpPr>
          <p:spPr>
            <a:xfrm>
              <a:off x="7172950" y="605850"/>
              <a:ext cx="3931800" cy="3931800"/>
            </a:xfrm>
            <a:prstGeom prst="pie">
              <a:avLst>
                <a:gd fmla="val 538244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pic>
          <p:nvPicPr>
            <p:cNvPr id="4199" name="Google Shape;4199;p306"/>
            <p:cNvPicPr preferRelativeResize="0"/>
            <p:nvPr/>
          </p:nvPicPr>
          <p:blipFill>
            <a:blip r:embed="rId3">
              <a:alphaModFix/>
            </a:blip>
            <a:stretch>
              <a:fillRect/>
            </a:stretch>
          </p:blipFill>
          <p:spPr>
            <a:xfrm>
              <a:off x="6001575" y="1332875"/>
              <a:ext cx="2665723" cy="2665723"/>
            </a:xfrm>
            <a:prstGeom prst="rect">
              <a:avLst/>
            </a:prstGeom>
            <a:noFill/>
            <a:ln>
              <a:noFill/>
            </a:ln>
            <a:effectLst>
              <a:outerShdw blurRad="57150" rotWithShape="0" algn="bl" dir="5400000" dist="19050">
                <a:schemeClr val="dk1">
                  <a:alpha val="50000"/>
                </a:schemeClr>
              </a:outerShdw>
            </a:effectLst>
          </p:spPr>
        </p:pic>
      </p:grpSp>
      <p:pic>
        <p:nvPicPr>
          <p:cNvPr id="4200" name="Google Shape;4200;p306"/>
          <p:cNvPicPr preferRelativeResize="0"/>
          <p:nvPr/>
        </p:nvPicPr>
        <p:blipFill>
          <a:blip r:embed="rId4">
            <a:alphaModFix/>
          </a:blip>
          <a:stretch>
            <a:fillRect/>
          </a:stretch>
        </p:blipFill>
        <p:spPr>
          <a:xfrm>
            <a:off x="7394600" y="2845200"/>
            <a:ext cx="1272711" cy="2298301"/>
          </a:xfrm>
          <a:prstGeom prst="rect">
            <a:avLst/>
          </a:prstGeom>
          <a:noFill/>
          <a:ln>
            <a:noFill/>
          </a:ln>
          <a:effectLst>
            <a:outerShdw blurRad="57150" rotWithShape="0" algn="bl" dir="5400000" dist="19050">
              <a:schemeClr val="dk1">
                <a:alpha val="50000"/>
              </a:schemeClr>
            </a:outerShdw>
          </a:effectLst>
        </p:spPr>
      </p:pic>
      <p:sp>
        <p:nvSpPr>
          <p:cNvPr id="4201" name="Google Shape;4201;p306"/>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5" name="Shape 4205"/>
        <p:cNvGrpSpPr/>
        <p:nvPr/>
      </p:nvGrpSpPr>
      <p:grpSpPr>
        <a:xfrm>
          <a:off x="0" y="0"/>
          <a:ext cx="0" cy="0"/>
          <a:chOff x="0" y="0"/>
          <a:chExt cx="0" cy="0"/>
        </a:xfrm>
      </p:grpSpPr>
      <p:sp>
        <p:nvSpPr>
          <p:cNvPr id="4206" name="Google Shape;4206;p3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Deron Smith</a:t>
            </a:r>
            <a:endParaRPr/>
          </a:p>
        </p:txBody>
      </p:sp>
      <p:sp>
        <p:nvSpPr>
          <p:cNvPr id="4207" name="Google Shape;4207;p307"/>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Recent projects include an open source tool called the Environmental Source Apportionment Toolkit (esat), and is currently working on a graphical user interface for the toolkit. </a:t>
            </a:r>
            <a:endParaRPr/>
          </a:p>
        </p:txBody>
      </p:sp>
      <p:sp>
        <p:nvSpPr>
          <p:cNvPr id="4208" name="Google Shape;4208;p307"/>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Mr. Smith is a UGA alumni with a B.S. in Physics and a M.S. in Computer Science from GaTech. He is now a researcher and </a:t>
            </a:r>
            <a:r>
              <a:rPr lang="en"/>
              <a:t>software</a:t>
            </a:r>
            <a:r>
              <a:rPr lang="en"/>
              <a:t> developer for the Environmental Protection Agency </a:t>
            </a:r>
            <a:endParaRPr/>
          </a:p>
        </p:txBody>
      </p:sp>
      <p:pic>
        <p:nvPicPr>
          <p:cNvPr id="4209" name="Google Shape;4209;p307"/>
          <p:cNvPicPr preferRelativeResize="0"/>
          <p:nvPr/>
        </p:nvPicPr>
        <p:blipFill rotWithShape="1">
          <a:blip r:embed="rId3">
            <a:alphaModFix/>
          </a:blip>
          <a:srcRect b="12038" l="26676" r="27320" t="11916"/>
          <a:stretch/>
        </p:blipFill>
        <p:spPr>
          <a:xfrm>
            <a:off x="7312573" y="445025"/>
            <a:ext cx="1271700" cy="1261200"/>
          </a:xfrm>
          <a:prstGeom prst="ellipse">
            <a:avLst/>
          </a:prstGeom>
          <a:noFill/>
          <a:ln>
            <a:noFill/>
          </a:ln>
        </p:spPr>
      </p:pic>
      <p:pic>
        <p:nvPicPr>
          <p:cNvPr id="4210" name="Google Shape;4210;p307"/>
          <p:cNvPicPr preferRelativeResize="0"/>
          <p:nvPr/>
        </p:nvPicPr>
        <p:blipFill>
          <a:blip r:embed="rId4">
            <a:alphaModFix/>
          </a:blip>
          <a:stretch>
            <a:fillRect/>
          </a:stretch>
        </p:blipFill>
        <p:spPr>
          <a:xfrm>
            <a:off x="2583659" y="3721656"/>
            <a:ext cx="1425174" cy="897850"/>
          </a:xfrm>
          <a:prstGeom prst="rect">
            <a:avLst/>
          </a:prstGeom>
          <a:noFill/>
          <a:ln>
            <a:noFill/>
          </a:ln>
        </p:spPr>
      </p:pic>
      <p:pic>
        <p:nvPicPr>
          <p:cNvPr id="4211" name="Google Shape;4211;p307"/>
          <p:cNvPicPr preferRelativeResize="0"/>
          <p:nvPr/>
        </p:nvPicPr>
        <p:blipFill>
          <a:blip r:embed="rId5">
            <a:alphaModFix/>
          </a:blip>
          <a:stretch>
            <a:fillRect/>
          </a:stretch>
        </p:blipFill>
        <p:spPr>
          <a:xfrm>
            <a:off x="974910" y="3713500"/>
            <a:ext cx="1271700" cy="8244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5" name="Shape 4215"/>
        <p:cNvGrpSpPr/>
        <p:nvPr/>
      </p:nvGrpSpPr>
      <p:grpSpPr>
        <a:xfrm>
          <a:off x="0" y="0"/>
          <a:ext cx="0" cy="0"/>
          <a:chOff x="0" y="0"/>
          <a:chExt cx="0" cy="0"/>
        </a:xfrm>
      </p:grpSpPr>
      <p:sp>
        <p:nvSpPr>
          <p:cNvPr id="4216" name="Google Shape;4216;p308"/>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a:t>
            </a:r>
            <a:endParaRPr/>
          </a:p>
        </p:txBody>
      </p:sp>
      <p:sp>
        <p:nvSpPr>
          <p:cNvPr id="4217" name="Google Shape;4217;p308"/>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218" name="Google Shape;4218;p308"/>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Provided Datasets and Research Questions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2" name="Shape 4222"/>
        <p:cNvGrpSpPr/>
        <p:nvPr/>
      </p:nvGrpSpPr>
      <p:grpSpPr>
        <a:xfrm>
          <a:off x="0" y="0"/>
          <a:ext cx="0" cy="0"/>
          <a:chOff x="0" y="0"/>
          <a:chExt cx="0" cy="0"/>
        </a:xfrm>
      </p:grpSpPr>
      <p:sp>
        <p:nvSpPr>
          <p:cNvPr id="4223" name="Google Shape;4223;p309"/>
          <p:cNvSpPr/>
          <p:nvPr/>
        </p:nvSpPr>
        <p:spPr>
          <a:xfrm>
            <a:off x="1050225" y="1328550"/>
            <a:ext cx="1797600" cy="17976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224" name="Google Shape;4224;p309"/>
          <p:cNvSpPr/>
          <p:nvPr/>
        </p:nvSpPr>
        <p:spPr>
          <a:xfrm>
            <a:off x="3673197" y="1328550"/>
            <a:ext cx="1797600" cy="17976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225" name="Google Shape;4225;p309"/>
          <p:cNvSpPr/>
          <p:nvPr/>
        </p:nvSpPr>
        <p:spPr>
          <a:xfrm>
            <a:off x="6296175" y="1328550"/>
            <a:ext cx="1797600" cy="17976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226" name="Google Shape;4226;p30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Datasets</a:t>
            </a:r>
            <a:endParaRPr/>
          </a:p>
        </p:txBody>
      </p:sp>
      <p:sp>
        <p:nvSpPr>
          <p:cNvPr id="4227" name="Google Shape;4227;p309"/>
          <p:cNvSpPr txBox="1"/>
          <p:nvPr>
            <p:ph idx="1" type="subTitle"/>
          </p:nvPr>
        </p:nvSpPr>
        <p:spPr>
          <a:xfrm>
            <a:off x="828825" y="3442127"/>
            <a:ext cx="22404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focuses on  fine particulate matter (PM2.5) chemical composition (n=630)</a:t>
            </a:r>
            <a:endParaRPr/>
          </a:p>
        </p:txBody>
      </p:sp>
      <p:sp>
        <p:nvSpPr>
          <p:cNvPr id="4228" name="Google Shape;4228;p309"/>
          <p:cNvSpPr txBox="1"/>
          <p:nvPr>
            <p:ph idx="2" type="subTitle"/>
          </p:nvPr>
        </p:nvSpPr>
        <p:spPr>
          <a:xfrm>
            <a:off x="3451797" y="3442127"/>
            <a:ext cx="22404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focuses on volatile organic compounds (VOCs) rather than particulate matter (n=307)</a:t>
            </a:r>
            <a:endParaRPr/>
          </a:p>
        </p:txBody>
      </p:sp>
      <p:sp>
        <p:nvSpPr>
          <p:cNvPr id="4229" name="Google Shape;4229;p309"/>
          <p:cNvSpPr txBox="1"/>
          <p:nvPr>
            <p:ph idx="3" type="subTitle"/>
          </p:nvPr>
        </p:nvSpPr>
        <p:spPr>
          <a:xfrm>
            <a:off x="6074772" y="3442127"/>
            <a:ext cx="22404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focuses on  fine particulate matter (PM2.5) chemical composition (n=418)</a:t>
            </a:r>
            <a:endParaRPr/>
          </a:p>
          <a:p>
            <a:pPr indent="0" lvl="0" marL="0" rtl="0" algn="l">
              <a:spcBef>
                <a:spcPts val="0"/>
              </a:spcBef>
              <a:spcAft>
                <a:spcPts val="0"/>
              </a:spcAft>
              <a:buNone/>
            </a:pPr>
            <a:r>
              <a:t/>
            </a:r>
            <a:endParaRPr/>
          </a:p>
        </p:txBody>
      </p:sp>
      <p:sp>
        <p:nvSpPr>
          <p:cNvPr id="4230" name="Google Shape;4230;p309"/>
          <p:cNvSpPr txBox="1"/>
          <p:nvPr>
            <p:ph idx="4" type="subTitle"/>
          </p:nvPr>
        </p:nvSpPr>
        <p:spPr>
          <a:xfrm>
            <a:off x="828813" y="2971125"/>
            <a:ext cx="2240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Baltimore</a:t>
            </a:r>
            <a:endParaRPr/>
          </a:p>
        </p:txBody>
      </p:sp>
      <p:sp>
        <p:nvSpPr>
          <p:cNvPr id="4231" name="Google Shape;4231;p309"/>
          <p:cNvSpPr txBox="1"/>
          <p:nvPr>
            <p:ph idx="5" type="subTitle"/>
          </p:nvPr>
        </p:nvSpPr>
        <p:spPr>
          <a:xfrm>
            <a:off x="3451797" y="2971125"/>
            <a:ext cx="2240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Baton Rouge </a:t>
            </a:r>
            <a:endParaRPr/>
          </a:p>
        </p:txBody>
      </p:sp>
      <p:sp>
        <p:nvSpPr>
          <p:cNvPr id="4232" name="Google Shape;4232;p309"/>
          <p:cNvSpPr txBox="1"/>
          <p:nvPr>
            <p:ph idx="6" type="subTitle"/>
          </p:nvPr>
        </p:nvSpPr>
        <p:spPr>
          <a:xfrm>
            <a:off x="6074772" y="2971125"/>
            <a:ext cx="2240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St. Louis</a:t>
            </a:r>
            <a:endParaRPr/>
          </a:p>
        </p:txBody>
      </p:sp>
      <p:grpSp>
        <p:nvGrpSpPr>
          <p:cNvPr id="4233" name="Google Shape;4233;p309"/>
          <p:cNvGrpSpPr/>
          <p:nvPr/>
        </p:nvGrpSpPr>
        <p:grpSpPr>
          <a:xfrm>
            <a:off x="1559827" y="1808957"/>
            <a:ext cx="778376" cy="778427"/>
            <a:chOff x="3248909" y="3144907"/>
            <a:chExt cx="474764" cy="474795"/>
          </a:xfrm>
        </p:grpSpPr>
        <p:sp>
          <p:nvSpPr>
            <p:cNvPr id="4234" name="Google Shape;4234;p309"/>
            <p:cNvSpPr/>
            <p:nvPr/>
          </p:nvSpPr>
          <p:spPr>
            <a:xfrm rot="-3598113">
              <a:off x="3265857" y="3208300"/>
              <a:ext cx="27804" cy="27809"/>
            </a:xfrm>
            <a:custGeom>
              <a:rect b="b" l="l" r="r" t="t"/>
              <a:pathLst>
                <a:path extrusionOk="0" h="26384" w="26380">
                  <a:moveTo>
                    <a:pt x="0" y="0"/>
                  </a:moveTo>
                  <a:lnTo>
                    <a:pt x="26380" y="0"/>
                  </a:lnTo>
                  <a:lnTo>
                    <a:pt x="26380" y="26384"/>
                  </a:lnTo>
                  <a:lnTo>
                    <a:pt x="0" y="26384"/>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35" name="Google Shape;4235;p309"/>
            <p:cNvSpPr/>
            <p:nvPr/>
          </p:nvSpPr>
          <p:spPr>
            <a:xfrm rot="-1801887">
              <a:off x="3265841" y="3335010"/>
              <a:ext cx="27804" cy="27809"/>
            </a:xfrm>
            <a:custGeom>
              <a:rect b="b" l="l" r="r" t="t"/>
              <a:pathLst>
                <a:path extrusionOk="0" h="26384" w="26380">
                  <a:moveTo>
                    <a:pt x="0" y="0"/>
                  </a:moveTo>
                  <a:lnTo>
                    <a:pt x="26380" y="0"/>
                  </a:lnTo>
                  <a:lnTo>
                    <a:pt x="26380" y="26384"/>
                  </a:lnTo>
                  <a:lnTo>
                    <a:pt x="0" y="26384"/>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36" name="Google Shape;4236;p309"/>
            <p:cNvSpPr/>
            <p:nvPr/>
          </p:nvSpPr>
          <p:spPr>
            <a:xfrm>
              <a:off x="3375623" y="3144907"/>
              <a:ext cx="27831" cy="27835"/>
            </a:xfrm>
            <a:custGeom>
              <a:rect b="b" l="l" r="r" t="t"/>
              <a:pathLst>
                <a:path extrusionOk="0" h="26384" w="26380">
                  <a:moveTo>
                    <a:pt x="0" y="0"/>
                  </a:moveTo>
                  <a:lnTo>
                    <a:pt x="26381" y="0"/>
                  </a:lnTo>
                  <a:lnTo>
                    <a:pt x="26381" y="26385"/>
                  </a:lnTo>
                  <a:lnTo>
                    <a:pt x="0" y="26385"/>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37" name="Google Shape;4237;p309"/>
            <p:cNvSpPr/>
            <p:nvPr/>
          </p:nvSpPr>
          <p:spPr>
            <a:xfrm>
              <a:off x="3248909" y="3156776"/>
              <a:ext cx="240405" cy="257600"/>
            </a:xfrm>
            <a:custGeom>
              <a:rect b="b" l="l" r="r" t="t"/>
              <a:pathLst>
                <a:path extrusionOk="0" h="244171" w="227872">
                  <a:moveTo>
                    <a:pt x="191584" y="47633"/>
                  </a:moveTo>
                  <a:lnTo>
                    <a:pt x="211458" y="13204"/>
                  </a:lnTo>
                  <a:lnTo>
                    <a:pt x="188618" y="12"/>
                  </a:lnTo>
                  <a:lnTo>
                    <a:pt x="168744" y="34418"/>
                  </a:lnTo>
                  <a:cubicBezTo>
                    <a:pt x="157817" y="29997"/>
                    <a:pt x="145880" y="27546"/>
                    <a:pt x="133370" y="27546"/>
                  </a:cubicBezTo>
                  <a:cubicBezTo>
                    <a:pt x="120860" y="27546"/>
                    <a:pt x="108924" y="29997"/>
                    <a:pt x="97985" y="34418"/>
                  </a:cubicBezTo>
                  <a:lnTo>
                    <a:pt x="78111" y="0"/>
                  </a:lnTo>
                  <a:lnTo>
                    <a:pt x="55259" y="13192"/>
                  </a:lnTo>
                  <a:lnTo>
                    <a:pt x="75133" y="47633"/>
                  </a:lnTo>
                  <a:cubicBezTo>
                    <a:pt x="56314" y="62374"/>
                    <a:pt x="43218" y="84091"/>
                    <a:pt x="39747" y="108893"/>
                  </a:cubicBezTo>
                  <a:lnTo>
                    <a:pt x="0" y="108893"/>
                  </a:lnTo>
                  <a:lnTo>
                    <a:pt x="0" y="135278"/>
                  </a:lnTo>
                  <a:lnTo>
                    <a:pt x="39747" y="135278"/>
                  </a:lnTo>
                  <a:cubicBezTo>
                    <a:pt x="43218" y="160092"/>
                    <a:pt x="56303" y="181798"/>
                    <a:pt x="75121" y="196538"/>
                  </a:cubicBezTo>
                  <a:lnTo>
                    <a:pt x="55236" y="230979"/>
                  </a:lnTo>
                  <a:lnTo>
                    <a:pt x="78088" y="244171"/>
                  </a:lnTo>
                  <a:lnTo>
                    <a:pt x="97961" y="209754"/>
                  </a:lnTo>
                  <a:cubicBezTo>
                    <a:pt x="108889" y="214175"/>
                    <a:pt x="120836" y="216626"/>
                    <a:pt x="133347" y="216626"/>
                  </a:cubicBezTo>
                  <a:cubicBezTo>
                    <a:pt x="185546" y="216626"/>
                    <a:pt x="227872" y="174293"/>
                    <a:pt x="227872" y="122086"/>
                  </a:cubicBezTo>
                  <a:cubicBezTo>
                    <a:pt x="227896" y="91854"/>
                    <a:pt x="213685" y="64942"/>
                    <a:pt x="191584" y="47633"/>
                  </a:cubicBez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38" name="Google Shape;4238;p309"/>
            <p:cNvSpPr/>
            <p:nvPr/>
          </p:nvSpPr>
          <p:spPr>
            <a:xfrm rot="-1801887">
              <a:off x="3485251" y="3208246"/>
              <a:ext cx="27804" cy="27809"/>
            </a:xfrm>
            <a:custGeom>
              <a:rect b="b" l="l" r="r" t="t"/>
              <a:pathLst>
                <a:path extrusionOk="0" h="26384" w="26380">
                  <a:moveTo>
                    <a:pt x="0" y="0"/>
                  </a:moveTo>
                  <a:lnTo>
                    <a:pt x="26380" y="0"/>
                  </a:lnTo>
                  <a:lnTo>
                    <a:pt x="26380" y="26384"/>
                  </a:lnTo>
                  <a:lnTo>
                    <a:pt x="0" y="26384"/>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39" name="Google Shape;4239;p309"/>
            <p:cNvSpPr/>
            <p:nvPr/>
          </p:nvSpPr>
          <p:spPr>
            <a:xfrm>
              <a:off x="3389543" y="3144907"/>
              <a:ext cx="13903" cy="27835"/>
            </a:xfrm>
            <a:custGeom>
              <a:rect b="b" l="l" r="r" t="t"/>
              <a:pathLst>
                <a:path extrusionOk="0" h="26384" w="13178">
                  <a:moveTo>
                    <a:pt x="0" y="0"/>
                  </a:moveTo>
                  <a:lnTo>
                    <a:pt x="13179" y="0"/>
                  </a:lnTo>
                  <a:lnTo>
                    <a:pt x="13179" y="26385"/>
                  </a:lnTo>
                  <a:lnTo>
                    <a:pt x="0" y="26385"/>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40" name="Google Shape;4240;p309"/>
            <p:cNvSpPr/>
            <p:nvPr/>
          </p:nvSpPr>
          <p:spPr>
            <a:xfrm>
              <a:off x="3389543" y="3185820"/>
              <a:ext cx="99724" cy="199478"/>
            </a:xfrm>
            <a:custGeom>
              <a:rect b="b" l="l" r="r" t="t"/>
              <a:pathLst>
                <a:path extrusionOk="0" h="189079" w="94525">
                  <a:moveTo>
                    <a:pt x="0" y="0"/>
                  </a:moveTo>
                  <a:lnTo>
                    <a:pt x="0" y="189080"/>
                  </a:lnTo>
                  <a:cubicBezTo>
                    <a:pt x="52199" y="189080"/>
                    <a:pt x="94526" y="146747"/>
                    <a:pt x="94526" y="94540"/>
                  </a:cubicBezTo>
                  <a:cubicBezTo>
                    <a:pt x="94514" y="42333"/>
                    <a:pt x="52199" y="0"/>
                    <a:pt x="0" y="0"/>
                  </a:cubicBez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41" name="Google Shape;4241;p309"/>
            <p:cNvSpPr/>
            <p:nvPr/>
          </p:nvSpPr>
          <p:spPr>
            <a:xfrm>
              <a:off x="3496625" y="3591867"/>
              <a:ext cx="27831" cy="27835"/>
            </a:xfrm>
            <a:custGeom>
              <a:rect b="b" l="l" r="r" t="t"/>
              <a:pathLst>
                <a:path extrusionOk="0" h="26384" w="26380">
                  <a:moveTo>
                    <a:pt x="0" y="0"/>
                  </a:moveTo>
                  <a:lnTo>
                    <a:pt x="0" y="26385"/>
                  </a:lnTo>
                  <a:lnTo>
                    <a:pt x="13179" y="26385"/>
                  </a:lnTo>
                  <a:lnTo>
                    <a:pt x="26381" y="26385"/>
                  </a:lnTo>
                  <a:lnTo>
                    <a:pt x="26381" y="0"/>
                  </a:lnTo>
                  <a:lnTo>
                    <a:pt x="13179" y="0"/>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42" name="Google Shape;4242;p309"/>
            <p:cNvSpPr/>
            <p:nvPr/>
          </p:nvSpPr>
          <p:spPr>
            <a:xfrm rot="-907440">
              <a:off x="3548424" y="3584929"/>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43" name="Google Shape;4243;p309"/>
            <p:cNvSpPr/>
            <p:nvPr/>
          </p:nvSpPr>
          <p:spPr>
            <a:xfrm rot="-1801887">
              <a:off x="3596147" y="3565134"/>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44" name="Google Shape;4244;p309"/>
            <p:cNvSpPr/>
            <p:nvPr/>
          </p:nvSpPr>
          <p:spPr>
            <a:xfrm rot="-2700000">
              <a:off x="3637388" y="3533457"/>
              <a:ext cx="27887" cy="27891"/>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45" name="Google Shape;4245;p309"/>
            <p:cNvSpPr/>
            <p:nvPr/>
          </p:nvSpPr>
          <p:spPr>
            <a:xfrm rot="-3598113">
              <a:off x="3669080" y="3492295"/>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46" name="Google Shape;4246;p309"/>
            <p:cNvSpPr/>
            <p:nvPr/>
          </p:nvSpPr>
          <p:spPr>
            <a:xfrm rot="-4492560">
              <a:off x="3689364" y="3444314"/>
              <a:ext cx="27806" cy="27823"/>
            </a:xfrm>
            <a:custGeom>
              <a:rect b="b" l="l" r="r" t="t"/>
              <a:pathLst>
                <a:path extrusionOk="0" h="26397" w="26381">
                  <a:moveTo>
                    <a:pt x="0" y="0"/>
                  </a:moveTo>
                  <a:lnTo>
                    <a:pt x="26382" y="0"/>
                  </a:lnTo>
                  <a:lnTo>
                    <a:pt x="26382" y="26397"/>
                  </a:lnTo>
                  <a:lnTo>
                    <a:pt x="0" y="26397"/>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47" name="Google Shape;4247;p309"/>
            <p:cNvSpPr/>
            <p:nvPr/>
          </p:nvSpPr>
          <p:spPr>
            <a:xfrm>
              <a:off x="3695843" y="3392609"/>
              <a:ext cx="27831" cy="27835"/>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48" name="Google Shape;4248;p309"/>
            <p:cNvSpPr/>
            <p:nvPr/>
          </p:nvSpPr>
          <p:spPr>
            <a:xfrm rot="-907440">
              <a:off x="3689269" y="3340817"/>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49" name="Google Shape;4249;p309"/>
            <p:cNvSpPr/>
            <p:nvPr/>
          </p:nvSpPr>
          <p:spPr>
            <a:xfrm rot="-907440">
              <a:off x="3304345" y="3444159"/>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50" name="Google Shape;4250;p309"/>
            <p:cNvSpPr/>
            <p:nvPr/>
          </p:nvSpPr>
          <p:spPr>
            <a:xfrm rot="-1801887">
              <a:off x="3669058" y="3293062"/>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51" name="Google Shape;4251;p309"/>
            <p:cNvSpPr/>
            <p:nvPr/>
          </p:nvSpPr>
          <p:spPr>
            <a:xfrm rot="-1801887">
              <a:off x="3324010" y="3492210"/>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52" name="Google Shape;4252;p309"/>
            <p:cNvSpPr/>
            <p:nvPr/>
          </p:nvSpPr>
          <p:spPr>
            <a:xfrm rot="-2700000">
              <a:off x="3637426" y="3251711"/>
              <a:ext cx="27887" cy="27891"/>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53" name="Google Shape;4253;p309"/>
            <p:cNvSpPr/>
            <p:nvPr/>
          </p:nvSpPr>
          <p:spPr>
            <a:xfrm rot="-2700000">
              <a:off x="3355663" y="3533330"/>
              <a:ext cx="27887" cy="27891"/>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54" name="Google Shape;4254;p309"/>
            <p:cNvSpPr/>
            <p:nvPr/>
          </p:nvSpPr>
          <p:spPr>
            <a:xfrm rot="-3598113">
              <a:off x="3596117" y="3220034"/>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55" name="Google Shape;4255;p309"/>
            <p:cNvSpPr/>
            <p:nvPr/>
          </p:nvSpPr>
          <p:spPr>
            <a:xfrm rot="-3598113">
              <a:off x="3396896" y="3565148"/>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56" name="Google Shape;4256;p309"/>
            <p:cNvSpPr/>
            <p:nvPr/>
          </p:nvSpPr>
          <p:spPr>
            <a:xfrm rot="-4492560">
              <a:off x="3548303" y="3200119"/>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57" name="Google Shape;4257;p309"/>
            <p:cNvSpPr/>
            <p:nvPr/>
          </p:nvSpPr>
          <p:spPr>
            <a:xfrm rot="-4492560">
              <a:off x="3445210" y="3585136"/>
              <a:ext cx="27806" cy="27810"/>
            </a:xfrm>
            <a:custGeom>
              <a:rect b="b" l="l" r="r" t="t"/>
              <a:pathLst>
                <a:path extrusionOk="0" h="26385" w="26381">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58" name="Google Shape;4258;p309"/>
            <p:cNvSpPr/>
            <p:nvPr/>
          </p:nvSpPr>
          <p:spPr>
            <a:xfrm>
              <a:off x="3362185" y="3258137"/>
              <a:ext cx="296873" cy="284570"/>
            </a:xfrm>
            <a:custGeom>
              <a:rect b="b" l="l" r="r" t="t"/>
              <a:pathLst>
                <a:path extrusionOk="0" h="269735" w="281396">
                  <a:moveTo>
                    <a:pt x="0" y="140731"/>
                  </a:moveTo>
                  <a:cubicBezTo>
                    <a:pt x="0" y="150370"/>
                    <a:pt x="961" y="159787"/>
                    <a:pt x="2814" y="168875"/>
                  </a:cubicBezTo>
                  <a:cubicBezTo>
                    <a:pt x="12018" y="214234"/>
                    <a:pt x="43030" y="251653"/>
                    <a:pt x="84419" y="269736"/>
                  </a:cubicBezTo>
                  <a:lnTo>
                    <a:pt x="140698" y="240501"/>
                  </a:lnTo>
                  <a:lnTo>
                    <a:pt x="278582" y="168863"/>
                  </a:lnTo>
                  <a:cubicBezTo>
                    <a:pt x="280435" y="159775"/>
                    <a:pt x="281396" y="150359"/>
                    <a:pt x="281396" y="140719"/>
                  </a:cubicBezTo>
                  <a:cubicBezTo>
                    <a:pt x="281396" y="62995"/>
                    <a:pt x="218410" y="0"/>
                    <a:pt x="140698" y="0"/>
                  </a:cubicBezTo>
                  <a:lnTo>
                    <a:pt x="0" y="140731"/>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59" name="Google Shape;4259;p309"/>
            <p:cNvSpPr/>
            <p:nvPr/>
          </p:nvSpPr>
          <p:spPr>
            <a:xfrm>
              <a:off x="3362185" y="3258150"/>
              <a:ext cx="207811" cy="178150"/>
            </a:xfrm>
            <a:custGeom>
              <a:rect b="b" l="l" r="r" t="t"/>
              <a:pathLst>
                <a:path extrusionOk="0" h="168863" w="196977">
                  <a:moveTo>
                    <a:pt x="112559" y="112575"/>
                  </a:moveTo>
                  <a:lnTo>
                    <a:pt x="140698" y="112575"/>
                  </a:lnTo>
                  <a:lnTo>
                    <a:pt x="168838" y="112575"/>
                  </a:lnTo>
                  <a:cubicBezTo>
                    <a:pt x="184373" y="112575"/>
                    <a:pt x="196977" y="99969"/>
                    <a:pt x="196977" y="84432"/>
                  </a:cubicBezTo>
                  <a:cubicBezTo>
                    <a:pt x="196848" y="68612"/>
                    <a:pt x="183834" y="56217"/>
                    <a:pt x="168838" y="56288"/>
                  </a:cubicBezTo>
                  <a:cubicBezTo>
                    <a:pt x="152587" y="56206"/>
                    <a:pt x="140733" y="42626"/>
                    <a:pt x="140698" y="28144"/>
                  </a:cubicBezTo>
                  <a:lnTo>
                    <a:pt x="140698" y="0"/>
                  </a:lnTo>
                  <a:cubicBezTo>
                    <a:pt x="62986" y="0"/>
                    <a:pt x="0" y="62995"/>
                    <a:pt x="0" y="140719"/>
                  </a:cubicBezTo>
                  <a:cubicBezTo>
                    <a:pt x="0" y="150359"/>
                    <a:pt x="961" y="159775"/>
                    <a:pt x="2814" y="168863"/>
                  </a:cubicBezTo>
                  <a:lnTo>
                    <a:pt x="56279" y="168863"/>
                  </a:lnTo>
                  <a:cubicBezTo>
                    <a:pt x="71815" y="168863"/>
                    <a:pt x="84419" y="156257"/>
                    <a:pt x="84419" y="140719"/>
                  </a:cubicBezTo>
                  <a:cubicBezTo>
                    <a:pt x="84548" y="124912"/>
                    <a:pt x="97551" y="112505"/>
                    <a:pt x="112559" y="112575"/>
                  </a:cubicBezTo>
                  <a:close/>
                </a:path>
              </a:pathLst>
            </a:custGeom>
            <a:solidFill>
              <a:srgbClr val="DDE799"/>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4260" name="Google Shape;4260;p309"/>
            <p:cNvSpPr/>
            <p:nvPr/>
          </p:nvSpPr>
          <p:spPr>
            <a:xfrm>
              <a:off x="3451193" y="3436192"/>
              <a:ext cx="204842" cy="118767"/>
            </a:xfrm>
            <a:custGeom>
              <a:rect b="b" l="l" r="r" t="t"/>
              <a:pathLst>
                <a:path extrusionOk="0" h="112575" w="194163">
                  <a:moveTo>
                    <a:pt x="84419" y="28144"/>
                  </a:moveTo>
                  <a:cubicBezTo>
                    <a:pt x="84290" y="43951"/>
                    <a:pt x="71275" y="56358"/>
                    <a:pt x="56279" y="56288"/>
                  </a:cubicBezTo>
                  <a:lnTo>
                    <a:pt x="28140" y="56288"/>
                  </a:lnTo>
                  <a:cubicBezTo>
                    <a:pt x="12604" y="56288"/>
                    <a:pt x="0" y="68894"/>
                    <a:pt x="0" y="84432"/>
                  </a:cubicBezTo>
                  <a:lnTo>
                    <a:pt x="0" y="100861"/>
                  </a:lnTo>
                  <a:cubicBezTo>
                    <a:pt x="17235" y="108389"/>
                    <a:pt x="36277" y="112575"/>
                    <a:pt x="56279" y="112575"/>
                  </a:cubicBezTo>
                  <a:cubicBezTo>
                    <a:pt x="124353" y="112575"/>
                    <a:pt x="181125" y="64238"/>
                    <a:pt x="194163" y="0"/>
                  </a:cubicBezTo>
                  <a:lnTo>
                    <a:pt x="112559" y="0"/>
                  </a:lnTo>
                  <a:cubicBezTo>
                    <a:pt x="97011" y="0"/>
                    <a:pt x="84419" y="12606"/>
                    <a:pt x="84419" y="28144"/>
                  </a:cubicBezTo>
                  <a:close/>
                </a:path>
              </a:pathLst>
            </a:custGeom>
            <a:solidFill>
              <a:srgbClr val="DDE799"/>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grpSp>
      <p:grpSp>
        <p:nvGrpSpPr>
          <p:cNvPr id="4261" name="Google Shape;4261;p309"/>
          <p:cNvGrpSpPr/>
          <p:nvPr/>
        </p:nvGrpSpPr>
        <p:grpSpPr>
          <a:xfrm>
            <a:off x="4182813" y="1809047"/>
            <a:ext cx="778370" cy="778218"/>
            <a:chOff x="7948879" y="3144895"/>
            <a:chExt cx="474992" cy="474899"/>
          </a:xfrm>
        </p:grpSpPr>
        <p:sp>
          <p:nvSpPr>
            <p:cNvPr id="4262" name="Google Shape;4262;p309"/>
            <p:cNvSpPr/>
            <p:nvPr/>
          </p:nvSpPr>
          <p:spPr>
            <a:xfrm>
              <a:off x="8186234" y="3313676"/>
              <a:ext cx="207811" cy="87219"/>
            </a:xfrm>
            <a:custGeom>
              <a:rect b="b" l="l" r="r" t="t"/>
              <a:pathLst>
                <a:path extrusionOk="0" h="82672" w="196977">
                  <a:moveTo>
                    <a:pt x="196977" y="28144"/>
                  </a:moveTo>
                  <a:lnTo>
                    <a:pt x="196977" y="82673"/>
                  </a:lnTo>
                  <a:lnTo>
                    <a:pt x="0" y="82673"/>
                  </a:lnTo>
                  <a:lnTo>
                    <a:pt x="0" y="14072"/>
                  </a:lnTo>
                  <a:cubicBezTo>
                    <a:pt x="15535" y="14072"/>
                    <a:pt x="28140" y="26678"/>
                    <a:pt x="28140" y="42216"/>
                  </a:cubicBezTo>
                  <a:lnTo>
                    <a:pt x="28140" y="28144"/>
                  </a:lnTo>
                  <a:cubicBezTo>
                    <a:pt x="28069" y="13134"/>
                    <a:pt x="40462" y="129"/>
                    <a:pt x="56279" y="0"/>
                  </a:cubicBezTo>
                  <a:cubicBezTo>
                    <a:pt x="71815" y="0"/>
                    <a:pt x="84419" y="12606"/>
                    <a:pt x="84419" y="28144"/>
                  </a:cubicBezTo>
                  <a:lnTo>
                    <a:pt x="84419" y="42216"/>
                  </a:lnTo>
                  <a:cubicBezTo>
                    <a:pt x="84348" y="27206"/>
                    <a:pt x="96741" y="14201"/>
                    <a:pt x="112559" y="14072"/>
                  </a:cubicBezTo>
                  <a:cubicBezTo>
                    <a:pt x="128094" y="14072"/>
                    <a:pt x="140698" y="26678"/>
                    <a:pt x="140698" y="42216"/>
                  </a:cubicBezTo>
                  <a:lnTo>
                    <a:pt x="140698" y="28144"/>
                  </a:lnTo>
                  <a:cubicBezTo>
                    <a:pt x="140698" y="12606"/>
                    <a:pt x="153302" y="0"/>
                    <a:pt x="168838" y="0"/>
                  </a:cubicBezTo>
                  <a:cubicBezTo>
                    <a:pt x="184385" y="0"/>
                    <a:pt x="196977" y="12594"/>
                    <a:pt x="196977" y="28144"/>
                  </a:cubicBezTo>
                  <a:lnTo>
                    <a:pt x="196977" y="28144"/>
                  </a:lnTo>
                  <a:close/>
                </a:path>
              </a:pathLst>
            </a:custGeom>
            <a:solidFill>
              <a:srgbClr val="3BA57C"/>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63" name="Google Shape;4263;p309"/>
            <p:cNvSpPr/>
            <p:nvPr/>
          </p:nvSpPr>
          <p:spPr>
            <a:xfrm>
              <a:off x="8172327" y="3266037"/>
              <a:ext cx="27831" cy="81231"/>
            </a:xfrm>
            <a:custGeom>
              <a:rect b="b" l="l" r="r" t="t"/>
              <a:pathLst>
                <a:path extrusionOk="0" h="76996" w="26380">
                  <a:moveTo>
                    <a:pt x="0" y="0"/>
                  </a:moveTo>
                  <a:lnTo>
                    <a:pt x="0" y="76997"/>
                  </a:lnTo>
                  <a:lnTo>
                    <a:pt x="13190" y="76997"/>
                  </a:lnTo>
                  <a:lnTo>
                    <a:pt x="26381" y="76997"/>
                  </a:lnTo>
                  <a:lnTo>
                    <a:pt x="26381" y="0"/>
                  </a:lnTo>
                  <a:lnTo>
                    <a:pt x="13190" y="0"/>
                  </a:lnTo>
                  <a:close/>
                </a:path>
              </a:pathLst>
            </a:custGeom>
            <a:solidFill>
              <a:srgbClr val="395400"/>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64" name="Google Shape;4264;p309"/>
            <p:cNvSpPr/>
            <p:nvPr/>
          </p:nvSpPr>
          <p:spPr>
            <a:xfrm>
              <a:off x="8291004" y="3266037"/>
              <a:ext cx="27831" cy="81231"/>
            </a:xfrm>
            <a:custGeom>
              <a:rect b="b" l="l" r="r" t="t"/>
              <a:pathLst>
                <a:path extrusionOk="0" h="76996" w="26380">
                  <a:moveTo>
                    <a:pt x="0" y="0"/>
                  </a:moveTo>
                  <a:lnTo>
                    <a:pt x="0" y="76997"/>
                  </a:lnTo>
                  <a:lnTo>
                    <a:pt x="13190" y="76997"/>
                  </a:lnTo>
                  <a:lnTo>
                    <a:pt x="26381" y="76997"/>
                  </a:lnTo>
                  <a:lnTo>
                    <a:pt x="26381" y="0"/>
                  </a:lnTo>
                  <a:lnTo>
                    <a:pt x="13190" y="0"/>
                  </a:lnTo>
                  <a:close/>
                </a:path>
              </a:pathLst>
            </a:custGeom>
            <a:solidFill>
              <a:srgbClr val="395400"/>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65" name="Google Shape;4265;p309"/>
            <p:cNvSpPr/>
            <p:nvPr/>
          </p:nvSpPr>
          <p:spPr>
            <a:xfrm>
              <a:off x="8053649" y="3266037"/>
              <a:ext cx="27831" cy="81231"/>
            </a:xfrm>
            <a:custGeom>
              <a:rect b="b" l="l" r="r" t="t"/>
              <a:pathLst>
                <a:path extrusionOk="0" h="76996" w="26380">
                  <a:moveTo>
                    <a:pt x="0" y="0"/>
                  </a:moveTo>
                  <a:lnTo>
                    <a:pt x="0" y="76997"/>
                  </a:lnTo>
                  <a:lnTo>
                    <a:pt x="13190" y="76997"/>
                  </a:lnTo>
                  <a:lnTo>
                    <a:pt x="26381" y="76997"/>
                  </a:lnTo>
                  <a:lnTo>
                    <a:pt x="26381" y="0"/>
                  </a:lnTo>
                  <a:lnTo>
                    <a:pt x="13190" y="0"/>
                  </a:lnTo>
                  <a:close/>
                </a:path>
              </a:pathLst>
            </a:custGeom>
            <a:solidFill>
              <a:srgbClr val="395400"/>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66" name="Google Shape;4266;p309"/>
            <p:cNvSpPr/>
            <p:nvPr/>
          </p:nvSpPr>
          <p:spPr>
            <a:xfrm>
              <a:off x="7956359" y="3382297"/>
              <a:ext cx="467513" cy="230049"/>
            </a:xfrm>
            <a:custGeom>
              <a:rect b="b" l="l" r="r" t="t"/>
              <a:pathLst>
                <a:path extrusionOk="0" h="218056" w="443140">
                  <a:moveTo>
                    <a:pt x="218024" y="0"/>
                  </a:moveTo>
                  <a:lnTo>
                    <a:pt x="161744" y="0"/>
                  </a:lnTo>
                  <a:cubicBezTo>
                    <a:pt x="100881" y="0"/>
                    <a:pt x="0" y="56288"/>
                    <a:pt x="0" y="56288"/>
                  </a:cubicBezTo>
                  <a:cubicBezTo>
                    <a:pt x="20355" y="135407"/>
                    <a:pt x="82637" y="197699"/>
                    <a:pt x="161744" y="218056"/>
                  </a:cubicBezTo>
                  <a:lnTo>
                    <a:pt x="218024" y="211958"/>
                  </a:lnTo>
                  <a:lnTo>
                    <a:pt x="436047" y="56288"/>
                  </a:lnTo>
                  <a:cubicBezTo>
                    <a:pt x="440678" y="38299"/>
                    <a:pt x="443141" y="19431"/>
                    <a:pt x="443141" y="0"/>
                  </a:cubicBezTo>
                  <a:lnTo>
                    <a:pt x="218024" y="0"/>
                  </a:lnTo>
                  <a:close/>
                </a:path>
              </a:pathLst>
            </a:custGeom>
            <a:solidFill>
              <a:srgbClr val="699257"/>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67" name="Google Shape;4267;p309"/>
            <p:cNvSpPr/>
            <p:nvPr/>
          </p:nvSpPr>
          <p:spPr>
            <a:xfrm>
              <a:off x="7948879" y="3313676"/>
              <a:ext cx="445309" cy="128045"/>
            </a:xfrm>
            <a:custGeom>
              <a:rect b="b" l="l" r="r" t="t"/>
              <a:pathLst>
                <a:path extrusionOk="0" h="121370" w="422094">
                  <a:moveTo>
                    <a:pt x="422094" y="82673"/>
                  </a:moveTo>
                  <a:lnTo>
                    <a:pt x="422094" y="28144"/>
                  </a:lnTo>
                  <a:cubicBezTo>
                    <a:pt x="422094" y="12606"/>
                    <a:pt x="409490" y="0"/>
                    <a:pt x="393955" y="0"/>
                  </a:cubicBezTo>
                  <a:cubicBezTo>
                    <a:pt x="378419" y="0"/>
                    <a:pt x="365815" y="12606"/>
                    <a:pt x="365815" y="28144"/>
                  </a:cubicBezTo>
                  <a:lnTo>
                    <a:pt x="365815" y="42216"/>
                  </a:lnTo>
                  <a:cubicBezTo>
                    <a:pt x="365815" y="26678"/>
                    <a:pt x="353211" y="14072"/>
                    <a:pt x="337676" y="14072"/>
                  </a:cubicBezTo>
                  <a:cubicBezTo>
                    <a:pt x="321858" y="14201"/>
                    <a:pt x="309466" y="27206"/>
                    <a:pt x="309536" y="42216"/>
                  </a:cubicBezTo>
                  <a:lnTo>
                    <a:pt x="309536" y="28144"/>
                  </a:lnTo>
                  <a:cubicBezTo>
                    <a:pt x="309536" y="12606"/>
                    <a:pt x="296932" y="0"/>
                    <a:pt x="281396" y="0"/>
                  </a:cubicBezTo>
                  <a:cubicBezTo>
                    <a:pt x="265579" y="129"/>
                    <a:pt x="253186" y="13134"/>
                    <a:pt x="253257" y="28144"/>
                  </a:cubicBezTo>
                  <a:lnTo>
                    <a:pt x="253257" y="42216"/>
                  </a:lnTo>
                  <a:cubicBezTo>
                    <a:pt x="253257" y="26678"/>
                    <a:pt x="240652" y="14072"/>
                    <a:pt x="225117" y="14072"/>
                  </a:cubicBezTo>
                  <a:cubicBezTo>
                    <a:pt x="209300" y="14201"/>
                    <a:pt x="196907" y="27206"/>
                    <a:pt x="196977" y="42216"/>
                  </a:cubicBezTo>
                  <a:lnTo>
                    <a:pt x="196977" y="28144"/>
                  </a:lnTo>
                  <a:cubicBezTo>
                    <a:pt x="196977" y="12606"/>
                    <a:pt x="184373" y="0"/>
                    <a:pt x="168838" y="0"/>
                  </a:cubicBezTo>
                  <a:cubicBezTo>
                    <a:pt x="153021" y="129"/>
                    <a:pt x="140628" y="13134"/>
                    <a:pt x="140698" y="28144"/>
                  </a:cubicBezTo>
                  <a:lnTo>
                    <a:pt x="140698" y="42216"/>
                  </a:lnTo>
                  <a:cubicBezTo>
                    <a:pt x="140698" y="26678"/>
                    <a:pt x="128094" y="14072"/>
                    <a:pt x="112559" y="14072"/>
                  </a:cubicBezTo>
                  <a:cubicBezTo>
                    <a:pt x="96741" y="14201"/>
                    <a:pt x="84348" y="27206"/>
                    <a:pt x="84419" y="42216"/>
                  </a:cubicBezTo>
                  <a:lnTo>
                    <a:pt x="84419" y="28144"/>
                  </a:lnTo>
                  <a:cubicBezTo>
                    <a:pt x="84419" y="12606"/>
                    <a:pt x="71815" y="0"/>
                    <a:pt x="56279" y="0"/>
                  </a:cubicBezTo>
                  <a:cubicBezTo>
                    <a:pt x="40462" y="129"/>
                    <a:pt x="28069" y="13134"/>
                    <a:pt x="28140" y="28144"/>
                  </a:cubicBezTo>
                  <a:lnTo>
                    <a:pt x="28140" y="65083"/>
                  </a:lnTo>
                  <a:lnTo>
                    <a:pt x="0" y="65083"/>
                  </a:lnTo>
                  <a:cubicBezTo>
                    <a:pt x="0" y="84514"/>
                    <a:pt x="2462" y="103382"/>
                    <a:pt x="7093" y="121370"/>
                  </a:cubicBezTo>
                  <a:lnTo>
                    <a:pt x="112559" y="121370"/>
                  </a:lnTo>
                  <a:cubicBezTo>
                    <a:pt x="128375" y="121241"/>
                    <a:pt x="140769" y="108237"/>
                    <a:pt x="140698" y="93227"/>
                  </a:cubicBezTo>
                  <a:cubicBezTo>
                    <a:pt x="140698" y="89497"/>
                    <a:pt x="141437" y="85933"/>
                    <a:pt x="142750" y="82673"/>
                  </a:cubicBezTo>
                  <a:lnTo>
                    <a:pt x="422094" y="82673"/>
                  </a:lnTo>
                  <a:close/>
                </a:path>
              </a:pathLst>
            </a:custGeom>
            <a:solidFill>
              <a:srgbClr val="DDE799"/>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68" name="Google Shape;4268;p309"/>
            <p:cNvSpPr/>
            <p:nvPr/>
          </p:nvSpPr>
          <p:spPr>
            <a:xfrm>
              <a:off x="8138058" y="3144907"/>
              <a:ext cx="96409" cy="141357"/>
            </a:xfrm>
            <a:custGeom>
              <a:rect b="b" l="l" r="r" t="t"/>
              <a:pathLst>
                <a:path extrusionOk="0" h="133988" w="91383">
                  <a:moveTo>
                    <a:pt x="0" y="45699"/>
                  </a:moveTo>
                  <a:lnTo>
                    <a:pt x="0" y="88301"/>
                  </a:lnTo>
                  <a:cubicBezTo>
                    <a:pt x="0" y="113525"/>
                    <a:pt x="20460" y="133988"/>
                    <a:pt x="45692" y="133988"/>
                  </a:cubicBezTo>
                  <a:cubicBezTo>
                    <a:pt x="70924" y="133988"/>
                    <a:pt x="91383" y="113525"/>
                    <a:pt x="91383" y="88301"/>
                  </a:cubicBezTo>
                  <a:lnTo>
                    <a:pt x="91383" y="45699"/>
                  </a:lnTo>
                  <a:cubicBezTo>
                    <a:pt x="91383" y="20158"/>
                    <a:pt x="70314" y="-23"/>
                    <a:pt x="45692" y="0"/>
                  </a:cubicBezTo>
                  <a:cubicBezTo>
                    <a:pt x="20460" y="0"/>
                    <a:pt x="0" y="20451"/>
                    <a:pt x="0" y="45699"/>
                  </a:cubicBezTo>
                  <a:close/>
                </a:path>
              </a:pathLst>
            </a:custGeom>
            <a:solidFill>
              <a:srgbClr val="B3BB7B"/>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69" name="Google Shape;4269;p309"/>
            <p:cNvSpPr/>
            <p:nvPr/>
          </p:nvSpPr>
          <p:spPr>
            <a:xfrm>
              <a:off x="8035440" y="3144907"/>
              <a:ext cx="64298" cy="141357"/>
            </a:xfrm>
            <a:custGeom>
              <a:rect b="b" l="l" r="r" t="t"/>
              <a:pathLst>
                <a:path extrusionOk="0" h="133988" w="60946">
                  <a:moveTo>
                    <a:pt x="0" y="103534"/>
                  </a:moveTo>
                  <a:cubicBezTo>
                    <a:pt x="0" y="120362"/>
                    <a:pt x="13636" y="133988"/>
                    <a:pt x="30461" y="133988"/>
                  </a:cubicBezTo>
                  <a:cubicBezTo>
                    <a:pt x="47286" y="133988"/>
                    <a:pt x="60922" y="120362"/>
                    <a:pt x="60922" y="103534"/>
                  </a:cubicBezTo>
                  <a:lnTo>
                    <a:pt x="60922" y="71673"/>
                  </a:lnTo>
                  <a:cubicBezTo>
                    <a:pt x="61661" y="41618"/>
                    <a:pt x="45351" y="12020"/>
                    <a:pt x="30461" y="0"/>
                  </a:cubicBezTo>
                  <a:cubicBezTo>
                    <a:pt x="30461" y="0"/>
                    <a:pt x="0" y="24180"/>
                    <a:pt x="0" y="71673"/>
                  </a:cubicBezTo>
                  <a:lnTo>
                    <a:pt x="0" y="103534"/>
                  </a:lnTo>
                  <a:close/>
                </a:path>
              </a:pathLst>
            </a:custGeom>
            <a:solidFill>
              <a:srgbClr val="B3BB7B"/>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70" name="Google Shape;4270;p309"/>
            <p:cNvSpPr/>
            <p:nvPr/>
          </p:nvSpPr>
          <p:spPr>
            <a:xfrm>
              <a:off x="8272795" y="3144895"/>
              <a:ext cx="64298" cy="141357"/>
            </a:xfrm>
            <a:custGeom>
              <a:rect b="b" l="l" r="r" t="t"/>
              <a:pathLst>
                <a:path extrusionOk="0" h="133988" w="60946">
                  <a:moveTo>
                    <a:pt x="0" y="71673"/>
                  </a:moveTo>
                  <a:lnTo>
                    <a:pt x="0" y="103534"/>
                  </a:lnTo>
                  <a:cubicBezTo>
                    <a:pt x="0" y="120362"/>
                    <a:pt x="13636" y="133988"/>
                    <a:pt x="30461" y="133988"/>
                  </a:cubicBezTo>
                  <a:cubicBezTo>
                    <a:pt x="47286" y="133988"/>
                    <a:pt x="60922" y="120362"/>
                    <a:pt x="60922" y="103534"/>
                  </a:cubicBezTo>
                  <a:lnTo>
                    <a:pt x="60922" y="71673"/>
                  </a:lnTo>
                  <a:cubicBezTo>
                    <a:pt x="61661" y="41618"/>
                    <a:pt x="45351" y="12020"/>
                    <a:pt x="30461" y="0"/>
                  </a:cubicBezTo>
                  <a:cubicBezTo>
                    <a:pt x="30461" y="12"/>
                    <a:pt x="0" y="24180"/>
                    <a:pt x="0" y="71673"/>
                  </a:cubicBezTo>
                  <a:close/>
                </a:path>
              </a:pathLst>
            </a:custGeom>
            <a:solidFill>
              <a:srgbClr val="B3BB7B"/>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71" name="Google Shape;4271;p309"/>
            <p:cNvSpPr/>
            <p:nvPr/>
          </p:nvSpPr>
          <p:spPr>
            <a:xfrm>
              <a:off x="8126896" y="3441644"/>
              <a:ext cx="289389" cy="178150"/>
            </a:xfrm>
            <a:custGeom>
              <a:rect b="b" l="l" r="r" t="t"/>
              <a:pathLst>
                <a:path extrusionOk="0" h="168863" w="274302">
                  <a:moveTo>
                    <a:pt x="84419" y="0"/>
                  </a:moveTo>
                  <a:cubicBezTo>
                    <a:pt x="68649" y="129"/>
                    <a:pt x="56279" y="13075"/>
                    <a:pt x="56279" y="28027"/>
                  </a:cubicBezTo>
                  <a:lnTo>
                    <a:pt x="56279" y="28144"/>
                  </a:lnTo>
                  <a:cubicBezTo>
                    <a:pt x="56408" y="43951"/>
                    <a:pt x="69411" y="56358"/>
                    <a:pt x="84419" y="56288"/>
                  </a:cubicBezTo>
                  <a:cubicBezTo>
                    <a:pt x="100224" y="56417"/>
                    <a:pt x="112629" y="69421"/>
                    <a:pt x="112559" y="84432"/>
                  </a:cubicBezTo>
                  <a:cubicBezTo>
                    <a:pt x="112559" y="99969"/>
                    <a:pt x="99954" y="112575"/>
                    <a:pt x="84419" y="112575"/>
                  </a:cubicBezTo>
                  <a:lnTo>
                    <a:pt x="56279" y="112575"/>
                  </a:lnTo>
                  <a:lnTo>
                    <a:pt x="28140" y="112575"/>
                  </a:lnTo>
                  <a:cubicBezTo>
                    <a:pt x="12604" y="112575"/>
                    <a:pt x="0" y="125170"/>
                    <a:pt x="0" y="140719"/>
                  </a:cubicBezTo>
                  <a:lnTo>
                    <a:pt x="0" y="161769"/>
                  </a:lnTo>
                  <a:cubicBezTo>
                    <a:pt x="17986" y="166401"/>
                    <a:pt x="36851" y="168863"/>
                    <a:pt x="56279" y="168863"/>
                  </a:cubicBezTo>
                  <a:cubicBezTo>
                    <a:pt x="161170" y="168863"/>
                    <a:pt x="249317" y="97108"/>
                    <a:pt x="274302" y="0"/>
                  </a:cubicBezTo>
                  <a:lnTo>
                    <a:pt x="84419" y="0"/>
                  </a:lnTo>
                  <a:close/>
                </a:path>
              </a:pathLst>
            </a:custGeom>
            <a:solidFill>
              <a:srgbClr val="DDE799"/>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grpSp>
      <p:grpSp>
        <p:nvGrpSpPr>
          <p:cNvPr id="4272" name="Google Shape;4272;p309"/>
          <p:cNvGrpSpPr/>
          <p:nvPr/>
        </p:nvGrpSpPr>
        <p:grpSpPr>
          <a:xfrm>
            <a:off x="6805805" y="1838340"/>
            <a:ext cx="778377" cy="778031"/>
            <a:chOff x="2372092" y="1594938"/>
            <a:chExt cx="474997" cy="474814"/>
          </a:xfrm>
        </p:grpSpPr>
        <p:sp>
          <p:nvSpPr>
            <p:cNvPr id="4273" name="Google Shape;4273;p309"/>
            <p:cNvSpPr/>
            <p:nvPr/>
          </p:nvSpPr>
          <p:spPr>
            <a:xfrm>
              <a:off x="2735184" y="1692652"/>
              <a:ext cx="27831" cy="64801"/>
            </a:xfrm>
            <a:custGeom>
              <a:rect b="b" l="l" r="r" t="t"/>
              <a:pathLst>
                <a:path extrusionOk="0" h="61423" w="26380">
                  <a:moveTo>
                    <a:pt x="0" y="0"/>
                  </a:moveTo>
                  <a:lnTo>
                    <a:pt x="26381" y="0"/>
                  </a:lnTo>
                  <a:lnTo>
                    <a:pt x="26381" y="61424"/>
                  </a:lnTo>
                  <a:lnTo>
                    <a:pt x="0" y="61424"/>
                  </a:lnTo>
                  <a:close/>
                </a:path>
              </a:pathLst>
            </a:custGeom>
            <a:solidFill>
              <a:srgbClr val="395400"/>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74" name="Google Shape;4274;p309"/>
            <p:cNvSpPr/>
            <p:nvPr/>
          </p:nvSpPr>
          <p:spPr>
            <a:xfrm>
              <a:off x="2693227" y="1678742"/>
              <a:ext cx="111785" cy="27835"/>
            </a:xfrm>
            <a:custGeom>
              <a:rect b="b" l="l" r="r" t="t"/>
              <a:pathLst>
                <a:path extrusionOk="0" h="26384" w="105957">
                  <a:moveTo>
                    <a:pt x="0" y="0"/>
                  </a:moveTo>
                  <a:lnTo>
                    <a:pt x="105957" y="0"/>
                  </a:lnTo>
                  <a:lnTo>
                    <a:pt x="105957" y="26385"/>
                  </a:lnTo>
                  <a:lnTo>
                    <a:pt x="0" y="26385"/>
                  </a:lnTo>
                  <a:close/>
                </a:path>
              </a:pathLst>
            </a:custGeom>
            <a:solidFill>
              <a:srgbClr val="699257"/>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75" name="Google Shape;4275;p309"/>
            <p:cNvSpPr/>
            <p:nvPr/>
          </p:nvSpPr>
          <p:spPr>
            <a:xfrm>
              <a:off x="2372092" y="1743308"/>
              <a:ext cx="474997" cy="319136"/>
            </a:xfrm>
            <a:custGeom>
              <a:rect b="b" l="l" r="r" t="t"/>
              <a:pathLst>
                <a:path extrusionOk="0" h="302499" w="450234">
                  <a:moveTo>
                    <a:pt x="422094" y="56288"/>
                  </a:moveTo>
                  <a:lnTo>
                    <a:pt x="385701" y="56288"/>
                  </a:lnTo>
                  <a:lnTo>
                    <a:pt x="385701" y="0"/>
                  </a:lnTo>
                  <a:lnTo>
                    <a:pt x="329421" y="0"/>
                  </a:lnTo>
                  <a:lnTo>
                    <a:pt x="329421" y="56288"/>
                  </a:lnTo>
                  <a:lnTo>
                    <a:pt x="281385" y="56288"/>
                  </a:lnTo>
                  <a:lnTo>
                    <a:pt x="281385" y="28144"/>
                  </a:lnTo>
                  <a:lnTo>
                    <a:pt x="209195" y="28144"/>
                  </a:lnTo>
                  <a:lnTo>
                    <a:pt x="209195" y="70430"/>
                  </a:lnTo>
                  <a:lnTo>
                    <a:pt x="144380" y="13380"/>
                  </a:lnTo>
                  <a:cubicBezTo>
                    <a:pt x="144380" y="13380"/>
                    <a:pt x="7094" y="28144"/>
                    <a:pt x="7094" y="28144"/>
                  </a:cubicBezTo>
                  <a:lnTo>
                    <a:pt x="7094" y="28156"/>
                  </a:lnTo>
                  <a:cubicBezTo>
                    <a:pt x="2462" y="46144"/>
                    <a:pt x="0" y="65012"/>
                    <a:pt x="0" y="84443"/>
                  </a:cubicBezTo>
                  <a:cubicBezTo>
                    <a:pt x="0" y="95490"/>
                    <a:pt x="13190" y="112587"/>
                    <a:pt x="13190" y="112587"/>
                  </a:cubicBezTo>
                  <a:cubicBezTo>
                    <a:pt x="13190" y="112587"/>
                    <a:pt x="5100" y="132968"/>
                    <a:pt x="7094" y="140731"/>
                  </a:cubicBezTo>
                  <a:cubicBezTo>
                    <a:pt x="27448" y="219851"/>
                    <a:pt x="89730" y="282142"/>
                    <a:pt x="168838" y="302500"/>
                  </a:cubicBezTo>
                  <a:lnTo>
                    <a:pt x="225117" y="253306"/>
                  </a:lnTo>
                  <a:lnTo>
                    <a:pt x="225117" y="140731"/>
                  </a:lnTo>
                  <a:lnTo>
                    <a:pt x="281396" y="140731"/>
                  </a:lnTo>
                  <a:lnTo>
                    <a:pt x="281396" y="112587"/>
                  </a:lnTo>
                  <a:lnTo>
                    <a:pt x="393955" y="112587"/>
                  </a:lnTo>
                  <a:lnTo>
                    <a:pt x="393955" y="168875"/>
                  </a:lnTo>
                  <a:lnTo>
                    <a:pt x="421755" y="168875"/>
                  </a:lnTo>
                  <a:lnTo>
                    <a:pt x="450234" y="168875"/>
                  </a:lnTo>
                  <a:lnTo>
                    <a:pt x="450234" y="84443"/>
                  </a:lnTo>
                  <a:cubicBezTo>
                    <a:pt x="450234" y="68894"/>
                    <a:pt x="437630" y="56288"/>
                    <a:pt x="422094" y="56288"/>
                  </a:cubicBezTo>
                  <a:close/>
                </a:path>
              </a:pathLst>
            </a:custGeom>
            <a:solidFill>
              <a:srgbClr val="699257"/>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76" name="Google Shape;4276;p309"/>
            <p:cNvSpPr/>
            <p:nvPr/>
          </p:nvSpPr>
          <p:spPr>
            <a:xfrm>
              <a:off x="2786747" y="1921350"/>
              <a:ext cx="60092" cy="80649"/>
            </a:xfrm>
            <a:custGeom>
              <a:rect b="b" l="l" r="r" t="t"/>
              <a:pathLst>
                <a:path extrusionOk="0" h="76445" w="56959">
                  <a:moveTo>
                    <a:pt x="28480" y="76446"/>
                  </a:moveTo>
                  <a:cubicBezTo>
                    <a:pt x="44203" y="76446"/>
                    <a:pt x="56959" y="63687"/>
                    <a:pt x="56959" y="47974"/>
                  </a:cubicBezTo>
                  <a:cubicBezTo>
                    <a:pt x="56959" y="32248"/>
                    <a:pt x="28480" y="0"/>
                    <a:pt x="28480" y="0"/>
                  </a:cubicBezTo>
                  <a:cubicBezTo>
                    <a:pt x="28480" y="0"/>
                    <a:pt x="0" y="32236"/>
                    <a:pt x="0" y="47974"/>
                  </a:cubicBezTo>
                  <a:cubicBezTo>
                    <a:pt x="12" y="63699"/>
                    <a:pt x="12757" y="76446"/>
                    <a:pt x="28480" y="76446"/>
                  </a:cubicBezTo>
                  <a:close/>
                </a:path>
              </a:pathLst>
            </a:custGeom>
            <a:solidFill>
              <a:srgbClr val="699257"/>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77" name="Google Shape;4277;p309"/>
            <p:cNvSpPr/>
            <p:nvPr/>
          </p:nvSpPr>
          <p:spPr>
            <a:xfrm>
              <a:off x="2372092" y="1594938"/>
              <a:ext cx="237498" cy="296917"/>
            </a:xfrm>
            <a:custGeom>
              <a:rect b="b" l="l" r="r" t="t"/>
              <a:pathLst>
                <a:path extrusionOk="0" h="281438" w="225117">
                  <a:moveTo>
                    <a:pt x="56279" y="225151"/>
                  </a:moveTo>
                  <a:lnTo>
                    <a:pt x="0" y="225151"/>
                  </a:lnTo>
                  <a:cubicBezTo>
                    <a:pt x="0" y="244582"/>
                    <a:pt x="2462" y="263450"/>
                    <a:pt x="7094" y="281439"/>
                  </a:cubicBezTo>
                  <a:lnTo>
                    <a:pt x="112559" y="281439"/>
                  </a:lnTo>
                  <a:cubicBezTo>
                    <a:pt x="128364" y="281310"/>
                    <a:pt x="140769" y="268305"/>
                    <a:pt x="140698" y="253295"/>
                  </a:cubicBezTo>
                  <a:cubicBezTo>
                    <a:pt x="140698" y="237745"/>
                    <a:pt x="153302" y="225151"/>
                    <a:pt x="168838" y="225151"/>
                  </a:cubicBezTo>
                  <a:lnTo>
                    <a:pt x="225117" y="225151"/>
                  </a:lnTo>
                  <a:lnTo>
                    <a:pt x="225117" y="0"/>
                  </a:lnTo>
                  <a:cubicBezTo>
                    <a:pt x="120227" y="0"/>
                    <a:pt x="32091" y="71743"/>
                    <a:pt x="7094" y="168851"/>
                  </a:cubicBezTo>
                  <a:lnTo>
                    <a:pt x="7094" y="168863"/>
                  </a:lnTo>
                  <a:lnTo>
                    <a:pt x="56279" y="168863"/>
                  </a:lnTo>
                  <a:cubicBezTo>
                    <a:pt x="72084" y="168992"/>
                    <a:pt x="84489" y="181997"/>
                    <a:pt x="84419" y="197007"/>
                  </a:cubicBezTo>
                  <a:cubicBezTo>
                    <a:pt x="84419" y="212545"/>
                    <a:pt x="71815" y="225151"/>
                    <a:pt x="56279" y="225151"/>
                  </a:cubicBezTo>
                  <a:close/>
                </a:path>
              </a:pathLst>
            </a:custGeom>
            <a:solidFill>
              <a:srgbClr val="DDE799"/>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4278" name="Google Shape;4278;p309"/>
            <p:cNvSpPr/>
            <p:nvPr/>
          </p:nvSpPr>
          <p:spPr>
            <a:xfrm>
              <a:off x="2550108" y="2010370"/>
              <a:ext cx="59374" cy="59383"/>
            </a:xfrm>
            <a:custGeom>
              <a:rect b="b" l="l" r="r" t="t"/>
              <a:pathLst>
                <a:path extrusionOk="0" h="56287" w="56279">
                  <a:moveTo>
                    <a:pt x="0" y="28144"/>
                  </a:moveTo>
                  <a:lnTo>
                    <a:pt x="0" y="49193"/>
                  </a:lnTo>
                  <a:cubicBezTo>
                    <a:pt x="17986" y="53825"/>
                    <a:pt x="36851" y="56288"/>
                    <a:pt x="56279" y="56288"/>
                  </a:cubicBezTo>
                  <a:lnTo>
                    <a:pt x="56279" y="0"/>
                  </a:lnTo>
                  <a:lnTo>
                    <a:pt x="28140" y="0"/>
                  </a:lnTo>
                  <a:cubicBezTo>
                    <a:pt x="12593" y="0"/>
                    <a:pt x="0" y="12594"/>
                    <a:pt x="0" y="28144"/>
                  </a:cubicBezTo>
                  <a:close/>
                </a:path>
              </a:pathLst>
            </a:custGeom>
            <a:solidFill>
              <a:srgbClr val="DDE799"/>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2" name="Shape 4282"/>
        <p:cNvGrpSpPr/>
        <p:nvPr/>
      </p:nvGrpSpPr>
      <p:grpSpPr>
        <a:xfrm>
          <a:off x="0" y="0"/>
          <a:ext cx="0" cy="0"/>
          <a:chOff x="0" y="0"/>
          <a:chExt cx="0" cy="0"/>
        </a:xfrm>
      </p:grpSpPr>
      <p:sp>
        <p:nvSpPr>
          <p:cNvPr id="4283" name="Google Shape;4283;p31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 Across Cities</a:t>
            </a:r>
            <a:endParaRPr/>
          </a:p>
        </p:txBody>
      </p:sp>
      <p:graphicFrame>
        <p:nvGraphicFramePr>
          <p:cNvPr id="4284" name="Google Shape;4284;p310"/>
          <p:cNvGraphicFramePr/>
          <p:nvPr/>
        </p:nvGraphicFramePr>
        <p:xfrm>
          <a:off x="235775" y="1076660"/>
          <a:ext cx="3000000" cy="3000000"/>
        </p:xfrm>
        <a:graphic>
          <a:graphicData uri="http://schemas.openxmlformats.org/drawingml/2006/table">
            <a:tbl>
              <a:tblPr>
                <a:noFill/>
                <a:tableStyleId>{CBB25BED-8E86-4706-8E17-64FDB00CF107}</a:tableStyleId>
              </a:tblPr>
              <a:tblGrid>
                <a:gridCol w="2720675"/>
                <a:gridCol w="1557775"/>
                <a:gridCol w="1576100"/>
                <a:gridCol w="2817900"/>
              </a:tblGrid>
              <a:tr h="573525">
                <a:tc>
                  <a:txBody>
                    <a:bodyPr/>
                    <a:lstStyle/>
                    <a:p>
                      <a:pPr indent="0" lvl="0" marL="0" rtl="0" algn="ctr">
                        <a:spcBef>
                          <a:spcPts val="0"/>
                        </a:spcBef>
                        <a:spcAft>
                          <a:spcPts val="0"/>
                        </a:spcAft>
                        <a:buNone/>
                      </a:pPr>
                      <a:r>
                        <a:rPr lang="en" sz="1600">
                          <a:solidFill>
                            <a:schemeClr val="dk1"/>
                          </a:solidFill>
                          <a:latin typeface="Unbounded SemiBold"/>
                          <a:ea typeface="Unbounded SemiBold"/>
                          <a:cs typeface="Unbounded SemiBold"/>
                          <a:sym typeface="Unbounded SemiBold"/>
                        </a:rPr>
                        <a:t>City</a:t>
                      </a:r>
                      <a:endParaRPr sz="1800">
                        <a:solidFill>
                          <a:schemeClr val="dk1"/>
                        </a:solidFill>
                        <a:latin typeface="Bebas Neue"/>
                        <a:ea typeface="Bebas Neue"/>
                        <a:cs typeface="Bebas Neue"/>
                        <a:sym typeface="Bebas Neue"/>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Unbounded SemiBold"/>
                          <a:ea typeface="Unbounded SemiBold"/>
                          <a:cs typeface="Unbounded SemiBold"/>
                          <a:sym typeface="Unbounded SemiBold"/>
                        </a:rPr>
                        <a:t>Category</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Unbounded SemiBold"/>
                          <a:ea typeface="Unbounded SemiBold"/>
                          <a:cs typeface="Unbounded SemiBold"/>
                          <a:sym typeface="Unbounded SemiBold"/>
                        </a:rPr>
                        <a:t>Count</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 sz="1600">
                          <a:solidFill>
                            <a:schemeClr val="dk1"/>
                          </a:solidFill>
                          <a:latin typeface="Unbounded SemiBold"/>
                          <a:ea typeface="Unbounded SemiBold"/>
                          <a:cs typeface="Unbounded SemiBold"/>
                          <a:sym typeface="Unbounded SemiBold"/>
                        </a:rPr>
                        <a:t>Specific Species Included</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r>
              <a:tr h="459925">
                <a:tc rowSpan="3">
                  <a:txBody>
                    <a:bodyPr/>
                    <a:lstStyle/>
                    <a:p>
                      <a:pPr indent="0" lvl="0" marL="0" rtl="0" algn="l">
                        <a:spcBef>
                          <a:spcPts val="0"/>
                        </a:spcBef>
                        <a:spcAft>
                          <a:spcPts val="0"/>
                        </a:spcAft>
                        <a:buNone/>
                      </a:pPr>
                      <a:r>
                        <a:rPr lang="en" sz="1600">
                          <a:solidFill>
                            <a:schemeClr val="dk1"/>
                          </a:solidFill>
                          <a:latin typeface="Unbounded SemiBold"/>
                          <a:ea typeface="Unbounded SemiBold"/>
                          <a:cs typeface="Unbounded SemiBold"/>
                          <a:sym typeface="Unbounded SemiBold"/>
                        </a:rPr>
                        <a:t>Baltimore</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Trace Elements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17</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Al, As, Ba, Br, Ca, Cl, Cr, Cu, Fe, Mn, Ni, Pb, Se, Si, Ti, V, Zn</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367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Ions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5</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NH</a:t>
                      </a:r>
                      <a:r>
                        <a:rPr baseline="-25000" lang="en">
                          <a:solidFill>
                            <a:schemeClr val="dk1"/>
                          </a:solidFill>
                          <a:latin typeface="Spinnaker"/>
                          <a:ea typeface="Spinnaker"/>
                          <a:cs typeface="Spinnaker"/>
                          <a:sym typeface="Spinnaker"/>
                        </a:rPr>
                        <a:t>4</a:t>
                      </a:r>
                      <a:r>
                        <a:rPr baseline="30000" lang="en">
                          <a:solidFill>
                            <a:schemeClr val="dk1"/>
                          </a:solidFill>
                          <a:latin typeface="Spinnaker"/>
                          <a:ea typeface="Spinnaker"/>
                          <a:cs typeface="Spinnaker"/>
                          <a:sym typeface="Spinnaker"/>
                        </a:rPr>
                        <a:t>+</a:t>
                      </a:r>
                      <a:r>
                        <a:rPr lang="en">
                          <a:solidFill>
                            <a:schemeClr val="dk1"/>
                          </a:solidFill>
                          <a:latin typeface="Spinnaker"/>
                          <a:ea typeface="Spinnaker"/>
                          <a:cs typeface="Spinnaker"/>
                          <a:sym typeface="Spinnaker"/>
                        </a:rPr>
                        <a:t>, K</a:t>
                      </a:r>
                      <a:r>
                        <a:rPr baseline="30000" lang="en">
                          <a:solidFill>
                            <a:schemeClr val="dk1"/>
                          </a:solidFill>
                          <a:latin typeface="Spinnaker"/>
                          <a:ea typeface="Spinnaker"/>
                          <a:cs typeface="Spinnaker"/>
                          <a:sym typeface="Spinnaker"/>
                        </a:rPr>
                        <a:t>+</a:t>
                      </a:r>
                      <a:r>
                        <a:rPr lang="en">
                          <a:solidFill>
                            <a:schemeClr val="dk1"/>
                          </a:solidFill>
                          <a:latin typeface="Spinnaker"/>
                          <a:ea typeface="Spinnaker"/>
                          <a:cs typeface="Spinnaker"/>
                          <a:sym typeface="Spinnaker"/>
                        </a:rPr>
                        <a:t>, Na</a:t>
                      </a:r>
                      <a:r>
                        <a:rPr baseline="30000" lang="en">
                          <a:solidFill>
                            <a:schemeClr val="dk1"/>
                          </a:solidFill>
                          <a:latin typeface="Spinnaker"/>
                          <a:ea typeface="Spinnaker"/>
                          <a:cs typeface="Spinnaker"/>
                          <a:sym typeface="Spinnaker"/>
                        </a:rPr>
                        <a:t>+</a:t>
                      </a:r>
                      <a:r>
                        <a:rPr lang="en">
                          <a:solidFill>
                            <a:schemeClr val="dk1"/>
                          </a:solidFill>
                          <a:latin typeface="Spinnaker"/>
                          <a:ea typeface="Spinnaker"/>
                          <a:cs typeface="Spinnaker"/>
                          <a:sym typeface="Spinnaker"/>
                        </a:rPr>
                        <a:t>, SO</a:t>
                      </a:r>
                      <a:r>
                        <a:rPr baseline="-25000" lang="en">
                          <a:solidFill>
                            <a:schemeClr val="dk1"/>
                          </a:solidFill>
                          <a:latin typeface="Spinnaker"/>
                          <a:ea typeface="Spinnaker"/>
                          <a:cs typeface="Spinnaker"/>
                          <a:sym typeface="Spinnaker"/>
                        </a:rPr>
                        <a:t>4</a:t>
                      </a:r>
                      <a:r>
                        <a:rPr baseline="30000" lang="en">
                          <a:solidFill>
                            <a:schemeClr val="dk1"/>
                          </a:solidFill>
                          <a:latin typeface="Spinnaker"/>
                          <a:ea typeface="Spinnaker"/>
                          <a:cs typeface="Spinnaker"/>
                          <a:sym typeface="Spinnaker"/>
                        </a:rPr>
                        <a:t>2-</a:t>
                      </a:r>
                      <a:r>
                        <a:rPr lang="en">
                          <a:solidFill>
                            <a:schemeClr val="dk1"/>
                          </a:solidFill>
                          <a:latin typeface="Spinnaker"/>
                          <a:ea typeface="Spinnaker"/>
                          <a:cs typeface="Spinnaker"/>
                          <a:sym typeface="Spinnaker"/>
                        </a:rPr>
                        <a:t>, NO</a:t>
                      </a:r>
                      <a:r>
                        <a:rPr baseline="-25000" lang="en">
                          <a:solidFill>
                            <a:schemeClr val="dk1"/>
                          </a:solidFill>
                          <a:latin typeface="Spinnaker"/>
                          <a:ea typeface="Spinnaker"/>
                          <a:cs typeface="Spinnaker"/>
                          <a:sym typeface="Spinnaker"/>
                        </a:rPr>
                        <a:t>3</a:t>
                      </a:r>
                      <a:r>
                        <a:rPr baseline="30000" lang="en">
                          <a:solidFill>
                            <a:schemeClr val="dk1"/>
                          </a:solidFill>
                          <a:latin typeface="Spinnaker"/>
                          <a:ea typeface="Spinnaker"/>
                          <a:cs typeface="Spinnaker"/>
                          <a:sym typeface="Spinnaker"/>
                        </a:rPr>
                        <a:t>-</a:t>
                      </a:r>
                      <a:endParaRPr baseline="30000">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44742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Carbon &amp; Mass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6</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EC, OC, OM, PM2.5</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633175">
                <a:tc>
                  <a:txBody>
                    <a:bodyPr/>
                    <a:lstStyle/>
                    <a:p>
                      <a:pPr indent="0" lvl="0" marL="0" rtl="0" algn="l">
                        <a:spcBef>
                          <a:spcPts val="0"/>
                        </a:spcBef>
                        <a:spcAft>
                          <a:spcPts val="0"/>
                        </a:spcAft>
                        <a:buNone/>
                      </a:pPr>
                      <a:r>
                        <a:rPr lang="en" sz="1600">
                          <a:solidFill>
                            <a:schemeClr val="dk1"/>
                          </a:solidFill>
                          <a:latin typeface="Unbounded SemiBold"/>
                          <a:ea typeface="Unbounded SemiBold"/>
                          <a:cs typeface="Unbounded SemiBold"/>
                          <a:sym typeface="Unbounded SemiBold"/>
                        </a:rPr>
                        <a:t>Baton Rouge</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VOCs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41</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BTEX, Alkanes, Alkenes &amp; Isoprene</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7100">
                <a:tc rowSpan="3">
                  <a:txBody>
                    <a:bodyPr/>
                    <a:lstStyle/>
                    <a:p>
                      <a:pPr indent="0" lvl="0" marL="0" rtl="0" algn="l">
                        <a:spcBef>
                          <a:spcPts val="0"/>
                        </a:spcBef>
                        <a:spcAft>
                          <a:spcPts val="0"/>
                        </a:spcAft>
                        <a:buNone/>
                      </a:pPr>
                      <a:r>
                        <a:rPr lang="en" sz="1600">
                          <a:solidFill>
                            <a:schemeClr val="dk1"/>
                          </a:solidFill>
                          <a:latin typeface="Unbounded SemiBold"/>
                          <a:ea typeface="Unbounded SemiBold"/>
                          <a:cs typeface="Unbounded SemiBold"/>
                          <a:sym typeface="Unbounded SemiBold"/>
                        </a:rPr>
                        <a:t>St. Louis</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Trace Elements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8</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Cd, Cu, Fe, Mn, Ni, Pb, Se, Zn </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367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Ions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2</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SO</a:t>
                      </a:r>
                      <a:r>
                        <a:rPr baseline="-25000" lang="en">
                          <a:solidFill>
                            <a:schemeClr val="dk1"/>
                          </a:solidFill>
                          <a:latin typeface="Spinnaker"/>
                          <a:ea typeface="Spinnaker"/>
                          <a:cs typeface="Spinnaker"/>
                          <a:sym typeface="Spinnaker"/>
                        </a:rPr>
                        <a:t>4</a:t>
                      </a:r>
                      <a:r>
                        <a:rPr baseline="30000" lang="en">
                          <a:solidFill>
                            <a:schemeClr val="dk1"/>
                          </a:solidFill>
                          <a:latin typeface="Spinnaker"/>
                          <a:ea typeface="Spinnaker"/>
                          <a:cs typeface="Spinnaker"/>
                          <a:sym typeface="Spinnaker"/>
                        </a:rPr>
                        <a:t>2-</a:t>
                      </a:r>
                      <a:r>
                        <a:rPr lang="en">
                          <a:solidFill>
                            <a:schemeClr val="dk1"/>
                          </a:solidFill>
                          <a:latin typeface="Spinnaker"/>
                          <a:ea typeface="Spinnaker"/>
                          <a:cs typeface="Spinnaker"/>
                          <a:sym typeface="Spinnaker"/>
                        </a:rPr>
                        <a:t>, NO</a:t>
                      </a:r>
                      <a:r>
                        <a:rPr baseline="-25000" lang="en">
                          <a:solidFill>
                            <a:schemeClr val="dk1"/>
                          </a:solidFill>
                          <a:latin typeface="Spinnaker"/>
                          <a:ea typeface="Spinnaker"/>
                          <a:cs typeface="Spinnaker"/>
                          <a:sym typeface="Spinnaker"/>
                        </a:rPr>
                        <a:t>3</a:t>
                      </a:r>
                      <a:r>
                        <a:rPr baseline="30000" lang="en">
                          <a:solidFill>
                            <a:schemeClr val="dk1"/>
                          </a:solidFill>
                          <a:latin typeface="Spinnaker"/>
                          <a:ea typeface="Spinnaker"/>
                          <a:cs typeface="Spinnaker"/>
                          <a:sym typeface="Spinnaker"/>
                        </a:rPr>
                        <a:t>-</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367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Carbon &amp; Mass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3</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EC, OC, PM2.5</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bl>
          </a:graphicData>
        </a:graphic>
      </p:graphicFrame>
      <p:sp>
        <p:nvSpPr>
          <p:cNvPr id="4285" name="Google Shape;4285;p310"/>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9" name="Shape 4289"/>
        <p:cNvGrpSpPr/>
        <p:nvPr/>
      </p:nvGrpSpPr>
      <p:grpSpPr>
        <a:xfrm>
          <a:off x="0" y="0"/>
          <a:ext cx="0" cy="0"/>
          <a:chOff x="0" y="0"/>
          <a:chExt cx="0" cy="0"/>
        </a:xfrm>
      </p:grpSpPr>
      <p:sp>
        <p:nvSpPr>
          <p:cNvPr id="4290" name="Google Shape;4290;p31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Considerations &amp; </a:t>
            </a:r>
            <a:r>
              <a:rPr lang="en"/>
              <a:t>Challenges</a:t>
            </a:r>
            <a:endParaRPr/>
          </a:p>
          <a:p>
            <a:pPr indent="0" lvl="0" marL="0" rtl="0" algn="l">
              <a:lnSpc>
                <a:spcPct val="115000"/>
              </a:lnSpc>
              <a:spcBef>
                <a:spcPts val="0"/>
              </a:spcBef>
              <a:spcAft>
                <a:spcPts val="0"/>
              </a:spcAft>
              <a:buNone/>
            </a:pPr>
            <a:r>
              <a:rPr lang="en" sz="1600">
                <a:latin typeface="Spinnaker"/>
                <a:ea typeface="Spinnaker"/>
                <a:cs typeface="Spinnaker"/>
                <a:sym typeface="Spinnaker"/>
              </a:rPr>
              <a:t>Temporal Resolution &amp; Irregularity</a:t>
            </a:r>
            <a:endParaRPr sz="1600">
              <a:latin typeface="Spinnaker"/>
              <a:ea typeface="Spinnaker"/>
              <a:cs typeface="Spinnaker"/>
              <a:sym typeface="Spinnaker"/>
            </a:endParaRPr>
          </a:p>
          <a:p>
            <a:pPr indent="0" lvl="0" marL="0" rtl="0" algn="l">
              <a:spcBef>
                <a:spcPts val="0"/>
              </a:spcBef>
              <a:spcAft>
                <a:spcPts val="0"/>
              </a:spcAft>
              <a:buNone/>
            </a:pPr>
            <a:r>
              <a:t/>
            </a:r>
            <a:endParaRPr/>
          </a:p>
        </p:txBody>
      </p:sp>
      <p:sp>
        <p:nvSpPr>
          <p:cNvPr id="4291" name="Google Shape;4291;p311"/>
          <p:cNvSpPr txBox="1"/>
          <p:nvPr>
            <p:ph idx="2" type="subTitle"/>
          </p:nvPr>
        </p:nvSpPr>
        <p:spPr>
          <a:xfrm>
            <a:off x="720000" y="1279875"/>
            <a:ext cx="7704000" cy="341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Baltimore: </a:t>
            </a:r>
            <a:endParaRPr b="1"/>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Irregular daily measurements with frequent multi-day gaps.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Baton</a:t>
            </a:r>
            <a:r>
              <a:rPr lang="en"/>
              <a:t> </a:t>
            </a:r>
            <a:r>
              <a:rPr b="1" lang="en"/>
              <a:t>Rouge: </a:t>
            </a:r>
            <a:endParaRPr b="1"/>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Sparse hourly sampling (mostly 03:00 or 06:00) rather than continuous monitoring.</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St. Louis: </a:t>
            </a:r>
            <a:endParaRPr b="1"/>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"Chunked" hourly data (e.g., 00:00–23:00) but with several </a:t>
            </a:r>
            <a:r>
              <a:rPr lang="en"/>
              <a:t>intraday</a:t>
            </a:r>
            <a:r>
              <a:rPr lang="en"/>
              <a:t> gaps (missing afternoon blocks).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5" name="Shape 4295"/>
        <p:cNvGrpSpPr/>
        <p:nvPr/>
      </p:nvGrpSpPr>
      <p:grpSpPr>
        <a:xfrm>
          <a:off x="0" y="0"/>
          <a:ext cx="0" cy="0"/>
          <a:chOff x="0" y="0"/>
          <a:chExt cx="0" cy="0"/>
        </a:xfrm>
      </p:grpSpPr>
      <p:sp>
        <p:nvSpPr>
          <p:cNvPr id="4296" name="Google Shape;4296;p31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Considerations &amp; Challenges</a:t>
            </a:r>
            <a:endParaRPr/>
          </a:p>
          <a:p>
            <a:pPr indent="0" lvl="0" marL="0" rtl="0" algn="l">
              <a:lnSpc>
                <a:spcPct val="115000"/>
              </a:lnSpc>
              <a:spcBef>
                <a:spcPts val="0"/>
              </a:spcBef>
              <a:spcAft>
                <a:spcPts val="0"/>
              </a:spcAft>
              <a:buNone/>
            </a:pPr>
            <a:r>
              <a:rPr lang="en" sz="1600">
                <a:latin typeface="Spinnaker"/>
                <a:ea typeface="Spinnaker"/>
                <a:cs typeface="Spinnaker"/>
                <a:sym typeface="Spinnaker"/>
              </a:rPr>
              <a:t>Completeness &amp; Detection Limits</a:t>
            </a:r>
            <a:endParaRPr sz="1600">
              <a:latin typeface="Spinnaker"/>
              <a:ea typeface="Spinnaker"/>
              <a:cs typeface="Spinnaker"/>
              <a:sym typeface="Spinnaker"/>
            </a:endParaRPr>
          </a:p>
          <a:p>
            <a:pPr indent="0" lvl="0" marL="0" rtl="0" algn="l">
              <a:lnSpc>
                <a:spcPct val="115000"/>
              </a:lnSpc>
              <a:spcBef>
                <a:spcPts val="0"/>
              </a:spcBef>
              <a:spcAft>
                <a:spcPts val="0"/>
              </a:spcAft>
              <a:buNone/>
            </a:pPr>
            <a:r>
              <a:t/>
            </a:r>
            <a:endParaRPr sz="1600">
              <a:latin typeface="Spinnaker"/>
              <a:ea typeface="Spinnaker"/>
              <a:cs typeface="Spinnaker"/>
              <a:sym typeface="Spinnaker"/>
            </a:endParaRPr>
          </a:p>
          <a:p>
            <a:pPr indent="0" lvl="0" marL="0" rtl="0" algn="l">
              <a:spcBef>
                <a:spcPts val="0"/>
              </a:spcBef>
              <a:spcAft>
                <a:spcPts val="0"/>
              </a:spcAft>
              <a:buNone/>
            </a:pPr>
            <a:r>
              <a:t/>
            </a:r>
            <a:endParaRPr/>
          </a:p>
        </p:txBody>
      </p:sp>
      <p:sp>
        <p:nvSpPr>
          <p:cNvPr id="4297" name="Google Shape;4297;p312"/>
          <p:cNvSpPr txBox="1"/>
          <p:nvPr>
            <p:ph idx="2" type="subTitle"/>
          </p:nvPr>
        </p:nvSpPr>
        <p:spPr>
          <a:xfrm>
            <a:off x="720000" y="1322725"/>
            <a:ext cx="7704000" cy="341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Data Integrity:</a:t>
            </a:r>
            <a:endParaRPr b="1"/>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There were n</a:t>
            </a:r>
            <a:r>
              <a:rPr lang="en"/>
              <a:t>o missing values found across any of the three datasets.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Signal-to-Noise: </a:t>
            </a:r>
            <a:endParaRPr b="1"/>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However, we identified observations where the instrument uncertainty exceeded the measured concentration.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Handling Low Values: </a:t>
            </a:r>
            <a:endParaRPr b="1"/>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These "high-noise" points are treated as Below Detection Limit (BDL) but preserved using log-transformation.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1" name="Shape 4301"/>
        <p:cNvGrpSpPr/>
        <p:nvPr/>
      </p:nvGrpSpPr>
      <p:grpSpPr>
        <a:xfrm>
          <a:off x="0" y="0"/>
          <a:ext cx="0" cy="0"/>
          <a:chOff x="0" y="0"/>
          <a:chExt cx="0" cy="0"/>
        </a:xfrm>
      </p:grpSpPr>
      <p:sp>
        <p:nvSpPr>
          <p:cNvPr id="4302" name="Google Shape;4302;p313"/>
          <p:cNvSpPr txBox="1"/>
          <p:nvPr>
            <p:ph idx="2" type="subTitle"/>
          </p:nvPr>
        </p:nvSpPr>
        <p:spPr>
          <a:xfrm>
            <a:off x="3094625" y="1830425"/>
            <a:ext cx="29556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Can we calculate latent Source Profiles and quantify their Contributions using a standard apportionment model?</a:t>
            </a:r>
            <a:endParaRPr sz="1200"/>
          </a:p>
        </p:txBody>
      </p:sp>
      <p:sp>
        <p:nvSpPr>
          <p:cNvPr id="4303" name="Google Shape;4303;p313"/>
          <p:cNvSpPr txBox="1"/>
          <p:nvPr>
            <p:ph idx="4" type="subTitle"/>
          </p:nvPr>
        </p:nvSpPr>
        <p:spPr>
          <a:xfrm>
            <a:off x="5730450" y="1795950"/>
            <a:ext cx="29556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How can we utilize the paired measurement uncertainty into the model to refine our estimates and assess potential error?</a:t>
            </a:r>
            <a:endParaRPr sz="1200"/>
          </a:p>
        </p:txBody>
      </p:sp>
      <p:sp>
        <p:nvSpPr>
          <p:cNvPr id="4304" name="Google Shape;4304;p3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 Questions</a:t>
            </a:r>
            <a:endParaRPr/>
          </a:p>
        </p:txBody>
      </p:sp>
      <p:sp>
        <p:nvSpPr>
          <p:cNvPr id="4305" name="Google Shape;4305;p313"/>
          <p:cNvSpPr txBox="1"/>
          <p:nvPr>
            <p:ph idx="1" type="subTitle"/>
          </p:nvPr>
        </p:nvSpPr>
        <p:spPr>
          <a:xfrm>
            <a:off x="1108627" y="1830425"/>
            <a:ext cx="19860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How can the input data be effectively analyzed and pre-processed to identify key features?</a:t>
            </a:r>
            <a:endParaRPr sz="1200"/>
          </a:p>
        </p:txBody>
      </p:sp>
      <p:sp>
        <p:nvSpPr>
          <p:cNvPr id="4306" name="Google Shape;4306;p313"/>
          <p:cNvSpPr txBox="1"/>
          <p:nvPr>
            <p:ph idx="3" type="subTitle"/>
          </p:nvPr>
        </p:nvSpPr>
        <p:spPr>
          <a:xfrm>
            <a:off x="1332050" y="3648350"/>
            <a:ext cx="27570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How can we evaluate the results of multiple models (metrics, plots) to ensure stability?</a:t>
            </a:r>
            <a:endParaRPr sz="1200"/>
          </a:p>
        </p:txBody>
      </p:sp>
      <p:sp>
        <p:nvSpPr>
          <p:cNvPr id="4307" name="Google Shape;4307;p313"/>
          <p:cNvSpPr txBox="1"/>
          <p:nvPr>
            <p:ph idx="5" type="subTitle"/>
          </p:nvPr>
        </p:nvSpPr>
        <p:spPr>
          <a:xfrm>
            <a:off x="4719001" y="3648350"/>
            <a:ext cx="33255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physical conclusions can we make about the real-world pollution sources based on the model outputs?</a:t>
            </a:r>
            <a:endParaRPr sz="1200"/>
          </a:p>
        </p:txBody>
      </p:sp>
      <p:sp>
        <p:nvSpPr>
          <p:cNvPr id="4308" name="Google Shape;4308;p313"/>
          <p:cNvSpPr txBox="1"/>
          <p:nvPr>
            <p:ph idx="6" type="subTitle"/>
          </p:nvPr>
        </p:nvSpPr>
        <p:spPr>
          <a:xfrm>
            <a:off x="1109527" y="1337824"/>
            <a:ext cx="19842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400"/>
              <a:t>Input Data Analysis</a:t>
            </a:r>
            <a:endParaRPr sz="1400"/>
          </a:p>
        </p:txBody>
      </p:sp>
      <p:sp>
        <p:nvSpPr>
          <p:cNvPr id="4309" name="Google Shape;4309;p313"/>
          <p:cNvSpPr txBox="1"/>
          <p:nvPr>
            <p:ph idx="7" type="subTitle"/>
          </p:nvPr>
        </p:nvSpPr>
        <p:spPr>
          <a:xfrm>
            <a:off x="3413550" y="1337825"/>
            <a:ext cx="23169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400"/>
              <a:t>Source Apportionment Modeling</a:t>
            </a:r>
            <a:endParaRPr sz="1400"/>
          </a:p>
        </p:txBody>
      </p:sp>
      <p:sp>
        <p:nvSpPr>
          <p:cNvPr id="4310" name="Google Shape;4310;p313"/>
          <p:cNvSpPr txBox="1"/>
          <p:nvPr>
            <p:ph idx="8" type="subTitle"/>
          </p:nvPr>
        </p:nvSpPr>
        <p:spPr>
          <a:xfrm>
            <a:off x="6216148" y="1337824"/>
            <a:ext cx="19842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400"/>
              <a:t>Uncertainty Integration</a:t>
            </a:r>
            <a:endParaRPr sz="1400"/>
          </a:p>
        </p:txBody>
      </p:sp>
      <p:sp>
        <p:nvSpPr>
          <p:cNvPr id="4311" name="Google Shape;4311;p313"/>
          <p:cNvSpPr txBox="1"/>
          <p:nvPr>
            <p:ph idx="9" type="subTitle"/>
          </p:nvPr>
        </p:nvSpPr>
        <p:spPr>
          <a:xfrm>
            <a:off x="1718438" y="3086775"/>
            <a:ext cx="19842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400"/>
              <a:t>Model Evaluation</a:t>
            </a:r>
            <a:endParaRPr sz="1400"/>
          </a:p>
        </p:txBody>
      </p:sp>
      <p:sp>
        <p:nvSpPr>
          <p:cNvPr id="4312" name="Google Shape;4312;p313"/>
          <p:cNvSpPr txBox="1"/>
          <p:nvPr>
            <p:ph idx="13" type="subTitle"/>
          </p:nvPr>
        </p:nvSpPr>
        <p:spPr>
          <a:xfrm>
            <a:off x="5389662" y="3086775"/>
            <a:ext cx="19842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400"/>
              <a:t>Environmental Interpretation</a:t>
            </a:r>
            <a:endParaRPr sz="1400"/>
          </a:p>
        </p:txBody>
      </p:sp>
      <p:sp>
        <p:nvSpPr>
          <p:cNvPr id="4313" name="Google Shape;4313;p313"/>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7" name="Shape 4317"/>
        <p:cNvGrpSpPr/>
        <p:nvPr/>
      </p:nvGrpSpPr>
      <p:grpSpPr>
        <a:xfrm>
          <a:off x="0" y="0"/>
          <a:ext cx="0" cy="0"/>
          <a:chOff x="0" y="0"/>
          <a:chExt cx="0" cy="0"/>
        </a:xfrm>
      </p:grpSpPr>
      <p:sp>
        <p:nvSpPr>
          <p:cNvPr id="4318" name="Google Shape;4318;p314"/>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EDA</a:t>
            </a:r>
            <a:endParaRPr/>
          </a:p>
        </p:txBody>
      </p:sp>
      <p:sp>
        <p:nvSpPr>
          <p:cNvPr id="4319" name="Google Shape;4319;p314"/>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320" name="Google Shape;4320;p314"/>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Exploratory Data Analysis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4" name="Shape 4324"/>
        <p:cNvGrpSpPr/>
        <p:nvPr/>
      </p:nvGrpSpPr>
      <p:grpSpPr>
        <a:xfrm>
          <a:off x="0" y="0"/>
          <a:ext cx="0" cy="0"/>
          <a:chOff x="0" y="0"/>
          <a:chExt cx="0" cy="0"/>
        </a:xfrm>
      </p:grpSpPr>
      <p:sp>
        <p:nvSpPr>
          <p:cNvPr id="4325" name="Google Shape;4325;p3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Gaps </a:t>
            </a:r>
            <a:r>
              <a:rPr lang="en"/>
              <a:t>Between</a:t>
            </a:r>
            <a:r>
              <a:rPr lang="en"/>
              <a:t> Extreme Values</a:t>
            </a:r>
            <a:endParaRPr/>
          </a:p>
        </p:txBody>
      </p:sp>
      <p:pic>
        <p:nvPicPr>
          <p:cNvPr id="4326" name="Google Shape;4326;p315"/>
          <p:cNvPicPr preferRelativeResize="0"/>
          <p:nvPr/>
        </p:nvPicPr>
        <p:blipFill>
          <a:blip r:embed="rId3">
            <a:alphaModFix/>
          </a:blip>
          <a:stretch>
            <a:fillRect/>
          </a:stretch>
        </p:blipFill>
        <p:spPr>
          <a:xfrm>
            <a:off x="179775" y="1131525"/>
            <a:ext cx="2881625" cy="1898475"/>
          </a:xfrm>
          <a:prstGeom prst="rect">
            <a:avLst/>
          </a:prstGeom>
          <a:noFill/>
          <a:ln>
            <a:noFill/>
          </a:ln>
        </p:spPr>
      </p:pic>
      <p:pic>
        <p:nvPicPr>
          <p:cNvPr id="4327" name="Google Shape;4327;p315"/>
          <p:cNvPicPr preferRelativeResize="0"/>
          <p:nvPr/>
        </p:nvPicPr>
        <p:blipFill>
          <a:blip r:embed="rId4">
            <a:alphaModFix/>
          </a:blip>
          <a:stretch>
            <a:fillRect/>
          </a:stretch>
        </p:blipFill>
        <p:spPr>
          <a:xfrm>
            <a:off x="3175500" y="3014525"/>
            <a:ext cx="2881625" cy="1953422"/>
          </a:xfrm>
          <a:prstGeom prst="rect">
            <a:avLst/>
          </a:prstGeom>
          <a:noFill/>
          <a:ln>
            <a:noFill/>
          </a:ln>
        </p:spPr>
      </p:pic>
      <p:pic>
        <p:nvPicPr>
          <p:cNvPr id="4328" name="Google Shape;4328;p315"/>
          <p:cNvPicPr preferRelativeResize="0"/>
          <p:nvPr/>
        </p:nvPicPr>
        <p:blipFill>
          <a:blip r:embed="rId5">
            <a:alphaModFix/>
          </a:blip>
          <a:stretch>
            <a:fillRect/>
          </a:stretch>
        </p:blipFill>
        <p:spPr>
          <a:xfrm>
            <a:off x="6171237" y="1146988"/>
            <a:ext cx="2395479" cy="1867550"/>
          </a:xfrm>
          <a:prstGeom prst="rect">
            <a:avLst/>
          </a:prstGeom>
          <a:noFill/>
          <a:ln>
            <a:noFill/>
          </a:ln>
        </p:spPr>
      </p:pic>
      <p:sp>
        <p:nvSpPr>
          <p:cNvPr id="4329" name="Google Shape;4329;p315"/>
          <p:cNvSpPr txBox="1"/>
          <p:nvPr/>
        </p:nvSpPr>
        <p:spPr>
          <a:xfrm>
            <a:off x="120588" y="3320875"/>
            <a:ext cx="300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1"/>
                </a:solidFill>
                <a:latin typeface="Unbounded SemiBold"/>
                <a:ea typeface="Unbounded SemiBold"/>
                <a:cs typeface="Unbounded SemiBold"/>
                <a:sym typeface="Unbounded SemiBold"/>
              </a:rPr>
              <a:t>Baltimore</a:t>
            </a:r>
            <a:endParaRPr sz="2400">
              <a:solidFill>
                <a:schemeClr val="dk1"/>
              </a:solidFill>
              <a:latin typeface="Unbounded SemiBold"/>
              <a:ea typeface="Unbounded SemiBold"/>
              <a:cs typeface="Unbounded SemiBold"/>
              <a:sym typeface="Unbounded SemiBold"/>
            </a:endParaRPr>
          </a:p>
        </p:txBody>
      </p:sp>
      <p:sp>
        <p:nvSpPr>
          <p:cNvPr id="4330" name="Google Shape;4330;p315"/>
          <p:cNvSpPr txBox="1"/>
          <p:nvPr/>
        </p:nvSpPr>
        <p:spPr>
          <a:xfrm>
            <a:off x="3116300" y="2411575"/>
            <a:ext cx="300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1"/>
                </a:solidFill>
                <a:latin typeface="Unbounded SemiBold"/>
                <a:ea typeface="Unbounded SemiBold"/>
                <a:cs typeface="Unbounded SemiBold"/>
                <a:sym typeface="Unbounded SemiBold"/>
              </a:rPr>
              <a:t>Baton Rouge</a:t>
            </a:r>
            <a:endParaRPr/>
          </a:p>
        </p:txBody>
      </p:sp>
      <p:sp>
        <p:nvSpPr>
          <p:cNvPr id="4331" name="Google Shape;4331;p315"/>
          <p:cNvSpPr txBox="1"/>
          <p:nvPr/>
        </p:nvSpPr>
        <p:spPr>
          <a:xfrm>
            <a:off x="5978800" y="3320875"/>
            <a:ext cx="300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1"/>
                </a:solidFill>
                <a:latin typeface="Unbounded SemiBold"/>
                <a:ea typeface="Unbounded SemiBold"/>
                <a:cs typeface="Unbounded SemiBold"/>
                <a:sym typeface="Unbounded SemiBold"/>
              </a:rPr>
              <a:t>St. Louis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5" name="Shape 4335"/>
        <p:cNvGrpSpPr/>
        <p:nvPr/>
      </p:nvGrpSpPr>
      <p:grpSpPr>
        <a:xfrm>
          <a:off x="0" y="0"/>
          <a:ext cx="0" cy="0"/>
          <a:chOff x="0" y="0"/>
          <a:chExt cx="0" cy="0"/>
        </a:xfrm>
      </p:grpSpPr>
      <p:sp>
        <p:nvSpPr>
          <p:cNvPr id="4336" name="Google Shape;4336;p316"/>
          <p:cNvSpPr txBox="1"/>
          <p:nvPr>
            <p:ph type="title"/>
          </p:nvPr>
        </p:nvSpPr>
        <p:spPr>
          <a:xfrm>
            <a:off x="412475" y="1544250"/>
            <a:ext cx="3051900" cy="1063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00"/>
              <a:t>log(x + 1) Transformation</a:t>
            </a:r>
            <a:endParaRPr sz="2200"/>
          </a:p>
        </p:txBody>
      </p:sp>
      <p:sp>
        <p:nvSpPr>
          <p:cNvPr id="4337" name="Google Shape;4337;p316"/>
          <p:cNvSpPr txBox="1"/>
          <p:nvPr>
            <p:ph idx="1" type="subTitle"/>
          </p:nvPr>
        </p:nvSpPr>
        <p:spPr>
          <a:xfrm>
            <a:off x="412475" y="2607450"/>
            <a:ext cx="3051900" cy="99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log(x + 1) is applied to the data to try and bring the data to be more </a:t>
            </a:r>
            <a:r>
              <a:rPr lang="en"/>
              <a:t>symmetric</a:t>
            </a:r>
            <a:r>
              <a:rPr lang="en"/>
              <a:t> and to also preserve the non-negative status</a:t>
            </a:r>
            <a:endParaRPr/>
          </a:p>
        </p:txBody>
      </p:sp>
      <p:pic>
        <p:nvPicPr>
          <p:cNvPr id="4338" name="Google Shape;4338;p316"/>
          <p:cNvPicPr preferRelativeResize="0"/>
          <p:nvPr/>
        </p:nvPicPr>
        <p:blipFill>
          <a:blip r:embed="rId3">
            <a:alphaModFix/>
          </a:blip>
          <a:stretch>
            <a:fillRect/>
          </a:stretch>
        </p:blipFill>
        <p:spPr>
          <a:xfrm>
            <a:off x="3707775" y="856299"/>
            <a:ext cx="4689050" cy="3539150"/>
          </a:xfrm>
          <a:prstGeom prst="rect">
            <a:avLst/>
          </a:prstGeom>
          <a:noFill/>
          <a:ln>
            <a:noFill/>
          </a:ln>
        </p:spPr>
      </p:pic>
      <p:pic>
        <p:nvPicPr>
          <p:cNvPr id="4339" name="Google Shape;4339;p316"/>
          <p:cNvPicPr preferRelativeResize="0"/>
          <p:nvPr/>
        </p:nvPicPr>
        <p:blipFill>
          <a:blip r:embed="rId4">
            <a:alphaModFix/>
          </a:blip>
          <a:stretch>
            <a:fillRect/>
          </a:stretch>
        </p:blipFill>
        <p:spPr>
          <a:xfrm>
            <a:off x="3707775" y="856312"/>
            <a:ext cx="4689050" cy="35391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3" name="Shape 4343"/>
        <p:cNvGrpSpPr/>
        <p:nvPr/>
      </p:nvGrpSpPr>
      <p:grpSpPr>
        <a:xfrm>
          <a:off x="0" y="0"/>
          <a:ext cx="0" cy="0"/>
          <a:chOff x="0" y="0"/>
          <a:chExt cx="0" cy="0"/>
        </a:xfrm>
      </p:grpSpPr>
      <p:pic>
        <p:nvPicPr>
          <p:cNvPr id="4344" name="Google Shape;4344;p317"/>
          <p:cNvPicPr preferRelativeResize="0"/>
          <p:nvPr/>
        </p:nvPicPr>
        <p:blipFill>
          <a:blip r:embed="rId3">
            <a:alphaModFix/>
          </a:blip>
          <a:stretch>
            <a:fillRect/>
          </a:stretch>
        </p:blipFill>
        <p:spPr>
          <a:xfrm>
            <a:off x="5387500" y="1062375"/>
            <a:ext cx="3486150" cy="3648075"/>
          </a:xfrm>
          <a:prstGeom prst="rect">
            <a:avLst/>
          </a:prstGeom>
          <a:noFill/>
          <a:ln cap="flat" cmpd="sng" w="19050">
            <a:solidFill>
              <a:srgbClr val="395400"/>
            </a:solidFill>
            <a:prstDash val="solid"/>
            <a:round/>
            <a:headEnd len="sm" w="sm" type="none"/>
            <a:tailEnd len="sm" w="sm" type="none"/>
          </a:ln>
        </p:spPr>
      </p:pic>
      <p:pic>
        <p:nvPicPr>
          <p:cNvPr id="4345" name="Google Shape;4345;p317"/>
          <p:cNvPicPr preferRelativeResize="0"/>
          <p:nvPr/>
        </p:nvPicPr>
        <p:blipFill rotWithShape="1">
          <a:blip r:embed="rId4">
            <a:alphaModFix/>
          </a:blip>
          <a:srcRect b="1429" l="-1329" r="1329" t="-1430"/>
          <a:stretch/>
        </p:blipFill>
        <p:spPr>
          <a:xfrm>
            <a:off x="270350" y="1239375"/>
            <a:ext cx="4809751" cy="2968300"/>
          </a:xfrm>
          <a:prstGeom prst="rect">
            <a:avLst/>
          </a:prstGeom>
          <a:noFill/>
          <a:ln cap="flat" cmpd="sng" w="9525">
            <a:solidFill>
              <a:srgbClr val="395400"/>
            </a:solidFill>
            <a:prstDash val="solid"/>
            <a:round/>
            <a:headEnd len="sm" w="sm" type="none"/>
            <a:tailEnd len="sm" w="sm" type="none"/>
          </a:ln>
        </p:spPr>
      </p:pic>
      <p:sp>
        <p:nvSpPr>
          <p:cNvPr id="4346" name="Google Shape;4346;p317"/>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347" name="Google Shape;4347;p317"/>
          <p:cNvSpPr txBox="1"/>
          <p:nvPr>
            <p:ph type="title"/>
          </p:nvPr>
        </p:nvSpPr>
        <p:spPr>
          <a:xfrm>
            <a:off x="720000" y="280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Concentration </a:t>
            </a:r>
            <a:r>
              <a:rPr lang="en"/>
              <a:t>Distributions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1" name="Shape 4351"/>
        <p:cNvGrpSpPr/>
        <p:nvPr/>
      </p:nvGrpSpPr>
      <p:grpSpPr>
        <a:xfrm>
          <a:off x="0" y="0"/>
          <a:ext cx="0" cy="0"/>
          <a:chOff x="0" y="0"/>
          <a:chExt cx="0" cy="0"/>
        </a:xfrm>
      </p:grpSpPr>
      <p:sp>
        <p:nvSpPr>
          <p:cNvPr id="4352" name="Google Shape;4352;p3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 Correlations</a:t>
            </a:r>
            <a:endParaRPr/>
          </a:p>
        </p:txBody>
      </p:sp>
      <p:pic>
        <p:nvPicPr>
          <p:cNvPr id="4353" name="Google Shape;4353;p318"/>
          <p:cNvPicPr preferRelativeResize="0"/>
          <p:nvPr/>
        </p:nvPicPr>
        <p:blipFill>
          <a:blip r:embed="rId3">
            <a:alphaModFix/>
          </a:blip>
          <a:stretch>
            <a:fillRect/>
          </a:stretch>
        </p:blipFill>
        <p:spPr>
          <a:xfrm>
            <a:off x="888647" y="1017728"/>
            <a:ext cx="5053500" cy="4014050"/>
          </a:xfrm>
          <a:prstGeom prst="rect">
            <a:avLst/>
          </a:prstGeom>
          <a:noFill/>
          <a:ln>
            <a:noFill/>
          </a:ln>
        </p:spPr>
      </p:pic>
      <p:pic>
        <p:nvPicPr>
          <p:cNvPr id="4354" name="Google Shape;4354;p318"/>
          <p:cNvPicPr preferRelativeResize="0"/>
          <p:nvPr/>
        </p:nvPicPr>
        <p:blipFill>
          <a:blip r:embed="rId4">
            <a:alphaModFix/>
          </a:blip>
          <a:stretch>
            <a:fillRect/>
          </a:stretch>
        </p:blipFill>
        <p:spPr>
          <a:xfrm>
            <a:off x="888652" y="1017725"/>
            <a:ext cx="5053500" cy="4014079"/>
          </a:xfrm>
          <a:prstGeom prst="rect">
            <a:avLst/>
          </a:prstGeom>
          <a:noFill/>
          <a:ln>
            <a:noFill/>
          </a:ln>
        </p:spPr>
      </p:pic>
      <p:sp>
        <p:nvSpPr>
          <p:cNvPr id="4355" name="Google Shape;4355;p318"/>
          <p:cNvSpPr txBox="1"/>
          <p:nvPr/>
        </p:nvSpPr>
        <p:spPr>
          <a:xfrm>
            <a:off x="6316425" y="1502225"/>
            <a:ext cx="2558100" cy="28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innaker"/>
                <a:ea typeface="Spinnaker"/>
                <a:cs typeface="Spinnaker"/>
                <a:sym typeface="Spinnaker"/>
              </a:rPr>
              <a:t>Organic Carbon and Organic Matter have a perfect correlation of 1.0. This is because OM isn't independently measured, it's simply OC multiplied by a conversion factor to account for the hydrogen and oxygen attached to the carbon.</a:t>
            </a:r>
            <a:endParaRPr>
              <a:solidFill>
                <a:schemeClr val="dk1"/>
              </a:solidFill>
              <a:latin typeface="Spinnaker"/>
              <a:ea typeface="Spinnaker"/>
              <a:cs typeface="Spinnaker"/>
              <a:sym typeface="Spinnak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9" name="Shape 4359"/>
        <p:cNvGrpSpPr/>
        <p:nvPr/>
      </p:nvGrpSpPr>
      <p:grpSpPr>
        <a:xfrm>
          <a:off x="0" y="0"/>
          <a:ext cx="0" cy="0"/>
          <a:chOff x="0" y="0"/>
          <a:chExt cx="0" cy="0"/>
        </a:xfrm>
      </p:grpSpPr>
      <p:sp>
        <p:nvSpPr>
          <p:cNvPr id="4360" name="Google Shape;4360;p319"/>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Future</a:t>
            </a:r>
            <a:r>
              <a:rPr lang="en"/>
              <a:t> Work</a:t>
            </a:r>
            <a:endParaRPr/>
          </a:p>
        </p:txBody>
      </p:sp>
      <p:sp>
        <p:nvSpPr>
          <p:cNvPr id="4361" name="Google Shape;4361;p319"/>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362" name="Google Shape;4362;p319"/>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Goals For Next Semester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6" name="Shape 4366"/>
        <p:cNvGrpSpPr/>
        <p:nvPr/>
      </p:nvGrpSpPr>
      <p:grpSpPr>
        <a:xfrm>
          <a:off x="0" y="0"/>
          <a:ext cx="0" cy="0"/>
          <a:chOff x="0" y="0"/>
          <a:chExt cx="0" cy="0"/>
        </a:xfrm>
      </p:grpSpPr>
      <p:sp>
        <p:nvSpPr>
          <p:cNvPr id="4367" name="Google Shape;4367;p320"/>
          <p:cNvSpPr txBox="1"/>
          <p:nvPr/>
        </p:nvSpPr>
        <p:spPr>
          <a:xfrm>
            <a:off x="1081750" y="659350"/>
            <a:ext cx="1441500" cy="4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innaker"/>
              <a:ea typeface="Spinnaker"/>
              <a:cs typeface="Spinnaker"/>
              <a:sym typeface="Spinnaker"/>
            </a:endParaRPr>
          </a:p>
        </p:txBody>
      </p:sp>
      <p:sp>
        <p:nvSpPr>
          <p:cNvPr id="4368" name="Google Shape;4368;p3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How do we plan to implement a model?</a:t>
            </a:r>
            <a:endParaRPr sz="2400"/>
          </a:p>
        </p:txBody>
      </p:sp>
      <p:sp>
        <p:nvSpPr>
          <p:cNvPr id="4369" name="Google Shape;4369;p320"/>
          <p:cNvSpPr txBox="1"/>
          <p:nvPr/>
        </p:nvSpPr>
        <p:spPr>
          <a:xfrm>
            <a:off x="1225825" y="1187250"/>
            <a:ext cx="3202200" cy="32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innaker"/>
                <a:ea typeface="Spinnaker"/>
                <a:cs typeface="Spinnaker"/>
                <a:sym typeface="Spinnaker"/>
              </a:rPr>
              <a:t>What is Positive Matrix Factorization?</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PMF separates pollutants into sources and their contributions.</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Source Contributions (G): how much each source contributed on each day</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Source Profiles (F): the chemical fingerprint of each source</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X=GF+E where X is observed and E are residual errors</a:t>
            </a:r>
            <a:endParaRPr>
              <a:solidFill>
                <a:schemeClr val="dk1"/>
              </a:solidFill>
              <a:latin typeface="Spinnaker"/>
              <a:ea typeface="Spinnaker"/>
              <a:cs typeface="Spinnaker"/>
              <a:sym typeface="Spinnaker"/>
            </a:endParaRPr>
          </a:p>
        </p:txBody>
      </p:sp>
      <p:sp>
        <p:nvSpPr>
          <p:cNvPr id="4370" name="Google Shape;4370;p320"/>
          <p:cNvSpPr txBox="1"/>
          <p:nvPr/>
        </p:nvSpPr>
        <p:spPr>
          <a:xfrm>
            <a:off x="4572000" y="1187250"/>
            <a:ext cx="3973500" cy="35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innaker"/>
                <a:ea typeface="Spinnaker"/>
                <a:cs typeface="Spinnaker"/>
                <a:sym typeface="Spinnaker"/>
              </a:rPr>
              <a:t>Why is it a good fit?</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-Our data is a mixture of many unknown sources</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-PMF handles uncertainty values (low uncertainty are weighted higher)</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-It requires no predefined source profiles</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-Air quality researchers widely use it, ensuring reliability </a:t>
            </a:r>
            <a:endParaRPr>
              <a:solidFill>
                <a:schemeClr val="dk1"/>
              </a:solidFill>
              <a:latin typeface="Spinnaker"/>
              <a:ea typeface="Spinnaker"/>
              <a:cs typeface="Spinnaker"/>
              <a:sym typeface="Spinnak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4" name="Shape 4374"/>
        <p:cNvGrpSpPr/>
        <p:nvPr/>
      </p:nvGrpSpPr>
      <p:grpSpPr>
        <a:xfrm>
          <a:off x="0" y="0"/>
          <a:ext cx="0" cy="0"/>
          <a:chOff x="0" y="0"/>
          <a:chExt cx="0" cy="0"/>
        </a:xfrm>
      </p:grpSpPr>
      <p:sp>
        <p:nvSpPr>
          <p:cNvPr id="4375" name="Google Shape;4375;p321"/>
          <p:cNvSpPr txBox="1"/>
          <p:nvPr>
            <p:ph type="title"/>
          </p:nvPr>
        </p:nvSpPr>
        <p:spPr>
          <a:xfrm>
            <a:off x="720000" y="264551"/>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Next Steps</a:t>
            </a:r>
            <a:endParaRPr/>
          </a:p>
        </p:txBody>
      </p:sp>
      <p:sp>
        <p:nvSpPr>
          <p:cNvPr id="4376" name="Google Shape;4376;p321"/>
          <p:cNvSpPr/>
          <p:nvPr/>
        </p:nvSpPr>
        <p:spPr>
          <a:xfrm>
            <a:off x="1721177" y="1075150"/>
            <a:ext cx="965700" cy="9657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77" name="Google Shape;4377;p321"/>
          <p:cNvGrpSpPr/>
          <p:nvPr/>
        </p:nvGrpSpPr>
        <p:grpSpPr>
          <a:xfrm>
            <a:off x="1134376" y="2102675"/>
            <a:ext cx="6418038" cy="71700"/>
            <a:chOff x="1362976" y="2178875"/>
            <a:chExt cx="6418038" cy="71700"/>
          </a:xfrm>
        </p:grpSpPr>
        <p:sp>
          <p:nvSpPr>
            <p:cNvPr id="4378" name="Google Shape;4378;p321"/>
            <p:cNvSpPr/>
            <p:nvPr/>
          </p:nvSpPr>
          <p:spPr>
            <a:xfrm>
              <a:off x="1362976" y="2178875"/>
              <a:ext cx="2139300" cy="71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321"/>
            <p:cNvSpPr/>
            <p:nvPr/>
          </p:nvSpPr>
          <p:spPr>
            <a:xfrm>
              <a:off x="3502345" y="2178875"/>
              <a:ext cx="2139300" cy="7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321"/>
            <p:cNvSpPr/>
            <p:nvPr/>
          </p:nvSpPr>
          <p:spPr>
            <a:xfrm>
              <a:off x="5641713" y="2178875"/>
              <a:ext cx="2139300" cy="71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81" name="Google Shape;4381;p321"/>
          <p:cNvSpPr txBox="1"/>
          <p:nvPr/>
        </p:nvSpPr>
        <p:spPr>
          <a:xfrm flipH="1">
            <a:off x="5239548" y="3173042"/>
            <a:ext cx="2484900" cy="455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Unbounded SemiBold"/>
                <a:ea typeface="Unbounded SemiBold"/>
                <a:cs typeface="Unbounded SemiBold"/>
                <a:sym typeface="Unbounded SemiBold"/>
              </a:rPr>
              <a:t>Assess Model </a:t>
            </a:r>
            <a:endParaRPr sz="2200">
              <a:solidFill>
                <a:schemeClr val="dk1"/>
              </a:solidFill>
              <a:latin typeface="Unbounded SemiBold"/>
              <a:ea typeface="Unbounded SemiBold"/>
              <a:cs typeface="Unbounded SemiBold"/>
              <a:sym typeface="Unbounded SemiBold"/>
            </a:endParaRPr>
          </a:p>
        </p:txBody>
      </p:sp>
      <p:sp>
        <p:nvSpPr>
          <p:cNvPr id="4382" name="Google Shape;4382;p321"/>
          <p:cNvSpPr txBox="1"/>
          <p:nvPr/>
        </p:nvSpPr>
        <p:spPr>
          <a:xfrm flipH="1">
            <a:off x="5413127" y="3588343"/>
            <a:ext cx="2139300" cy="69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solidFill>
                  <a:schemeClr val="dk1"/>
                </a:solidFill>
                <a:latin typeface="Spinnaker"/>
                <a:ea typeface="Spinnaker"/>
                <a:cs typeface="Spinnaker"/>
                <a:sym typeface="Spinnaker"/>
              </a:rPr>
              <a:t>Evaluate model’s potential error and utilize provided input uncertainty to improve its performance or create new iterations.</a:t>
            </a:r>
            <a:endParaRPr sz="1200">
              <a:solidFill>
                <a:schemeClr val="dk1"/>
              </a:solidFill>
              <a:latin typeface="Spinnaker"/>
              <a:ea typeface="Spinnaker"/>
              <a:cs typeface="Spinnaker"/>
              <a:sym typeface="Spinnaker"/>
            </a:endParaRPr>
          </a:p>
        </p:txBody>
      </p:sp>
      <p:cxnSp>
        <p:nvCxnSpPr>
          <p:cNvPr id="4383" name="Google Shape;4383;p321"/>
          <p:cNvCxnSpPr>
            <a:stCxn id="4384" idx="0"/>
            <a:endCxn id="4378" idx="2"/>
          </p:cNvCxnSpPr>
          <p:nvPr/>
        </p:nvCxnSpPr>
        <p:spPr>
          <a:xfrm rot="10800000">
            <a:off x="2204027" y="2174475"/>
            <a:ext cx="0" cy="272100"/>
          </a:xfrm>
          <a:prstGeom prst="straightConnector1">
            <a:avLst/>
          </a:prstGeom>
          <a:noFill/>
          <a:ln cap="flat" cmpd="sng" w="19050">
            <a:solidFill>
              <a:schemeClr val="lt2"/>
            </a:solidFill>
            <a:prstDash val="solid"/>
            <a:round/>
            <a:headEnd len="med" w="med" type="none"/>
            <a:tailEnd len="med" w="med" type="none"/>
          </a:ln>
        </p:spPr>
      </p:cxnSp>
      <p:sp>
        <p:nvSpPr>
          <p:cNvPr id="4384" name="Google Shape;4384;p321"/>
          <p:cNvSpPr/>
          <p:nvPr/>
        </p:nvSpPr>
        <p:spPr>
          <a:xfrm>
            <a:off x="1994177" y="2446575"/>
            <a:ext cx="419700" cy="419700"/>
          </a:xfrm>
          <a:prstGeom prst="roundRect">
            <a:avLst>
              <a:gd fmla="val 16667" name="adj"/>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Unbounded SemiBold"/>
                <a:ea typeface="Unbounded SemiBold"/>
                <a:cs typeface="Unbounded SemiBold"/>
                <a:sym typeface="Unbounded SemiBold"/>
              </a:rPr>
              <a:t>01</a:t>
            </a:r>
            <a:endParaRPr>
              <a:solidFill>
                <a:schemeClr val="dk1"/>
              </a:solidFill>
              <a:latin typeface="Unbounded SemiBold"/>
              <a:ea typeface="Unbounded SemiBold"/>
              <a:cs typeface="Unbounded SemiBold"/>
              <a:sym typeface="Unbounded SemiBold"/>
            </a:endParaRPr>
          </a:p>
        </p:txBody>
      </p:sp>
      <p:sp>
        <p:nvSpPr>
          <p:cNvPr id="4385" name="Google Shape;4385;p321"/>
          <p:cNvSpPr/>
          <p:nvPr/>
        </p:nvSpPr>
        <p:spPr>
          <a:xfrm>
            <a:off x="4133552" y="2446575"/>
            <a:ext cx="419700" cy="419700"/>
          </a:xfrm>
          <a:prstGeom prst="roundRect">
            <a:avLst>
              <a:gd fmla="val 16667" name="adj"/>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Unbounded SemiBold"/>
                <a:ea typeface="Unbounded SemiBold"/>
                <a:cs typeface="Unbounded SemiBold"/>
                <a:sym typeface="Unbounded SemiBold"/>
              </a:rPr>
              <a:t>02</a:t>
            </a:r>
            <a:endParaRPr>
              <a:solidFill>
                <a:schemeClr val="dk1"/>
              </a:solidFill>
              <a:latin typeface="Unbounded SemiBold"/>
              <a:ea typeface="Unbounded SemiBold"/>
              <a:cs typeface="Unbounded SemiBold"/>
              <a:sym typeface="Unbounded SemiBold"/>
            </a:endParaRPr>
          </a:p>
        </p:txBody>
      </p:sp>
      <p:sp>
        <p:nvSpPr>
          <p:cNvPr id="4386" name="Google Shape;4386;p321"/>
          <p:cNvSpPr/>
          <p:nvPr/>
        </p:nvSpPr>
        <p:spPr>
          <a:xfrm>
            <a:off x="6272917" y="2446575"/>
            <a:ext cx="419700" cy="419700"/>
          </a:xfrm>
          <a:prstGeom prst="roundRect">
            <a:avLst>
              <a:gd fmla="val 16667" name="adj"/>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Unbounded SemiBold"/>
                <a:ea typeface="Unbounded SemiBold"/>
                <a:cs typeface="Unbounded SemiBold"/>
                <a:sym typeface="Unbounded SemiBold"/>
              </a:rPr>
              <a:t>03</a:t>
            </a:r>
            <a:endParaRPr>
              <a:solidFill>
                <a:schemeClr val="dk1"/>
              </a:solidFill>
              <a:latin typeface="Unbounded SemiBold"/>
              <a:ea typeface="Unbounded SemiBold"/>
              <a:cs typeface="Unbounded SemiBold"/>
              <a:sym typeface="Unbounded SemiBold"/>
            </a:endParaRPr>
          </a:p>
        </p:txBody>
      </p:sp>
      <p:cxnSp>
        <p:nvCxnSpPr>
          <p:cNvPr id="4387" name="Google Shape;4387;p321"/>
          <p:cNvCxnSpPr>
            <a:stCxn id="4385" idx="0"/>
            <a:endCxn id="4379" idx="2"/>
          </p:cNvCxnSpPr>
          <p:nvPr/>
        </p:nvCxnSpPr>
        <p:spPr>
          <a:xfrm rot="10800000">
            <a:off x="4343402" y="2174475"/>
            <a:ext cx="0" cy="272100"/>
          </a:xfrm>
          <a:prstGeom prst="straightConnector1">
            <a:avLst/>
          </a:prstGeom>
          <a:noFill/>
          <a:ln cap="flat" cmpd="sng" w="19050">
            <a:solidFill>
              <a:schemeClr val="lt2"/>
            </a:solidFill>
            <a:prstDash val="solid"/>
            <a:round/>
            <a:headEnd len="med" w="med" type="none"/>
            <a:tailEnd len="med" w="med" type="none"/>
          </a:ln>
        </p:spPr>
      </p:cxnSp>
      <p:cxnSp>
        <p:nvCxnSpPr>
          <p:cNvPr id="4388" name="Google Shape;4388;p321"/>
          <p:cNvCxnSpPr>
            <a:stCxn id="4386" idx="0"/>
            <a:endCxn id="4380" idx="2"/>
          </p:cNvCxnSpPr>
          <p:nvPr/>
        </p:nvCxnSpPr>
        <p:spPr>
          <a:xfrm rot="10800000">
            <a:off x="6482767" y="2174475"/>
            <a:ext cx="0" cy="272100"/>
          </a:xfrm>
          <a:prstGeom prst="straightConnector1">
            <a:avLst/>
          </a:prstGeom>
          <a:noFill/>
          <a:ln cap="flat" cmpd="sng" w="19050">
            <a:solidFill>
              <a:schemeClr val="lt2"/>
            </a:solidFill>
            <a:prstDash val="solid"/>
            <a:round/>
            <a:headEnd len="med" w="med" type="none"/>
            <a:tailEnd len="med" w="med" type="none"/>
          </a:ln>
        </p:spPr>
      </p:cxnSp>
      <p:sp>
        <p:nvSpPr>
          <p:cNvPr id="4389" name="Google Shape;4389;p321"/>
          <p:cNvSpPr txBox="1"/>
          <p:nvPr/>
        </p:nvSpPr>
        <p:spPr>
          <a:xfrm>
            <a:off x="-75" y="2309725"/>
            <a:ext cx="1617900" cy="18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Spinnaker"/>
                <a:ea typeface="Spinnaker"/>
                <a:cs typeface="Spinnaker"/>
                <a:sym typeface="Spinnaker"/>
              </a:rPr>
              <a:t>Data Preparation</a:t>
            </a:r>
            <a:endParaRPr b="1">
              <a:solidFill>
                <a:schemeClr val="dk1"/>
              </a:solidFill>
              <a:latin typeface="Spinnaker"/>
              <a:ea typeface="Spinnaker"/>
              <a:cs typeface="Spinnaker"/>
              <a:sym typeface="Spinnaker"/>
            </a:endParaRPr>
          </a:p>
        </p:txBody>
      </p:sp>
      <p:sp>
        <p:nvSpPr>
          <p:cNvPr id="4390" name="Google Shape;4390;p321"/>
          <p:cNvSpPr txBox="1"/>
          <p:nvPr/>
        </p:nvSpPr>
        <p:spPr>
          <a:xfrm flipH="1">
            <a:off x="3273752" y="3173050"/>
            <a:ext cx="2139300" cy="455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Unbounded SemiBold"/>
                <a:ea typeface="Unbounded SemiBold"/>
                <a:cs typeface="Unbounded SemiBold"/>
                <a:sym typeface="Unbounded SemiBold"/>
              </a:rPr>
              <a:t>Create Model</a:t>
            </a:r>
            <a:endParaRPr sz="1800">
              <a:solidFill>
                <a:schemeClr val="dk1"/>
              </a:solidFill>
              <a:latin typeface="Unbounded SemiBold"/>
              <a:ea typeface="Unbounded SemiBold"/>
              <a:cs typeface="Unbounded SemiBold"/>
              <a:sym typeface="Unbounded SemiBold"/>
            </a:endParaRPr>
          </a:p>
        </p:txBody>
      </p:sp>
      <p:sp>
        <p:nvSpPr>
          <p:cNvPr id="4391" name="Google Shape;4391;p321"/>
          <p:cNvSpPr txBox="1"/>
          <p:nvPr/>
        </p:nvSpPr>
        <p:spPr>
          <a:xfrm flipH="1">
            <a:off x="3273752" y="3526648"/>
            <a:ext cx="2139300" cy="69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solidFill>
                  <a:schemeClr val="dk1"/>
                </a:solidFill>
                <a:latin typeface="Spinnaker"/>
                <a:ea typeface="Spinnaker"/>
                <a:cs typeface="Spinnaker"/>
                <a:sym typeface="Spinnaker"/>
              </a:rPr>
              <a:t>Use PMF to create </a:t>
            </a:r>
            <a:r>
              <a:rPr lang="en" sz="1200">
                <a:solidFill>
                  <a:schemeClr val="dk1"/>
                </a:solidFill>
                <a:latin typeface="Spinnaker"/>
                <a:ea typeface="Spinnaker"/>
                <a:cs typeface="Spinnaker"/>
                <a:sym typeface="Spinnaker"/>
              </a:rPr>
              <a:t>a source apportionment model and c</a:t>
            </a:r>
            <a:r>
              <a:rPr lang="en" sz="1200">
                <a:solidFill>
                  <a:schemeClr val="dk1"/>
                </a:solidFill>
                <a:latin typeface="Spinnaker"/>
                <a:ea typeface="Spinnaker"/>
                <a:cs typeface="Spinnaker"/>
                <a:sym typeface="Spinnaker"/>
              </a:rPr>
              <a:t>alculate source profiles and source contributions.</a:t>
            </a:r>
            <a:endParaRPr sz="1200">
              <a:solidFill>
                <a:schemeClr val="dk1"/>
              </a:solidFill>
              <a:latin typeface="Spinnaker"/>
              <a:ea typeface="Spinnaker"/>
              <a:cs typeface="Spinnaker"/>
              <a:sym typeface="Spinnaker"/>
            </a:endParaRPr>
          </a:p>
        </p:txBody>
      </p:sp>
      <p:sp>
        <p:nvSpPr>
          <p:cNvPr id="4392" name="Google Shape;4392;p321"/>
          <p:cNvSpPr txBox="1"/>
          <p:nvPr/>
        </p:nvSpPr>
        <p:spPr>
          <a:xfrm flipH="1">
            <a:off x="1134377" y="3173050"/>
            <a:ext cx="2139300" cy="455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900">
                <a:solidFill>
                  <a:schemeClr val="dk1"/>
                </a:solidFill>
                <a:latin typeface="Unbounded SemiBold"/>
                <a:ea typeface="Unbounded SemiBold"/>
                <a:cs typeface="Unbounded SemiBold"/>
                <a:sym typeface="Unbounded SemiBold"/>
              </a:rPr>
              <a:t>Analysis</a:t>
            </a:r>
            <a:endParaRPr sz="1900">
              <a:solidFill>
                <a:schemeClr val="dk1"/>
              </a:solidFill>
              <a:latin typeface="Unbounded SemiBold"/>
              <a:ea typeface="Unbounded SemiBold"/>
              <a:cs typeface="Unbounded SemiBold"/>
              <a:sym typeface="Unbounded SemiBold"/>
            </a:endParaRPr>
          </a:p>
        </p:txBody>
      </p:sp>
      <p:sp>
        <p:nvSpPr>
          <p:cNvPr id="4393" name="Google Shape;4393;p321"/>
          <p:cNvSpPr txBox="1"/>
          <p:nvPr/>
        </p:nvSpPr>
        <p:spPr>
          <a:xfrm flipH="1">
            <a:off x="1134377" y="3526648"/>
            <a:ext cx="2139300" cy="69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Spinnaker"/>
                <a:ea typeface="Spinnaker"/>
                <a:cs typeface="Spinnaker"/>
                <a:sym typeface="Spinnaker"/>
              </a:rPr>
              <a:t>Conducted data cleaning and exploratory analysis to confirm all three datasets are suitable for PMF source apportionment.</a:t>
            </a:r>
            <a:endParaRPr sz="1100">
              <a:solidFill>
                <a:schemeClr val="dk1"/>
              </a:solidFill>
              <a:latin typeface="Spinnaker"/>
              <a:ea typeface="Spinnaker"/>
              <a:cs typeface="Spinnaker"/>
              <a:sym typeface="Spinnaker"/>
            </a:endParaRPr>
          </a:p>
        </p:txBody>
      </p:sp>
      <p:sp>
        <p:nvSpPr>
          <p:cNvPr id="4394" name="Google Shape;4394;p321"/>
          <p:cNvSpPr/>
          <p:nvPr/>
        </p:nvSpPr>
        <p:spPr>
          <a:xfrm>
            <a:off x="3860552" y="1075150"/>
            <a:ext cx="965700" cy="9657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321"/>
          <p:cNvSpPr/>
          <p:nvPr/>
        </p:nvSpPr>
        <p:spPr>
          <a:xfrm>
            <a:off x="5999925" y="1075150"/>
            <a:ext cx="965700" cy="9657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321"/>
          <p:cNvSpPr txBox="1"/>
          <p:nvPr/>
        </p:nvSpPr>
        <p:spPr>
          <a:xfrm>
            <a:off x="2351675" y="2309725"/>
            <a:ext cx="1509000" cy="18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Spinnaker"/>
                <a:ea typeface="Spinnaker"/>
                <a:cs typeface="Spinnaker"/>
                <a:sym typeface="Spinnaker"/>
              </a:rPr>
              <a:t>Model </a:t>
            </a:r>
            <a:r>
              <a:rPr b="1" lang="en">
                <a:solidFill>
                  <a:schemeClr val="dk1"/>
                </a:solidFill>
                <a:latin typeface="Spinnaker"/>
                <a:ea typeface="Spinnaker"/>
                <a:cs typeface="Spinnaker"/>
                <a:sym typeface="Spinnaker"/>
              </a:rPr>
              <a:t>Development</a:t>
            </a:r>
            <a:endParaRPr b="1">
              <a:solidFill>
                <a:schemeClr val="dk1"/>
              </a:solidFill>
              <a:latin typeface="Spinnaker"/>
              <a:ea typeface="Spinnaker"/>
              <a:cs typeface="Spinnaker"/>
              <a:sym typeface="Spinnaker"/>
            </a:endParaRPr>
          </a:p>
        </p:txBody>
      </p:sp>
      <p:sp>
        <p:nvSpPr>
          <p:cNvPr id="4397" name="Google Shape;4397;p321"/>
          <p:cNvSpPr txBox="1"/>
          <p:nvPr/>
        </p:nvSpPr>
        <p:spPr>
          <a:xfrm>
            <a:off x="4695625" y="2309725"/>
            <a:ext cx="1617900" cy="18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Spinnaker"/>
                <a:ea typeface="Spinnaker"/>
                <a:cs typeface="Spinnaker"/>
                <a:sym typeface="Spinnaker"/>
              </a:rPr>
              <a:t>Source Profile Identification</a:t>
            </a:r>
            <a:endParaRPr b="1">
              <a:solidFill>
                <a:schemeClr val="dk1"/>
              </a:solidFill>
              <a:latin typeface="Spinnaker"/>
              <a:ea typeface="Spinnaker"/>
              <a:cs typeface="Spinnaker"/>
              <a:sym typeface="Spinnaker"/>
            </a:endParaRPr>
          </a:p>
        </p:txBody>
      </p:sp>
      <p:sp>
        <p:nvSpPr>
          <p:cNvPr id="4398" name="Google Shape;4398;p321"/>
          <p:cNvSpPr txBox="1"/>
          <p:nvPr/>
        </p:nvSpPr>
        <p:spPr>
          <a:xfrm>
            <a:off x="7069625" y="2309725"/>
            <a:ext cx="965700" cy="18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Spinnaker"/>
                <a:ea typeface="Spinnaker"/>
                <a:cs typeface="Spinnaker"/>
                <a:sym typeface="Spinnaker"/>
              </a:rPr>
              <a:t>Evaluate Model</a:t>
            </a:r>
            <a:endParaRPr b="1">
              <a:solidFill>
                <a:schemeClr val="dk1"/>
              </a:solidFill>
              <a:latin typeface="Spinnaker"/>
              <a:ea typeface="Spinnaker"/>
              <a:cs typeface="Spinnaker"/>
              <a:sym typeface="Spinnaker"/>
            </a:endParaRPr>
          </a:p>
        </p:txBody>
      </p:sp>
      <p:grpSp>
        <p:nvGrpSpPr>
          <p:cNvPr id="4399" name="Google Shape;4399;p321"/>
          <p:cNvGrpSpPr/>
          <p:nvPr/>
        </p:nvGrpSpPr>
        <p:grpSpPr>
          <a:xfrm>
            <a:off x="4082795" y="1288909"/>
            <a:ext cx="521214" cy="521292"/>
            <a:chOff x="1487399" y="2361360"/>
            <a:chExt cx="474997" cy="475068"/>
          </a:xfrm>
        </p:grpSpPr>
        <p:sp>
          <p:nvSpPr>
            <p:cNvPr id="4400" name="Google Shape;4400;p321"/>
            <p:cNvSpPr/>
            <p:nvPr/>
          </p:nvSpPr>
          <p:spPr>
            <a:xfrm>
              <a:off x="1487399" y="2361360"/>
              <a:ext cx="474997" cy="475068"/>
            </a:xfrm>
            <a:custGeom>
              <a:rect b="b" l="l" r="r" t="t"/>
              <a:pathLst>
                <a:path extrusionOk="0" h="450301" w="450234">
                  <a:moveTo>
                    <a:pt x="225117" y="0"/>
                  </a:moveTo>
                  <a:cubicBezTo>
                    <a:pt x="164992" y="0"/>
                    <a:pt x="108455" y="23418"/>
                    <a:pt x="65929" y="65939"/>
                  </a:cubicBezTo>
                  <a:cubicBezTo>
                    <a:pt x="23415" y="108459"/>
                    <a:pt x="0" y="165005"/>
                    <a:pt x="0" y="225151"/>
                  </a:cubicBezTo>
                  <a:cubicBezTo>
                    <a:pt x="0" y="285297"/>
                    <a:pt x="23415" y="341831"/>
                    <a:pt x="65929" y="384363"/>
                  </a:cubicBezTo>
                  <a:cubicBezTo>
                    <a:pt x="108443" y="426884"/>
                    <a:pt x="164980" y="450302"/>
                    <a:pt x="225117" y="450302"/>
                  </a:cubicBezTo>
                  <a:cubicBezTo>
                    <a:pt x="285254" y="450302"/>
                    <a:pt x="341779" y="426884"/>
                    <a:pt x="384305" y="384363"/>
                  </a:cubicBezTo>
                  <a:cubicBezTo>
                    <a:pt x="426820" y="341843"/>
                    <a:pt x="450234" y="285297"/>
                    <a:pt x="450234" y="225151"/>
                  </a:cubicBezTo>
                  <a:cubicBezTo>
                    <a:pt x="450234" y="165017"/>
                    <a:pt x="426820" y="108471"/>
                    <a:pt x="384305" y="65939"/>
                  </a:cubicBezTo>
                  <a:cubicBezTo>
                    <a:pt x="341791" y="23418"/>
                    <a:pt x="285254" y="0"/>
                    <a:pt x="225117" y="0"/>
                  </a:cubicBezTo>
                  <a:close/>
                  <a:moveTo>
                    <a:pt x="365651" y="365706"/>
                  </a:moveTo>
                  <a:cubicBezTo>
                    <a:pt x="328108" y="403243"/>
                    <a:pt x="278207" y="423917"/>
                    <a:pt x="225117" y="423917"/>
                  </a:cubicBezTo>
                  <a:cubicBezTo>
                    <a:pt x="172027" y="423917"/>
                    <a:pt x="122126" y="403243"/>
                    <a:pt x="84583" y="365706"/>
                  </a:cubicBezTo>
                  <a:cubicBezTo>
                    <a:pt x="47052" y="328158"/>
                    <a:pt x="26381" y="278249"/>
                    <a:pt x="26381" y="225151"/>
                  </a:cubicBezTo>
                  <a:cubicBezTo>
                    <a:pt x="26381" y="172053"/>
                    <a:pt x="47052" y="122144"/>
                    <a:pt x="84583" y="84596"/>
                  </a:cubicBezTo>
                  <a:cubicBezTo>
                    <a:pt x="122126" y="47059"/>
                    <a:pt x="172027" y="26385"/>
                    <a:pt x="225117" y="26385"/>
                  </a:cubicBezTo>
                  <a:cubicBezTo>
                    <a:pt x="278207" y="26385"/>
                    <a:pt x="328108" y="47059"/>
                    <a:pt x="365651" y="84596"/>
                  </a:cubicBezTo>
                  <a:cubicBezTo>
                    <a:pt x="403182" y="122144"/>
                    <a:pt x="423853" y="172053"/>
                    <a:pt x="423853" y="225151"/>
                  </a:cubicBezTo>
                  <a:cubicBezTo>
                    <a:pt x="423853" y="278249"/>
                    <a:pt x="403182" y="328158"/>
                    <a:pt x="365651" y="36570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1" name="Google Shape;4401;p321"/>
            <p:cNvSpPr/>
            <p:nvPr/>
          </p:nvSpPr>
          <p:spPr>
            <a:xfrm>
              <a:off x="1576407" y="2450382"/>
              <a:ext cx="296873" cy="284570"/>
            </a:xfrm>
            <a:custGeom>
              <a:rect b="b" l="l" r="r" t="t"/>
              <a:pathLst>
                <a:path extrusionOk="0" h="269735" w="281396">
                  <a:moveTo>
                    <a:pt x="84419" y="269735"/>
                  </a:moveTo>
                  <a:lnTo>
                    <a:pt x="140698" y="240501"/>
                  </a:lnTo>
                  <a:lnTo>
                    <a:pt x="278582" y="168863"/>
                  </a:lnTo>
                  <a:cubicBezTo>
                    <a:pt x="280423" y="159775"/>
                    <a:pt x="281396" y="150359"/>
                    <a:pt x="281396" y="140719"/>
                  </a:cubicBezTo>
                  <a:cubicBezTo>
                    <a:pt x="281396" y="62995"/>
                    <a:pt x="218410" y="0"/>
                    <a:pt x="140698" y="0"/>
                  </a:cubicBezTo>
                  <a:lnTo>
                    <a:pt x="0" y="140719"/>
                  </a:lnTo>
                  <a:cubicBezTo>
                    <a:pt x="0" y="150359"/>
                    <a:pt x="961" y="159775"/>
                    <a:pt x="2814" y="168863"/>
                  </a:cubicBezTo>
                  <a:cubicBezTo>
                    <a:pt x="12030" y="214222"/>
                    <a:pt x="43030" y="251641"/>
                    <a:pt x="84419" y="2697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2" name="Google Shape;4402;p321"/>
            <p:cNvSpPr/>
            <p:nvPr/>
          </p:nvSpPr>
          <p:spPr>
            <a:xfrm>
              <a:off x="1853087" y="2410990"/>
              <a:ext cx="59374" cy="59383"/>
            </a:xfrm>
            <a:custGeom>
              <a:rect b="b" l="l" r="r" t="t"/>
              <a:pathLst>
                <a:path extrusionOk="0" h="56287" w="56279">
                  <a:moveTo>
                    <a:pt x="56279" y="28144"/>
                  </a:moveTo>
                  <a:cubicBezTo>
                    <a:pt x="56279" y="43687"/>
                    <a:pt x="43681" y="56288"/>
                    <a:pt x="28140" y="56288"/>
                  </a:cubicBezTo>
                  <a:cubicBezTo>
                    <a:pt x="12598" y="56288"/>
                    <a:pt x="0" y="43687"/>
                    <a:pt x="0" y="28144"/>
                  </a:cubicBezTo>
                  <a:cubicBezTo>
                    <a:pt x="0" y="12600"/>
                    <a:pt x="12598" y="0"/>
                    <a:pt x="28140" y="0"/>
                  </a:cubicBezTo>
                  <a:cubicBezTo>
                    <a:pt x="43681" y="0"/>
                    <a:pt x="56279" y="12600"/>
                    <a:pt x="56279" y="2814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3" name="Google Shape;4403;p321"/>
            <p:cNvSpPr/>
            <p:nvPr/>
          </p:nvSpPr>
          <p:spPr>
            <a:xfrm>
              <a:off x="1537095" y="2727101"/>
              <a:ext cx="59374" cy="59383"/>
            </a:xfrm>
            <a:custGeom>
              <a:rect b="b" l="l" r="r" t="t"/>
              <a:pathLst>
                <a:path extrusionOk="0" h="56287" w="56279">
                  <a:moveTo>
                    <a:pt x="56279" y="28144"/>
                  </a:moveTo>
                  <a:cubicBezTo>
                    <a:pt x="56279" y="43687"/>
                    <a:pt x="43681" y="56288"/>
                    <a:pt x="28140" y="56288"/>
                  </a:cubicBezTo>
                  <a:cubicBezTo>
                    <a:pt x="12599" y="56288"/>
                    <a:pt x="0" y="43687"/>
                    <a:pt x="0" y="28144"/>
                  </a:cubicBezTo>
                  <a:cubicBezTo>
                    <a:pt x="0" y="12600"/>
                    <a:pt x="12599" y="0"/>
                    <a:pt x="28140" y="0"/>
                  </a:cubicBezTo>
                  <a:cubicBezTo>
                    <a:pt x="43681" y="0"/>
                    <a:pt x="56279" y="12600"/>
                    <a:pt x="56279" y="2814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4" name="Google Shape;4404;p321"/>
            <p:cNvSpPr/>
            <p:nvPr/>
          </p:nvSpPr>
          <p:spPr>
            <a:xfrm>
              <a:off x="1576407" y="2450382"/>
              <a:ext cx="207811" cy="178150"/>
            </a:xfrm>
            <a:custGeom>
              <a:rect b="b" l="l" r="r" t="t"/>
              <a:pathLst>
                <a:path extrusionOk="0" h="168863" w="196977">
                  <a:moveTo>
                    <a:pt x="168838" y="56288"/>
                  </a:moveTo>
                  <a:cubicBezTo>
                    <a:pt x="152587" y="56206"/>
                    <a:pt x="140733" y="42626"/>
                    <a:pt x="140698" y="28144"/>
                  </a:cubicBezTo>
                  <a:lnTo>
                    <a:pt x="140698" y="0"/>
                  </a:lnTo>
                  <a:cubicBezTo>
                    <a:pt x="62986" y="0"/>
                    <a:pt x="0" y="62995"/>
                    <a:pt x="0" y="140719"/>
                  </a:cubicBezTo>
                  <a:cubicBezTo>
                    <a:pt x="0" y="150359"/>
                    <a:pt x="961" y="159775"/>
                    <a:pt x="2814" y="168863"/>
                  </a:cubicBezTo>
                  <a:lnTo>
                    <a:pt x="56279" y="168863"/>
                  </a:lnTo>
                  <a:cubicBezTo>
                    <a:pt x="71815" y="168863"/>
                    <a:pt x="84419" y="156257"/>
                    <a:pt x="84419" y="140719"/>
                  </a:cubicBezTo>
                  <a:cubicBezTo>
                    <a:pt x="84548" y="124912"/>
                    <a:pt x="97551" y="112505"/>
                    <a:pt x="112559" y="112575"/>
                  </a:cubicBezTo>
                  <a:lnTo>
                    <a:pt x="140698" y="112575"/>
                  </a:lnTo>
                  <a:lnTo>
                    <a:pt x="168838" y="112575"/>
                  </a:lnTo>
                  <a:cubicBezTo>
                    <a:pt x="184373" y="112575"/>
                    <a:pt x="196977" y="99969"/>
                    <a:pt x="196977" y="84432"/>
                  </a:cubicBezTo>
                  <a:cubicBezTo>
                    <a:pt x="196848" y="68624"/>
                    <a:pt x="183846" y="56217"/>
                    <a:pt x="168838" y="5628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5" name="Google Shape;4405;p321"/>
            <p:cNvSpPr/>
            <p:nvPr/>
          </p:nvSpPr>
          <p:spPr>
            <a:xfrm>
              <a:off x="1665416" y="2628424"/>
              <a:ext cx="204842" cy="118767"/>
            </a:xfrm>
            <a:custGeom>
              <a:rect b="b" l="l" r="r" t="t"/>
              <a:pathLst>
                <a:path extrusionOk="0" h="112575" w="194163">
                  <a:moveTo>
                    <a:pt x="84419" y="28144"/>
                  </a:moveTo>
                  <a:cubicBezTo>
                    <a:pt x="84290" y="43951"/>
                    <a:pt x="71287" y="56358"/>
                    <a:pt x="56279" y="56288"/>
                  </a:cubicBezTo>
                  <a:lnTo>
                    <a:pt x="28140" y="56288"/>
                  </a:lnTo>
                  <a:cubicBezTo>
                    <a:pt x="12604" y="56288"/>
                    <a:pt x="0" y="68894"/>
                    <a:pt x="0" y="84432"/>
                  </a:cubicBezTo>
                  <a:lnTo>
                    <a:pt x="0" y="100872"/>
                  </a:lnTo>
                  <a:cubicBezTo>
                    <a:pt x="17236" y="108401"/>
                    <a:pt x="36277" y="112575"/>
                    <a:pt x="56279" y="112575"/>
                  </a:cubicBezTo>
                  <a:cubicBezTo>
                    <a:pt x="124354" y="112575"/>
                    <a:pt x="181125" y="64238"/>
                    <a:pt x="194163" y="0"/>
                  </a:cubicBezTo>
                  <a:lnTo>
                    <a:pt x="112559" y="0"/>
                  </a:lnTo>
                  <a:cubicBezTo>
                    <a:pt x="97023" y="0"/>
                    <a:pt x="84419" y="12606"/>
                    <a:pt x="84419" y="2814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06" name="Google Shape;4406;p321"/>
          <p:cNvGrpSpPr/>
          <p:nvPr/>
        </p:nvGrpSpPr>
        <p:grpSpPr>
          <a:xfrm>
            <a:off x="6245272" y="1320470"/>
            <a:ext cx="560364" cy="510009"/>
            <a:chOff x="6473872" y="1549070"/>
            <a:chExt cx="560364" cy="510009"/>
          </a:xfrm>
        </p:grpSpPr>
        <p:grpSp>
          <p:nvGrpSpPr>
            <p:cNvPr id="4407" name="Google Shape;4407;p321"/>
            <p:cNvGrpSpPr/>
            <p:nvPr/>
          </p:nvGrpSpPr>
          <p:grpSpPr>
            <a:xfrm>
              <a:off x="6473872" y="1549070"/>
              <a:ext cx="475010" cy="475068"/>
              <a:chOff x="5686672" y="3144895"/>
              <a:chExt cx="475010" cy="475068"/>
            </a:xfrm>
          </p:grpSpPr>
          <p:sp>
            <p:nvSpPr>
              <p:cNvPr id="4408" name="Google Shape;4408;p321"/>
              <p:cNvSpPr/>
              <p:nvPr/>
            </p:nvSpPr>
            <p:spPr>
              <a:xfrm>
                <a:off x="5686697" y="3144895"/>
                <a:ext cx="474984" cy="475068"/>
              </a:xfrm>
              <a:custGeom>
                <a:rect b="b" l="l" r="r" t="t"/>
                <a:pathLst>
                  <a:path extrusionOk="0" h="450301" w="450222">
                    <a:moveTo>
                      <a:pt x="450211" y="225163"/>
                    </a:moveTo>
                    <a:cubicBezTo>
                      <a:pt x="450211" y="205732"/>
                      <a:pt x="447748" y="186864"/>
                      <a:pt x="443117" y="168875"/>
                    </a:cubicBezTo>
                    <a:cubicBezTo>
                      <a:pt x="440550" y="158896"/>
                      <a:pt x="418448" y="139781"/>
                      <a:pt x="418448" y="139781"/>
                    </a:cubicBezTo>
                    <a:cubicBezTo>
                      <a:pt x="418448" y="139781"/>
                      <a:pt x="425120" y="121300"/>
                      <a:pt x="420090" y="112587"/>
                    </a:cubicBezTo>
                    <a:cubicBezTo>
                      <a:pt x="381163" y="45288"/>
                      <a:pt x="308422" y="12"/>
                      <a:pt x="225106" y="12"/>
                    </a:cubicBezTo>
                    <a:lnTo>
                      <a:pt x="165731" y="46003"/>
                    </a:lnTo>
                    <a:cubicBezTo>
                      <a:pt x="159681" y="35344"/>
                      <a:pt x="148225" y="28132"/>
                      <a:pt x="135094" y="28132"/>
                    </a:cubicBezTo>
                    <a:cubicBezTo>
                      <a:pt x="130298" y="28132"/>
                      <a:pt x="125714" y="29105"/>
                      <a:pt x="121551" y="30841"/>
                    </a:cubicBezTo>
                    <a:cubicBezTo>
                      <a:pt x="116592" y="13052"/>
                      <a:pt x="100283" y="0"/>
                      <a:pt x="80913" y="0"/>
                    </a:cubicBezTo>
                    <a:cubicBezTo>
                      <a:pt x="62529" y="0"/>
                      <a:pt x="46911" y="11750"/>
                      <a:pt x="41119" y="28144"/>
                    </a:cubicBezTo>
                    <a:cubicBezTo>
                      <a:pt x="18373" y="28777"/>
                      <a:pt x="129" y="47422"/>
                      <a:pt x="129" y="70324"/>
                    </a:cubicBezTo>
                    <a:cubicBezTo>
                      <a:pt x="129" y="93637"/>
                      <a:pt x="19006" y="112517"/>
                      <a:pt x="42315" y="112517"/>
                    </a:cubicBezTo>
                    <a:lnTo>
                      <a:pt x="79834" y="112517"/>
                    </a:lnTo>
                    <a:lnTo>
                      <a:pt x="7094" y="168863"/>
                    </a:lnTo>
                    <a:cubicBezTo>
                      <a:pt x="2462" y="186852"/>
                      <a:pt x="0" y="205720"/>
                      <a:pt x="0" y="225151"/>
                    </a:cubicBezTo>
                    <a:cubicBezTo>
                      <a:pt x="0" y="235189"/>
                      <a:pt x="13190" y="251641"/>
                      <a:pt x="13190" y="251641"/>
                    </a:cubicBezTo>
                    <a:cubicBezTo>
                      <a:pt x="13190" y="251641"/>
                      <a:pt x="4854" y="272737"/>
                      <a:pt x="7094" y="281439"/>
                    </a:cubicBezTo>
                    <a:cubicBezTo>
                      <a:pt x="27448" y="360558"/>
                      <a:pt x="89731" y="422850"/>
                      <a:pt x="168838" y="443207"/>
                    </a:cubicBezTo>
                    <a:lnTo>
                      <a:pt x="225117" y="425910"/>
                    </a:lnTo>
                    <a:lnTo>
                      <a:pt x="254288" y="416940"/>
                    </a:lnTo>
                    <a:cubicBezTo>
                      <a:pt x="258345" y="436007"/>
                      <a:pt x="275264" y="450302"/>
                      <a:pt x="295537" y="450302"/>
                    </a:cubicBezTo>
                    <a:lnTo>
                      <a:pt x="334147" y="450302"/>
                    </a:lnTo>
                    <a:lnTo>
                      <a:pt x="422106" y="450302"/>
                    </a:lnTo>
                    <a:cubicBezTo>
                      <a:pt x="437642" y="450302"/>
                      <a:pt x="450223" y="437707"/>
                      <a:pt x="450223" y="422170"/>
                    </a:cubicBezTo>
                    <a:cubicBezTo>
                      <a:pt x="450223" y="406878"/>
                      <a:pt x="438017" y="394448"/>
                      <a:pt x="422822" y="394061"/>
                    </a:cubicBezTo>
                    <a:cubicBezTo>
                      <a:pt x="419550" y="377996"/>
                      <a:pt x="405340" y="365905"/>
                      <a:pt x="388315" y="365905"/>
                    </a:cubicBezTo>
                    <a:cubicBezTo>
                      <a:pt x="383520" y="365905"/>
                      <a:pt x="378935" y="366867"/>
                      <a:pt x="374773" y="368614"/>
                    </a:cubicBezTo>
                    <a:cubicBezTo>
                      <a:pt x="372217" y="359456"/>
                      <a:pt x="366648" y="351552"/>
                      <a:pt x="359202" y="346041"/>
                    </a:cubicBezTo>
                    <a:lnTo>
                      <a:pt x="443141" y="281439"/>
                    </a:lnTo>
                    <a:cubicBezTo>
                      <a:pt x="447748" y="263450"/>
                      <a:pt x="450211" y="244594"/>
                      <a:pt x="450211" y="22516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9" name="Google Shape;4409;p321"/>
              <p:cNvSpPr/>
              <p:nvPr/>
            </p:nvSpPr>
            <p:spPr>
              <a:xfrm>
                <a:off x="6072374" y="3263602"/>
                <a:ext cx="81578" cy="59383"/>
              </a:xfrm>
              <a:custGeom>
                <a:rect b="b" l="l" r="r" t="t"/>
                <a:pathLst>
                  <a:path extrusionOk="0" h="56287" w="77325">
                    <a:moveTo>
                      <a:pt x="28140" y="0"/>
                    </a:moveTo>
                    <a:cubicBezTo>
                      <a:pt x="12323" y="129"/>
                      <a:pt x="-70" y="13134"/>
                      <a:pt x="0" y="28144"/>
                    </a:cubicBezTo>
                    <a:cubicBezTo>
                      <a:pt x="0" y="43682"/>
                      <a:pt x="12605" y="56288"/>
                      <a:pt x="28140" y="56288"/>
                    </a:cubicBezTo>
                    <a:lnTo>
                      <a:pt x="77326" y="56288"/>
                    </a:lnTo>
                    <a:cubicBezTo>
                      <a:pt x="72191" y="36329"/>
                      <a:pt x="64382" y="17426"/>
                      <a:pt x="54298" y="0"/>
                    </a:cubicBezTo>
                    <a:lnTo>
                      <a:pt x="2814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0" name="Google Shape;4410;p321"/>
              <p:cNvSpPr/>
              <p:nvPr/>
            </p:nvSpPr>
            <p:spPr>
              <a:xfrm>
                <a:off x="5686672" y="3144907"/>
                <a:ext cx="356247" cy="296917"/>
              </a:xfrm>
              <a:custGeom>
                <a:rect b="b" l="l" r="r" t="t"/>
                <a:pathLst>
                  <a:path extrusionOk="0" h="281438" w="337675">
                    <a:moveTo>
                      <a:pt x="225117" y="225151"/>
                    </a:moveTo>
                    <a:lnTo>
                      <a:pt x="309536" y="225151"/>
                    </a:lnTo>
                    <a:cubicBezTo>
                      <a:pt x="325341" y="225022"/>
                      <a:pt x="337746" y="212017"/>
                      <a:pt x="337676" y="197007"/>
                    </a:cubicBezTo>
                    <a:cubicBezTo>
                      <a:pt x="337676" y="181458"/>
                      <a:pt x="325071" y="168863"/>
                      <a:pt x="309536" y="168863"/>
                    </a:cubicBezTo>
                    <a:lnTo>
                      <a:pt x="281396" y="168863"/>
                    </a:lnTo>
                    <a:cubicBezTo>
                      <a:pt x="265591" y="168734"/>
                      <a:pt x="253186" y="155729"/>
                      <a:pt x="253257" y="140719"/>
                    </a:cubicBezTo>
                    <a:cubicBezTo>
                      <a:pt x="253385" y="124912"/>
                      <a:pt x="266389" y="112505"/>
                      <a:pt x="281396" y="112575"/>
                    </a:cubicBezTo>
                    <a:cubicBezTo>
                      <a:pt x="297201" y="112446"/>
                      <a:pt x="309606" y="99442"/>
                      <a:pt x="309536" y="84432"/>
                    </a:cubicBezTo>
                    <a:cubicBezTo>
                      <a:pt x="309536" y="68882"/>
                      <a:pt x="296932" y="56288"/>
                      <a:pt x="281396" y="56288"/>
                    </a:cubicBezTo>
                    <a:lnTo>
                      <a:pt x="253257" y="56288"/>
                    </a:lnTo>
                    <a:cubicBezTo>
                      <a:pt x="237721" y="56288"/>
                      <a:pt x="225117" y="43682"/>
                      <a:pt x="225117" y="28144"/>
                    </a:cubicBezTo>
                    <a:lnTo>
                      <a:pt x="225117" y="0"/>
                    </a:lnTo>
                    <a:cubicBezTo>
                      <a:pt x="120227" y="0"/>
                      <a:pt x="32079" y="71755"/>
                      <a:pt x="7094" y="168863"/>
                    </a:cubicBezTo>
                    <a:lnTo>
                      <a:pt x="56279" y="168863"/>
                    </a:lnTo>
                    <a:cubicBezTo>
                      <a:pt x="72084" y="168992"/>
                      <a:pt x="84489" y="181997"/>
                      <a:pt x="84419" y="197007"/>
                    </a:cubicBezTo>
                    <a:cubicBezTo>
                      <a:pt x="84419" y="212545"/>
                      <a:pt x="71815" y="225151"/>
                      <a:pt x="56279" y="225151"/>
                    </a:cubicBezTo>
                    <a:lnTo>
                      <a:pt x="0" y="225151"/>
                    </a:lnTo>
                    <a:cubicBezTo>
                      <a:pt x="0" y="244582"/>
                      <a:pt x="2462" y="263450"/>
                      <a:pt x="7094" y="281439"/>
                    </a:cubicBezTo>
                    <a:lnTo>
                      <a:pt x="112559" y="281439"/>
                    </a:lnTo>
                    <a:cubicBezTo>
                      <a:pt x="128364" y="281310"/>
                      <a:pt x="140769" y="268305"/>
                      <a:pt x="140698" y="253295"/>
                    </a:cubicBezTo>
                    <a:cubicBezTo>
                      <a:pt x="140698" y="237745"/>
                      <a:pt x="153302" y="225151"/>
                      <a:pt x="168838" y="225151"/>
                    </a:cubicBezTo>
                    <a:lnTo>
                      <a:pt x="225117" y="22515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1" name="Google Shape;4411;p321"/>
              <p:cNvSpPr/>
              <p:nvPr/>
            </p:nvSpPr>
            <p:spPr>
              <a:xfrm>
                <a:off x="5864689" y="3441632"/>
                <a:ext cx="289389" cy="178150"/>
              </a:xfrm>
              <a:custGeom>
                <a:rect b="b" l="l" r="r" t="t"/>
                <a:pathLst>
                  <a:path extrusionOk="0" h="168863" w="274302">
                    <a:moveTo>
                      <a:pt x="56279" y="28027"/>
                    </a:moveTo>
                    <a:lnTo>
                      <a:pt x="56279" y="28144"/>
                    </a:lnTo>
                    <a:cubicBezTo>
                      <a:pt x="56408" y="43951"/>
                      <a:pt x="69411" y="56358"/>
                      <a:pt x="84419" y="56288"/>
                    </a:cubicBezTo>
                    <a:cubicBezTo>
                      <a:pt x="100224" y="56417"/>
                      <a:pt x="112629" y="69421"/>
                      <a:pt x="112559" y="84432"/>
                    </a:cubicBezTo>
                    <a:cubicBezTo>
                      <a:pt x="112559" y="99969"/>
                      <a:pt x="99954" y="112575"/>
                      <a:pt x="84419" y="112575"/>
                    </a:cubicBezTo>
                    <a:lnTo>
                      <a:pt x="56279" y="112575"/>
                    </a:lnTo>
                    <a:lnTo>
                      <a:pt x="28140" y="112575"/>
                    </a:lnTo>
                    <a:cubicBezTo>
                      <a:pt x="12604" y="112575"/>
                      <a:pt x="0" y="125170"/>
                      <a:pt x="0" y="140719"/>
                    </a:cubicBezTo>
                    <a:lnTo>
                      <a:pt x="0" y="161769"/>
                    </a:lnTo>
                    <a:cubicBezTo>
                      <a:pt x="17986" y="166401"/>
                      <a:pt x="36851" y="168863"/>
                      <a:pt x="56279" y="168863"/>
                    </a:cubicBezTo>
                    <a:cubicBezTo>
                      <a:pt x="161170" y="168863"/>
                      <a:pt x="249317" y="97108"/>
                      <a:pt x="274303" y="0"/>
                    </a:cubicBezTo>
                    <a:lnTo>
                      <a:pt x="84419" y="0"/>
                    </a:lnTo>
                    <a:cubicBezTo>
                      <a:pt x="68649" y="141"/>
                      <a:pt x="56279" y="13075"/>
                      <a:pt x="56279" y="28027"/>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12" name="Google Shape;4412;p321"/>
            <p:cNvGrpSpPr/>
            <p:nvPr/>
          </p:nvGrpSpPr>
          <p:grpSpPr>
            <a:xfrm>
              <a:off x="6711380" y="1820917"/>
              <a:ext cx="322856" cy="238162"/>
              <a:chOff x="5223609" y="3731112"/>
              <a:chExt cx="371782" cy="274285"/>
            </a:xfrm>
          </p:grpSpPr>
          <p:sp>
            <p:nvSpPr>
              <p:cNvPr id="4413" name="Google Shape;4413;p321"/>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321"/>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15" name="Google Shape;4415;p321"/>
          <p:cNvGrpSpPr/>
          <p:nvPr/>
        </p:nvGrpSpPr>
        <p:grpSpPr>
          <a:xfrm>
            <a:off x="1900922" y="1255124"/>
            <a:ext cx="606209" cy="605766"/>
            <a:chOff x="2147470" y="1517511"/>
            <a:chExt cx="606209" cy="605766"/>
          </a:xfrm>
        </p:grpSpPr>
        <p:grpSp>
          <p:nvGrpSpPr>
            <p:cNvPr id="4416" name="Google Shape;4416;p321"/>
            <p:cNvGrpSpPr/>
            <p:nvPr/>
          </p:nvGrpSpPr>
          <p:grpSpPr>
            <a:xfrm>
              <a:off x="2147470" y="1517511"/>
              <a:ext cx="419689" cy="419628"/>
              <a:chOff x="1576407" y="2450382"/>
              <a:chExt cx="296873" cy="296809"/>
            </a:xfrm>
          </p:grpSpPr>
          <p:sp>
            <p:nvSpPr>
              <p:cNvPr id="4417" name="Google Shape;4417;p321"/>
              <p:cNvSpPr/>
              <p:nvPr/>
            </p:nvSpPr>
            <p:spPr>
              <a:xfrm>
                <a:off x="1576407" y="2450382"/>
                <a:ext cx="296873" cy="284570"/>
              </a:xfrm>
              <a:custGeom>
                <a:rect b="b" l="l" r="r" t="t"/>
                <a:pathLst>
                  <a:path extrusionOk="0" h="269735" w="281396">
                    <a:moveTo>
                      <a:pt x="84419" y="269735"/>
                    </a:moveTo>
                    <a:lnTo>
                      <a:pt x="140698" y="240501"/>
                    </a:lnTo>
                    <a:lnTo>
                      <a:pt x="278582" y="168863"/>
                    </a:lnTo>
                    <a:cubicBezTo>
                      <a:pt x="280423" y="159775"/>
                      <a:pt x="281396" y="150359"/>
                      <a:pt x="281396" y="140719"/>
                    </a:cubicBezTo>
                    <a:cubicBezTo>
                      <a:pt x="281396" y="62995"/>
                      <a:pt x="218410" y="0"/>
                      <a:pt x="140698" y="0"/>
                    </a:cubicBezTo>
                    <a:lnTo>
                      <a:pt x="0" y="140719"/>
                    </a:lnTo>
                    <a:cubicBezTo>
                      <a:pt x="0" y="150359"/>
                      <a:pt x="961" y="159775"/>
                      <a:pt x="2814" y="168863"/>
                    </a:cubicBezTo>
                    <a:cubicBezTo>
                      <a:pt x="12030" y="214222"/>
                      <a:pt x="43030" y="251641"/>
                      <a:pt x="84419" y="2697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8" name="Google Shape;4418;p321"/>
              <p:cNvSpPr/>
              <p:nvPr/>
            </p:nvSpPr>
            <p:spPr>
              <a:xfrm>
                <a:off x="1576407" y="2450382"/>
                <a:ext cx="207811" cy="178150"/>
              </a:xfrm>
              <a:custGeom>
                <a:rect b="b" l="l" r="r" t="t"/>
                <a:pathLst>
                  <a:path extrusionOk="0" h="168863" w="196977">
                    <a:moveTo>
                      <a:pt x="168838" y="56288"/>
                    </a:moveTo>
                    <a:cubicBezTo>
                      <a:pt x="152587" y="56206"/>
                      <a:pt x="140733" y="42626"/>
                      <a:pt x="140698" y="28144"/>
                    </a:cubicBezTo>
                    <a:lnTo>
                      <a:pt x="140698" y="0"/>
                    </a:lnTo>
                    <a:cubicBezTo>
                      <a:pt x="62986" y="0"/>
                      <a:pt x="0" y="62995"/>
                      <a:pt x="0" y="140719"/>
                    </a:cubicBezTo>
                    <a:cubicBezTo>
                      <a:pt x="0" y="150359"/>
                      <a:pt x="961" y="159775"/>
                      <a:pt x="2814" y="168863"/>
                    </a:cubicBezTo>
                    <a:lnTo>
                      <a:pt x="56279" y="168863"/>
                    </a:lnTo>
                    <a:cubicBezTo>
                      <a:pt x="71815" y="168863"/>
                      <a:pt x="84419" y="156257"/>
                      <a:pt x="84419" y="140719"/>
                    </a:cubicBezTo>
                    <a:cubicBezTo>
                      <a:pt x="84548" y="124912"/>
                      <a:pt x="97551" y="112505"/>
                      <a:pt x="112559" y="112575"/>
                    </a:cubicBezTo>
                    <a:lnTo>
                      <a:pt x="140698" y="112575"/>
                    </a:lnTo>
                    <a:lnTo>
                      <a:pt x="168838" y="112575"/>
                    </a:lnTo>
                    <a:cubicBezTo>
                      <a:pt x="184373" y="112575"/>
                      <a:pt x="196977" y="99969"/>
                      <a:pt x="196977" y="84432"/>
                    </a:cubicBezTo>
                    <a:cubicBezTo>
                      <a:pt x="196848" y="68624"/>
                      <a:pt x="183846" y="56217"/>
                      <a:pt x="168838" y="5628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9" name="Google Shape;4419;p321"/>
              <p:cNvSpPr/>
              <p:nvPr/>
            </p:nvSpPr>
            <p:spPr>
              <a:xfrm>
                <a:off x="1665416" y="2628424"/>
                <a:ext cx="204842" cy="118767"/>
              </a:xfrm>
              <a:custGeom>
                <a:rect b="b" l="l" r="r" t="t"/>
                <a:pathLst>
                  <a:path extrusionOk="0" h="112575" w="194163">
                    <a:moveTo>
                      <a:pt x="84419" y="28144"/>
                    </a:moveTo>
                    <a:cubicBezTo>
                      <a:pt x="84290" y="43951"/>
                      <a:pt x="71287" y="56358"/>
                      <a:pt x="56279" y="56288"/>
                    </a:cubicBezTo>
                    <a:lnTo>
                      <a:pt x="28140" y="56288"/>
                    </a:lnTo>
                    <a:cubicBezTo>
                      <a:pt x="12604" y="56288"/>
                      <a:pt x="0" y="68894"/>
                      <a:pt x="0" y="84432"/>
                    </a:cubicBezTo>
                    <a:lnTo>
                      <a:pt x="0" y="100872"/>
                    </a:lnTo>
                    <a:cubicBezTo>
                      <a:pt x="17236" y="108401"/>
                      <a:pt x="36277" y="112575"/>
                      <a:pt x="56279" y="112575"/>
                    </a:cubicBezTo>
                    <a:cubicBezTo>
                      <a:pt x="124354" y="112575"/>
                      <a:pt x="181125" y="64238"/>
                      <a:pt x="194163" y="0"/>
                    </a:cubicBezTo>
                    <a:lnTo>
                      <a:pt x="112559" y="0"/>
                    </a:lnTo>
                    <a:cubicBezTo>
                      <a:pt x="97023" y="0"/>
                      <a:pt x="84419" y="12606"/>
                      <a:pt x="84419" y="28144"/>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20" name="Google Shape;4420;p321"/>
            <p:cNvGrpSpPr/>
            <p:nvPr/>
          </p:nvGrpSpPr>
          <p:grpSpPr>
            <a:xfrm>
              <a:off x="2334023" y="1721345"/>
              <a:ext cx="419657" cy="401932"/>
              <a:chOff x="3272656" y="1736768"/>
              <a:chExt cx="544302" cy="521313"/>
            </a:xfrm>
          </p:grpSpPr>
          <p:sp>
            <p:nvSpPr>
              <p:cNvPr id="4421" name="Google Shape;4421;p321"/>
              <p:cNvSpPr/>
              <p:nvPr/>
            </p:nvSpPr>
            <p:spPr>
              <a:xfrm>
                <a:off x="3566622" y="2012549"/>
                <a:ext cx="132980" cy="132974"/>
              </a:xfrm>
              <a:custGeom>
                <a:rect b="b" l="l" r="r" t="t"/>
                <a:pathLst>
                  <a:path extrusionOk="0" h="2664" w="2664">
                    <a:moveTo>
                      <a:pt x="493" y="0"/>
                    </a:moveTo>
                    <a:lnTo>
                      <a:pt x="0" y="493"/>
                    </a:lnTo>
                    <a:lnTo>
                      <a:pt x="2171" y="2664"/>
                    </a:lnTo>
                    <a:lnTo>
                      <a:pt x="2664" y="2171"/>
                    </a:lnTo>
                    <a:lnTo>
                      <a:pt x="4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321"/>
              <p:cNvSpPr/>
              <p:nvPr/>
            </p:nvSpPr>
            <p:spPr>
              <a:xfrm>
                <a:off x="3622680" y="2070251"/>
                <a:ext cx="194279" cy="187680"/>
              </a:xfrm>
              <a:custGeom>
                <a:rect b="b" l="l" r="r" t="t"/>
                <a:pathLst>
                  <a:path extrusionOk="0" h="3760" w="3892">
                    <a:moveTo>
                      <a:pt x="820" y="1"/>
                    </a:moveTo>
                    <a:cubicBezTo>
                      <a:pt x="748" y="1"/>
                      <a:pt x="675" y="28"/>
                      <a:pt x="618" y="86"/>
                    </a:cubicBezTo>
                    <a:lnTo>
                      <a:pt x="112" y="592"/>
                    </a:lnTo>
                    <a:cubicBezTo>
                      <a:pt x="8" y="696"/>
                      <a:pt x="1" y="869"/>
                      <a:pt x="105" y="980"/>
                    </a:cubicBezTo>
                    <a:lnTo>
                      <a:pt x="2283" y="3471"/>
                    </a:lnTo>
                    <a:cubicBezTo>
                      <a:pt x="2456" y="3662"/>
                      <a:pt x="2696" y="3760"/>
                      <a:pt x="2936" y="3760"/>
                    </a:cubicBezTo>
                    <a:cubicBezTo>
                      <a:pt x="3156" y="3760"/>
                      <a:pt x="3376" y="3678"/>
                      <a:pt x="3545" y="3512"/>
                    </a:cubicBezTo>
                    <a:cubicBezTo>
                      <a:pt x="3892" y="3158"/>
                      <a:pt x="3878" y="2583"/>
                      <a:pt x="3503" y="2250"/>
                    </a:cubicBezTo>
                    <a:lnTo>
                      <a:pt x="1013" y="72"/>
                    </a:lnTo>
                    <a:cubicBezTo>
                      <a:pt x="956" y="25"/>
                      <a:pt x="888" y="1"/>
                      <a:pt x="8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321"/>
              <p:cNvSpPr/>
              <p:nvPr/>
            </p:nvSpPr>
            <p:spPr>
              <a:xfrm>
                <a:off x="3623029" y="2083179"/>
                <a:ext cx="186691" cy="174902"/>
              </a:xfrm>
              <a:custGeom>
                <a:rect b="b" l="l" r="r" t="t"/>
                <a:pathLst>
                  <a:path extrusionOk="0" h="3504" w="3740">
                    <a:moveTo>
                      <a:pt x="438" y="0"/>
                    </a:moveTo>
                    <a:lnTo>
                      <a:pt x="112" y="333"/>
                    </a:lnTo>
                    <a:cubicBezTo>
                      <a:pt x="1" y="437"/>
                      <a:pt x="1" y="610"/>
                      <a:pt x="98" y="721"/>
                    </a:cubicBezTo>
                    <a:lnTo>
                      <a:pt x="2276" y="3212"/>
                    </a:lnTo>
                    <a:cubicBezTo>
                      <a:pt x="2449" y="3406"/>
                      <a:pt x="2687" y="3503"/>
                      <a:pt x="2926" y="3503"/>
                    </a:cubicBezTo>
                    <a:cubicBezTo>
                      <a:pt x="3147" y="3503"/>
                      <a:pt x="3368" y="3420"/>
                      <a:pt x="3538" y="3253"/>
                    </a:cubicBezTo>
                    <a:cubicBezTo>
                      <a:pt x="3628" y="3163"/>
                      <a:pt x="3698" y="3052"/>
                      <a:pt x="3739" y="2934"/>
                    </a:cubicBezTo>
                    <a:lnTo>
                      <a:pt x="3739" y="2934"/>
                    </a:lnTo>
                    <a:cubicBezTo>
                      <a:pt x="3645" y="2967"/>
                      <a:pt x="3547" y="2984"/>
                      <a:pt x="3450" y="2984"/>
                    </a:cubicBezTo>
                    <a:cubicBezTo>
                      <a:pt x="3205" y="2984"/>
                      <a:pt x="2965" y="2880"/>
                      <a:pt x="2796" y="2691"/>
                    </a:cubicBezTo>
                    <a:lnTo>
                      <a:pt x="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321"/>
              <p:cNvSpPr/>
              <p:nvPr/>
            </p:nvSpPr>
            <p:spPr>
              <a:xfrm>
                <a:off x="3272656" y="1736768"/>
                <a:ext cx="409274" cy="372915"/>
              </a:xfrm>
              <a:custGeom>
                <a:rect b="b" l="l" r="r" t="t"/>
                <a:pathLst>
                  <a:path extrusionOk="0" h="7471" w="8199">
                    <a:moveTo>
                      <a:pt x="4097" y="0"/>
                    </a:moveTo>
                    <a:cubicBezTo>
                      <a:pt x="3141" y="0"/>
                      <a:pt x="2185" y="365"/>
                      <a:pt x="1457" y="1093"/>
                    </a:cubicBezTo>
                    <a:cubicBezTo>
                      <a:pt x="0" y="2549"/>
                      <a:pt x="0" y="4922"/>
                      <a:pt x="1457" y="6378"/>
                    </a:cubicBezTo>
                    <a:cubicBezTo>
                      <a:pt x="2185" y="7107"/>
                      <a:pt x="3141" y="7471"/>
                      <a:pt x="4097" y="7471"/>
                    </a:cubicBezTo>
                    <a:cubicBezTo>
                      <a:pt x="5053" y="7471"/>
                      <a:pt x="6010" y="7107"/>
                      <a:pt x="6742" y="6378"/>
                    </a:cubicBezTo>
                    <a:cubicBezTo>
                      <a:pt x="8199" y="4922"/>
                      <a:pt x="8199" y="2549"/>
                      <a:pt x="6742" y="1093"/>
                    </a:cubicBezTo>
                    <a:cubicBezTo>
                      <a:pt x="6010" y="365"/>
                      <a:pt x="5053" y="0"/>
                      <a:pt x="40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321"/>
              <p:cNvSpPr/>
              <p:nvPr/>
            </p:nvSpPr>
            <p:spPr>
              <a:xfrm>
                <a:off x="3320428" y="1780294"/>
                <a:ext cx="313731" cy="285863"/>
              </a:xfrm>
              <a:custGeom>
                <a:rect b="b" l="l" r="r" t="t"/>
                <a:pathLst>
                  <a:path extrusionOk="0" h="5727" w="6285">
                    <a:moveTo>
                      <a:pt x="3143" y="1"/>
                    </a:moveTo>
                    <a:cubicBezTo>
                      <a:pt x="2409" y="1"/>
                      <a:pt x="1676" y="280"/>
                      <a:pt x="1117" y="838"/>
                    </a:cubicBezTo>
                    <a:cubicBezTo>
                      <a:pt x="0" y="1955"/>
                      <a:pt x="0" y="3772"/>
                      <a:pt x="1117" y="4889"/>
                    </a:cubicBezTo>
                    <a:cubicBezTo>
                      <a:pt x="1676" y="5447"/>
                      <a:pt x="2409" y="5726"/>
                      <a:pt x="3143" y="5726"/>
                    </a:cubicBezTo>
                    <a:cubicBezTo>
                      <a:pt x="3876" y="5726"/>
                      <a:pt x="4610" y="5447"/>
                      <a:pt x="5168" y="4889"/>
                    </a:cubicBezTo>
                    <a:cubicBezTo>
                      <a:pt x="6285" y="3772"/>
                      <a:pt x="6285" y="1955"/>
                      <a:pt x="5168" y="838"/>
                    </a:cubicBezTo>
                    <a:cubicBezTo>
                      <a:pt x="4610" y="280"/>
                      <a:pt x="3876" y="1"/>
                      <a:pt x="31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321"/>
              <p:cNvSpPr/>
              <p:nvPr/>
            </p:nvSpPr>
            <p:spPr>
              <a:xfrm>
                <a:off x="3401095" y="1819777"/>
                <a:ext cx="154095" cy="43476"/>
              </a:xfrm>
              <a:custGeom>
                <a:rect b="b" l="l" r="r" t="t"/>
                <a:pathLst>
                  <a:path extrusionOk="0" h="871" w="3087">
                    <a:moveTo>
                      <a:pt x="1524" y="0"/>
                    </a:moveTo>
                    <a:cubicBezTo>
                      <a:pt x="994" y="0"/>
                      <a:pt x="465" y="203"/>
                      <a:pt x="63" y="609"/>
                    </a:cubicBezTo>
                    <a:cubicBezTo>
                      <a:pt x="1" y="671"/>
                      <a:pt x="1" y="762"/>
                      <a:pt x="63" y="824"/>
                    </a:cubicBezTo>
                    <a:cubicBezTo>
                      <a:pt x="91" y="855"/>
                      <a:pt x="129" y="871"/>
                      <a:pt x="168" y="871"/>
                    </a:cubicBezTo>
                    <a:cubicBezTo>
                      <a:pt x="207" y="871"/>
                      <a:pt x="247" y="855"/>
                      <a:pt x="278" y="824"/>
                    </a:cubicBezTo>
                    <a:cubicBezTo>
                      <a:pt x="621" y="481"/>
                      <a:pt x="1072" y="309"/>
                      <a:pt x="1523" y="309"/>
                    </a:cubicBezTo>
                    <a:cubicBezTo>
                      <a:pt x="1974" y="309"/>
                      <a:pt x="2425" y="481"/>
                      <a:pt x="2768" y="824"/>
                    </a:cubicBezTo>
                    <a:cubicBezTo>
                      <a:pt x="2801" y="854"/>
                      <a:pt x="2838" y="867"/>
                      <a:pt x="2872" y="867"/>
                    </a:cubicBezTo>
                    <a:cubicBezTo>
                      <a:pt x="2989" y="867"/>
                      <a:pt x="3086" y="721"/>
                      <a:pt x="2990" y="609"/>
                    </a:cubicBezTo>
                    <a:cubicBezTo>
                      <a:pt x="2584" y="203"/>
                      <a:pt x="2054" y="0"/>
                      <a:pt x="152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321"/>
              <p:cNvSpPr/>
              <p:nvPr/>
            </p:nvSpPr>
            <p:spPr>
              <a:xfrm>
                <a:off x="3622680" y="2070251"/>
                <a:ext cx="79019" cy="77368"/>
              </a:xfrm>
              <a:custGeom>
                <a:rect b="b" l="l" r="r" t="t"/>
                <a:pathLst>
                  <a:path extrusionOk="0" h="1550" w="1583">
                    <a:moveTo>
                      <a:pt x="821" y="1"/>
                    </a:moveTo>
                    <a:cubicBezTo>
                      <a:pt x="749" y="1"/>
                      <a:pt x="679" y="28"/>
                      <a:pt x="625" y="86"/>
                    </a:cubicBezTo>
                    <a:lnTo>
                      <a:pt x="119" y="592"/>
                    </a:lnTo>
                    <a:cubicBezTo>
                      <a:pt x="8" y="696"/>
                      <a:pt x="1" y="863"/>
                      <a:pt x="105" y="980"/>
                    </a:cubicBezTo>
                    <a:lnTo>
                      <a:pt x="597" y="1549"/>
                    </a:lnTo>
                    <a:lnTo>
                      <a:pt x="1582" y="564"/>
                    </a:lnTo>
                    <a:lnTo>
                      <a:pt x="1013" y="72"/>
                    </a:lnTo>
                    <a:cubicBezTo>
                      <a:pt x="956" y="25"/>
                      <a:pt x="888" y="1"/>
                      <a:pt x="8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321"/>
              <p:cNvSpPr/>
              <p:nvPr/>
            </p:nvSpPr>
            <p:spPr>
              <a:xfrm>
                <a:off x="3623029" y="2083179"/>
                <a:ext cx="55458" cy="64440"/>
              </a:xfrm>
              <a:custGeom>
                <a:rect b="b" l="l" r="r" t="t"/>
                <a:pathLst>
                  <a:path extrusionOk="0" h="1291" w="1111">
                    <a:moveTo>
                      <a:pt x="438" y="0"/>
                    </a:moveTo>
                    <a:lnTo>
                      <a:pt x="112" y="326"/>
                    </a:lnTo>
                    <a:cubicBezTo>
                      <a:pt x="1" y="437"/>
                      <a:pt x="1" y="604"/>
                      <a:pt x="98" y="721"/>
                    </a:cubicBezTo>
                    <a:lnTo>
                      <a:pt x="590" y="1290"/>
                    </a:lnTo>
                    <a:lnTo>
                      <a:pt x="1110" y="770"/>
                    </a:lnTo>
                    <a:lnTo>
                      <a:pt x="43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cxnSp>
        <p:nvCxnSpPr>
          <p:cNvPr id="4429" name="Google Shape;4429;p321"/>
          <p:cNvCxnSpPr>
            <a:stCxn id="4384" idx="2"/>
            <a:endCxn id="4392" idx="0"/>
          </p:cNvCxnSpPr>
          <p:nvPr/>
        </p:nvCxnSpPr>
        <p:spPr>
          <a:xfrm flipH="1" rot="-5400000">
            <a:off x="2050877" y="3019425"/>
            <a:ext cx="306900" cy="600"/>
          </a:xfrm>
          <a:prstGeom prst="bentConnector3">
            <a:avLst>
              <a:gd fmla="val 49980" name="adj1"/>
            </a:avLst>
          </a:prstGeom>
          <a:noFill/>
          <a:ln cap="flat" cmpd="sng" w="19050">
            <a:solidFill>
              <a:schemeClr val="lt2"/>
            </a:solidFill>
            <a:prstDash val="solid"/>
            <a:round/>
            <a:headEnd len="med" w="med" type="none"/>
            <a:tailEnd len="med" w="med" type="oval"/>
          </a:ln>
        </p:spPr>
      </p:cxnSp>
      <p:cxnSp>
        <p:nvCxnSpPr>
          <p:cNvPr id="4430" name="Google Shape;4430;p321"/>
          <p:cNvCxnSpPr>
            <a:stCxn id="4385" idx="2"/>
            <a:endCxn id="4390" idx="0"/>
          </p:cNvCxnSpPr>
          <p:nvPr/>
        </p:nvCxnSpPr>
        <p:spPr>
          <a:xfrm flipH="1" rot="-5400000">
            <a:off x="4190252" y="3019425"/>
            <a:ext cx="306900" cy="600"/>
          </a:xfrm>
          <a:prstGeom prst="bentConnector3">
            <a:avLst>
              <a:gd fmla="val 49980" name="adj1"/>
            </a:avLst>
          </a:prstGeom>
          <a:noFill/>
          <a:ln cap="flat" cmpd="sng" w="19050">
            <a:solidFill>
              <a:schemeClr val="lt2"/>
            </a:solidFill>
            <a:prstDash val="solid"/>
            <a:round/>
            <a:headEnd len="med" w="med" type="none"/>
            <a:tailEnd len="med" w="med" type="oval"/>
          </a:ln>
        </p:spPr>
      </p:cxnSp>
      <p:cxnSp>
        <p:nvCxnSpPr>
          <p:cNvPr id="4431" name="Google Shape;4431;p321"/>
          <p:cNvCxnSpPr>
            <a:stCxn id="4386" idx="2"/>
          </p:cNvCxnSpPr>
          <p:nvPr/>
        </p:nvCxnSpPr>
        <p:spPr>
          <a:xfrm rot="5400000">
            <a:off x="6359317" y="2988825"/>
            <a:ext cx="246000" cy="900"/>
          </a:xfrm>
          <a:prstGeom prst="bentConnector3">
            <a:avLst>
              <a:gd fmla="val 50000" name="adj1"/>
            </a:avLst>
          </a:prstGeom>
          <a:noFill/>
          <a:ln cap="flat" cmpd="sng" w="19050">
            <a:solidFill>
              <a:schemeClr val="lt2"/>
            </a:solidFill>
            <a:prstDash val="solid"/>
            <a:round/>
            <a:headEnd len="med" w="med" type="none"/>
            <a:tailEnd len="med" w="med" type="oval"/>
          </a:ln>
        </p:spPr>
      </p:cxnSp>
      <p:sp>
        <p:nvSpPr>
          <p:cNvPr id="4432" name="Google Shape;4432;p321"/>
          <p:cNvSpPr/>
          <p:nvPr/>
        </p:nvSpPr>
        <p:spPr>
          <a:xfrm>
            <a:off x="8472275" y="35600"/>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433" name="Google Shape;4433;p321"/>
          <p:cNvSpPr/>
          <p:nvPr/>
        </p:nvSpPr>
        <p:spPr>
          <a:xfrm>
            <a:off x="1861546" y="1985067"/>
            <a:ext cx="335100" cy="306900"/>
          </a:xfrm>
          <a:prstGeom prst="star5">
            <a:avLst>
              <a:gd fmla="val 19098" name="adj"/>
              <a:gd fmla="val 105146" name="hf"/>
              <a:gd fmla="val 110557" name="vf"/>
            </a:avLst>
          </a:prstGeom>
          <a:solidFill>
            <a:srgbClr val="188038"/>
          </a:solidFill>
          <a:ln cap="flat" cmpd="sng" w="9525">
            <a:solidFill>
              <a:srgbClr val="395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434" name="Google Shape;4434;p321"/>
          <p:cNvSpPr txBox="1"/>
          <p:nvPr/>
        </p:nvSpPr>
        <p:spPr>
          <a:xfrm flipH="1" rot="2049622">
            <a:off x="834660" y="1540155"/>
            <a:ext cx="1510389" cy="455313"/>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Unbounded SemiBold"/>
                <a:ea typeface="Unbounded SemiBold"/>
                <a:cs typeface="Unbounded SemiBold"/>
                <a:sym typeface="Unbounded SemiBold"/>
              </a:rPr>
              <a:t>We are here!</a:t>
            </a:r>
            <a:endParaRPr sz="800">
              <a:solidFill>
                <a:schemeClr val="dk1"/>
              </a:solidFill>
              <a:latin typeface="Unbounded SemiBold"/>
              <a:ea typeface="Unbounded SemiBold"/>
              <a:cs typeface="Unbounded SemiBold"/>
              <a:sym typeface="Unbounded SemiBo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8" name="Shape 4438"/>
        <p:cNvGrpSpPr/>
        <p:nvPr/>
      </p:nvGrpSpPr>
      <p:grpSpPr>
        <a:xfrm>
          <a:off x="0" y="0"/>
          <a:ext cx="0" cy="0"/>
          <a:chOff x="0" y="0"/>
          <a:chExt cx="0" cy="0"/>
        </a:xfrm>
      </p:grpSpPr>
      <p:sp>
        <p:nvSpPr>
          <p:cNvPr id="4439" name="Google Shape;4439;p322"/>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4440" name="Google Shape;4440;p322"/>
          <p:cNvSpPr txBox="1"/>
          <p:nvPr>
            <p:ph idx="1" type="subTitle"/>
          </p:nvPr>
        </p:nvSpPr>
        <p:spPr>
          <a:xfrm>
            <a:off x="1939058" y="2555400"/>
            <a:ext cx="5316000" cy="50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latin typeface="Unbounded SemiBold"/>
                <a:ea typeface="Unbounded SemiBold"/>
                <a:cs typeface="Unbounded SemiBold"/>
                <a:sym typeface="Unbounded SemiBold"/>
              </a:rPr>
              <a:t>Do you have any questions?</a:t>
            </a:r>
            <a:endParaRPr sz="2200">
              <a:latin typeface="Unbounded SemiBold"/>
              <a:ea typeface="Unbounded SemiBold"/>
              <a:cs typeface="Unbounded SemiBold"/>
              <a:sym typeface="Unbounded SemiBold"/>
            </a:endParaRPr>
          </a:p>
          <a:p>
            <a:pPr indent="0" lvl="0" marL="0" rtl="0" algn="ctr">
              <a:spcBef>
                <a:spcPts val="0"/>
              </a:spcBef>
              <a:spcAft>
                <a:spcPts val="0"/>
              </a:spcAft>
              <a:buNone/>
            </a:pPr>
            <a:r>
              <a:t/>
            </a:r>
            <a:endParaRPr sz="2000"/>
          </a:p>
        </p:txBody>
      </p:sp>
      <p:cxnSp>
        <p:nvCxnSpPr>
          <p:cNvPr id="4441" name="Google Shape;4441;p322"/>
          <p:cNvCxnSpPr/>
          <p:nvPr/>
        </p:nvCxnSpPr>
        <p:spPr>
          <a:xfrm>
            <a:off x="2106550" y="858750"/>
            <a:ext cx="4930800" cy="0"/>
          </a:xfrm>
          <a:prstGeom prst="straightConnector1">
            <a:avLst/>
          </a:prstGeom>
          <a:noFill/>
          <a:ln cap="flat" cmpd="sng" w="19050">
            <a:solidFill>
              <a:schemeClr val="lt2"/>
            </a:solidFill>
            <a:prstDash val="solid"/>
            <a:round/>
            <a:headEnd len="med" w="med" type="none"/>
            <a:tailEnd len="med" w="med" type="none"/>
          </a:ln>
        </p:spPr>
      </p:cxnSp>
      <p:cxnSp>
        <p:nvCxnSpPr>
          <p:cNvPr id="4442" name="Google Shape;4442;p322"/>
          <p:cNvCxnSpPr/>
          <p:nvPr/>
        </p:nvCxnSpPr>
        <p:spPr>
          <a:xfrm>
            <a:off x="2106550" y="1879100"/>
            <a:ext cx="49308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